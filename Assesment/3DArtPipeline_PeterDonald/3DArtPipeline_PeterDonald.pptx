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78" r:id="rId4"/>
    <p:sldMasterId id="2147483679" r:id="rId5"/>
    <p:sldMasterId id="2147483711" r:id="rId6"/>
  </p:sldMasterIdLst>
  <p:notesMasterIdLst>
    <p:notesMasterId r:id="rId38"/>
  </p:notesMasterIdLst>
  <p:sldIdLst>
    <p:sldId id="256" r:id="rId7"/>
    <p:sldId id="257" r:id="rId8"/>
    <p:sldId id="258" r:id="rId9"/>
    <p:sldId id="259" r:id="rId10"/>
    <p:sldId id="278" r:id="rId11"/>
    <p:sldId id="315" r:id="rId12"/>
    <p:sldId id="314" r:id="rId13"/>
    <p:sldId id="279" r:id="rId14"/>
    <p:sldId id="309" r:id="rId15"/>
    <p:sldId id="283" r:id="rId16"/>
    <p:sldId id="260" r:id="rId17"/>
    <p:sldId id="263" r:id="rId18"/>
    <p:sldId id="261" r:id="rId19"/>
    <p:sldId id="262" r:id="rId20"/>
    <p:sldId id="264" r:id="rId21"/>
    <p:sldId id="265" r:id="rId22"/>
    <p:sldId id="266" r:id="rId23"/>
    <p:sldId id="317" r:id="rId24"/>
    <p:sldId id="316" r:id="rId25"/>
    <p:sldId id="311" r:id="rId26"/>
    <p:sldId id="280" r:id="rId27"/>
    <p:sldId id="268" r:id="rId28"/>
    <p:sldId id="281" r:id="rId29"/>
    <p:sldId id="319" r:id="rId30"/>
    <p:sldId id="318" r:id="rId31"/>
    <p:sldId id="275" r:id="rId32"/>
    <p:sldId id="285" r:id="rId33"/>
    <p:sldId id="312" r:id="rId34"/>
    <p:sldId id="276" r:id="rId35"/>
    <p:sldId id="313" r:id="rId36"/>
    <p:sldId id="277" r:id="rId37"/>
  </p:sldIdLst>
  <p:sldSz cx="9144000" cy="5143500" type="screen16x9"/>
  <p:notesSz cx="6858000" cy="9144000"/>
  <p:embeddedFontLst>
    <p:embeddedFont>
      <p:font typeface="Calibri" panose="020F0502020204030204" pitchFamily="34" charset="0"/>
      <p:regular r:id="rId39"/>
      <p:bold r:id="rId40"/>
      <p:italic r:id="rId41"/>
      <p:boldItalic r:id="rId42"/>
    </p:embeddedFont>
    <p:embeddedFont>
      <p:font typeface="Roboto" panose="020000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phen Honegger" initials="SH" lastIdx="5" clrIdx="0">
    <p:extLst>
      <p:ext uri="{19B8F6BF-5375-455C-9EA6-DF929625EA0E}">
        <p15:presenceInfo xmlns:p15="http://schemas.microsoft.com/office/powerpoint/2012/main" userId="S::stephenh@aie.edu.au::1b118b49-a315-49ab-ae75-6912d743057b" providerId="AD"/>
      </p:ext>
    </p:extLst>
  </p:cmAuthor>
  <p:cmAuthor id="2" name="Thomas Sinclair" initials="TS" lastIdx="11" clrIdx="1">
    <p:extLst>
      <p:ext uri="{19B8F6BF-5375-455C-9EA6-DF929625EA0E}">
        <p15:presenceInfo xmlns:p15="http://schemas.microsoft.com/office/powerpoint/2012/main" userId="S::thomass@aie.edu.au::ea7e17c6-715c-40d9-8261-37f47b5b9a01" providerId="AD"/>
      </p:ext>
    </p:extLst>
  </p:cmAuthor>
  <p:cmAuthor id="3" name="Dan Miller" initials="DM" lastIdx="7" clrIdx="2">
    <p:extLst>
      <p:ext uri="{19B8F6BF-5375-455C-9EA6-DF929625EA0E}">
        <p15:presenceInfo xmlns:p15="http://schemas.microsoft.com/office/powerpoint/2012/main" userId="S::danm@aie.edu.au::9312318d-6fc1-4aa1-bf63-b61f87e21e7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9C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9E28D4-166E-3A0E-840A-007ABFDCDD5C}" v="39" dt="2021-10-14T01:26:38.035"/>
    <p1510:client id="{0AF0C3C6-EAEB-801E-C7D7-CE0F61CD6EF8}" v="360" dt="2021-08-06T04:06:49.680"/>
    <p1510:client id="{0F39244E-3516-6534-5BBB-FAE3D9BED78D}" v="2" dt="2021-08-11T01:22:12.040"/>
    <p1510:client id="{23E74411-EA94-0E1F-D821-3FEF7D40A5ED}" v="86" dt="2022-05-03T03:13:51.859"/>
    <p1510:client id="{26110A49-E5EC-3652-CB4B-4280421FFF6E}" v="65" dt="2021-11-10T05:08:03.039"/>
    <p1510:client id="{338FAF4C-57C3-0344-B1A3-034DB7BAE82C}" v="22" dt="2022-03-15T03:53:07.553"/>
    <p1510:client id="{38A67309-6AB5-8352-A9FB-8D32253A9051}" v="124" dt="2021-09-23T05:41:52.579"/>
    <p1510:client id="{3ACC66FB-F85F-8389-0CD2-187112F963DD}" v="14" dt="2021-09-23T00:07:51.052"/>
    <p1510:client id="{3F582F4A-4294-45FA-8039-982CCC7AD165}" v="6" dt="2021-07-02T03:22:01.650"/>
    <p1510:client id="{42C80E2F-B788-0ADC-0378-BC89C38A65C3}" v="46" dt="2021-09-01T05:52:04.108"/>
    <p1510:client id="{4D7F685E-79C3-5F48-4057-F367CD254450}" v="2" dt="2021-09-14T02:51:16.590"/>
    <p1510:client id="{54076A03-A8BA-EFAA-9C27-4B5ECD85A1F0}" v="64" dt="2022-11-15T00:21:56.665"/>
    <p1510:client id="{56BC9282-E8A3-D75E-DAA0-C6F5ACEE6194}" v="11" dt="2021-09-14T02:57:45.815"/>
    <p1510:client id="{60CACAD1-9D82-DA30-49B7-3E81F1B3ADE3}" v="1263" dt="2021-08-06T02:41:50.480"/>
    <p1510:client id="{7458E04A-FC3D-6C00-CC94-53512B5D8C91}" v="2" dt="2021-08-03T05:52:22.875"/>
    <p1510:client id="{8024AD9B-BF31-8A52-A932-44B8A4D69DDE}" v="17" dt="2021-08-10T04:21:38.807"/>
    <p1510:client id="{8CB5C42A-A598-987B-5BD4-68EE03556FAC}" v="19" dt="2021-09-01T05:58:21.763"/>
    <p1510:client id="{8FC95BE9-DC4E-6E7A-15CD-5F1B2DC6775B}" v="1" dt="2021-09-15T01:15:26.468"/>
    <p1510:client id="{94C976DC-0E96-66A5-3703-A4A425797E47}" v="3" dt="2021-10-28T04:49:22.941"/>
    <p1510:client id="{9506BF93-2829-E028-121D-DC2E444F9249}" v="63" dt="2021-09-17T05:22:47.971"/>
    <p1510:client id="{AAF8D453-EE50-22DB-45AE-8BAA874ACDA9}" v="1" dt="2021-10-06T23:07:36.812"/>
    <p1510:client id="{B4457F8A-ED34-120A-6AC1-D8A9EE679EF4}" v="16" dt="2021-08-10T03:28:56.333"/>
    <p1510:client id="{C4080B94-0E15-FCF1-65AF-94B97A5DC99F}" v="36" dt="2021-11-11T05:47:28.404"/>
    <p1510:client id="{C457ED85-D6C3-8C83-09C9-0D45964D07E9}" v="39" dt="2021-12-20T02:57:27.884"/>
    <p1510:client id="{C68445A6-F8A4-D039-145B-D6717D034AAF}" v="17" dt="2022-11-27T22:51:23.118"/>
    <p1510:client id="{C81AEF14-7043-546E-6419-CC1980721CD8}" v="6" dt="2021-08-11T05:18:28.650"/>
    <p1510:client id="{DAE25130-BD97-9957-12BF-1A10969C3738}" v="6" dt="2021-09-14T03:11:49.062"/>
    <p1510:client id="{DC693517-5B91-4F28-F328-FC4897FA6BB1}" v="48" dt="2021-11-11T03:54:51.288"/>
    <p1510:client id="{E0A25863-4E21-3D01-CBBB-987EE21DA0AD}" v="177" dt="2021-11-11T00:06:13.254"/>
    <p1510:client id="{E1502EEA-F4D1-9191-824B-5CB67ABA735A}" v="2" dt="2021-08-25T04:27:56.452"/>
    <p1510:client id="{E7605868-5523-44C9-B014-0EF1817F52DC}" v="5" dt="2021-08-11T04:36:07.604"/>
    <p1510:client id="{EAACD9DD-4B29-B81A-2AEF-2BD909586975}" v="14" dt="2021-09-14T02:49:40.481"/>
    <p1510:client id="{FC0C32C4-D547-3FB3-0252-F1BCDDE03FF8}" v="1" dt="2021-10-28T02:41:40.604"/>
  </p1510:revLst>
</p1510:revInfo>
</file>

<file path=ppt/tableStyles.xml><?xml version="1.0" encoding="utf-8"?>
<a:tblStyleLst xmlns:a="http://schemas.openxmlformats.org/drawingml/2006/main" def="{2DE40A0A-F175-4DEE-BA99-264EB937CA04}">
  <a:tblStyle styleId="{2DE40A0A-F175-4DEE-BA99-264EB937CA04}"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5" d="100"/>
          <a:sy n="135" d="100"/>
        </p:scale>
        <p:origin x="255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1.fntdata"/><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font" Target="fonts/font4.fntdata"/><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font" Target="fonts/font2.fntdata"/><Relationship Id="rId45" Type="http://schemas.openxmlformats.org/officeDocument/2006/relationships/font" Target="fonts/font7.fntdata"/><Relationship Id="rId53" Type="http://schemas.microsoft.com/office/2015/10/relationships/revisionInfo" Target="revisionInfo.xml"/><Relationship Id="rId5" Type="http://schemas.openxmlformats.org/officeDocument/2006/relationships/slideMaster" Target="slideMasters/slideMaster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font" Target="fonts/font6.fntdata"/><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font" Target="fonts/font5.fntdata"/><Relationship Id="rId48"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4.xml"/><Relationship Id="rId41"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ick Delmastro" userId="S::patrick.delmastro@aie.edu.au::80153e81-cca5-4785-8329-c43569ff9011" providerId="AD" clId="Web-{DAE25130-BD97-9957-12BF-1A10969C3738}"/>
    <pc:docChg chg="modSld">
      <pc:chgData name="Patrick Delmastro" userId="S::patrick.delmastro@aie.edu.au::80153e81-cca5-4785-8329-c43569ff9011" providerId="AD" clId="Web-{DAE25130-BD97-9957-12BF-1A10969C3738}" dt="2021-09-14T03:11:49.062" v="3" actId="1076"/>
      <pc:docMkLst>
        <pc:docMk/>
      </pc:docMkLst>
      <pc:sldChg chg="modSp">
        <pc:chgData name="Patrick Delmastro" userId="S::patrick.delmastro@aie.edu.au::80153e81-cca5-4785-8329-c43569ff9011" providerId="AD" clId="Web-{DAE25130-BD97-9957-12BF-1A10969C3738}" dt="2021-09-14T03:11:49.062" v="3" actId="1076"/>
        <pc:sldMkLst>
          <pc:docMk/>
          <pc:sldMk cId="0" sldId="278"/>
        </pc:sldMkLst>
        <pc:spChg chg="mod">
          <ac:chgData name="Patrick Delmastro" userId="S::patrick.delmastro@aie.edu.au::80153e81-cca5-4785-8329-c43569ff9011" providerId="AD" clId="Web-{DAE25130-BD97-9957-12BF-1A10969C3738}" dt="2021-09-14T03:11:41.608" v="2" actId="14100"/>
          <ac:spMkLst>
            <pc:docMk/>
            <pc:sldMk cId="0" sldId="278"/>
            <ac:spMk id="8" creationId="{DC5F2876-427E-413E-8410-7D01E2AF1568}"/>
          </ac:spMkLst>
        </pc:spChg>
        <pc:spChg chg="mod">
          <ac:chgData name="Patrick Delmastro" userId="S::patrick.delmastro@aie.edu.au::80153e81-cca5-4785-8329-c43569ff9011" providerId="AD" clId="Web-{DAE25130-BD97-9957-12BF-1A10969C3738}" dt="2021-09-14T03:11:34.655" v="1" actId="20577"/>
          <ac:spMkLst>
            <pc:docMk/>
            <pc:sldMk cId="0" sldId="278"/>
            <ac:spMk id="17" creationId="{F8FE9943-374D-4E70-B792-770E7711FFB8}"/>
          </ac:spMkLst>
        </pc:spChg>
        <pc:grpChg chg="mod">
          <ac:chgData name="Patrick Delmastro" userId="S::patrick.delmastro@aie.edu.au::80153e81-cca5-4785-8329-c43569ff9011" providerId="AD" clId="Web-{DAE25130-BD97-9957-12BF-1A10969C3738}" dt="2021-09-14T03:11:49.062" v="3" actId="1076"/>
          <ac:grpSpMkLst>
            <pc:docMk/>
            <pc:sldMk cId="0" sldId="278"/>
            <ac:grpSpMk id="7" creationId="{27FAD74C-1CCD-490A-844A-1D9BC9F7C1C9}"/>
          </ac:grpSpMkLst>
        </pc:grpChg>
      </pc:sldChg>
    </pc:docChg>
  </pc:docChgLst>
  <pc:docChgLst>
    <pc:chgData name="Thomas Sinclair" userId="ea7e17c6-715c-40d9-8261-37f47b5b9a01" providerId="ADAL" clId="{7D0FDCB6-7D45-4F66-9520-035A091D03F6}"/>
    <pc:docChg chg="modSld">
      <pc:chgData name="Thomas Sinclair" userId="ea7e17c6-715c-40d9-8261-37f47b5b9a01" providerId="ADAL" clId="{7D0FDCB6-7D45-4F66-9520-035A091D03F6}" dt="2021-01-20T22:26:18.270" v="81"/>
      <pc:docMkLst>
        <pc:docMk/>
      </pc:docMkLst>
      <pc:sldChg chg="modSp mod">
        <pc:chgData name="Thomas Sinclair" userId="ea7e17c6-715c-40d9-8261-37f47b5b9a01" providerId="ADAL" clId="{7D0FDCB6-7D45-4F66-9520-035A091D03F6}" dt="2021-01-20T22:14:49.550" v="0"/>
        <pc:sldMkLst>
          <pc:docMk/>
          <pc:sldMk cId="0" sldId="258"/>
        </pc:sldMkLst>
        <pc:spChg chg="mod">
          <ac:chgData name="Thomas Sinclair" userId="ea7e17c6-715c-40d9-8261-37f47b5b9a01" providerId="ADAL" clId="{7D0FDCB6-7D45-4F66-9520-035A091D03F6}" dt="2021-01-20T22:14:49.550" v="0"/>
          <ac:spMkLst>
            <pc:docMk/>
            <pc:sldMk cId="0" sldId="258"/>
            <ac:spMk id="219" creationId="{00000000-0000-0000-0000-000000000000}"/>
          </ac:spMkLst>
        </pc:spChg>
      </pc:sldChg>
      <pc:sldChg chg="modSp mod">
        <pc:chgData name="Thomas Sinclair" userId="ea7e17c6-715c-40d9-8261-37f47b5b9a01" providerId="ADAL" clId="{7D0FDCB6-7D45-4F66-9520-035A091D03F6}" dt="2021-01-20T22:15:02.686" v="12" actId="20577"/>
        <pc:sldMkLst>
          <pc:docMk/>
          <pc:sldMk cId="0" sldId="259"/>
        </pc:sldMkLst>
        <pc:spChg chg="mod">
          <ac:chgData name="Thomas Sinclair" userId="ea7e17c6-715c-40d9-8261-37f47b5b9a01" providerId="ADAL" clId="{7D0FDCB6-7D45-4F66-9520-035A091D03F6}" dt="2021-01-20T22:15:02.686" v="12" actId="20577"/>
          <ac:spMkLst>
            <pc:docMk/>
            <pc:sldMk cId="0" sldId="259"/>
            <ac:spMk id="227" creationId="{00000000-0000-0000-0000-000000000000}"/>
          </ac:spMkLst>
        </pc:spChg>
      </pc:sldChg>
      <pc:sldChg chg="modSp mod">
        <pc:chgData name="Thomas Sinclair" userId="ea7e17c6-715c-40d9-8261-37f47b5b9a01" providerId="ADAL" clId="{7D0FDCB6-7D45-4F66-9520-035A091D03F6}" dt="2021-01-20T22:17:13.080" v="80" actId="6549"/>
        <pc:sldMkLst>
          <pc:docMk/>
          <pc:sldMk cId="0" sldId="276"/>
        </pc:sldMkLst>
        <pc:spChg chg="mod">
          <ac:chgData name="Thomas Sinclair" userId="ea7e17c6-715c-40d9-8261-37f47b5b9a01" providerId="ADAL" clId="{7D0FDCB6-7D45-4F66-9520-035A091D03F6}" dt="2021-01-20T22:15:49.943" v="22" actId="20577"/>
          <ac:spMkLst>
            <pc:docMk/>
            <pc:sldMk cId="0" sldId="276"/>
            <ac:spMk id="405" creationId="{00000000-0000-0000-0000-000000000000}"/>
          </ac:spMkLst>
        </pc:spChg>
        <pc:spChg chg="mod">
          <ac:chgData name="Thomas Sinclair" userId="ea7e17c6-715c-40d9-8261-37f47b5b9a01" providerId="ADAL" clId="{7D0FDCB6-7D45-4F66-9520-035A091D03F6}" dt="2021-01-20T22:17:13.080" v="80" actId="6549"/>
          <ac:spMkLst>
            <pc:docMk/>
            <pc:sldMk cId="0" sldId="276"/>
            <ac:spMk id="407" creationId="{00000000-0000-0000-0000-000000000000}"/>
          </ac:spMkLst>
        </pc:spChg>
      </pc:sldChg>
      <pc:sldChg chg="modSp mod">
        <pc:chgData name="Thomas Sinclair" userId="ea7e17c6-715c-40d9-8261-37f47b5b9a01" providerId="ADAL" clId="{7D0FDCB6-7D45-4F66-9520-035A091D03F6}" dt="2021-01-20T22:26:18.270" v="81"/>
        <pc:sldMkLst>
          <pc:docMk/>
          <pc:sldMk cId="0" sldId="278"/>
        </pc:sldMkLst>
        <pc:spChg chg="mod">
          <ac:chgData name="Thomas Sinclair" userId="ea7e17c6-715c-40d9-8261-37f47b5b9a01" providerId="ADAL" clId="{7D0FDCB6-7D45-4F66-9520-035A091D03F6}" dt="2021-01-20T22:26:18.270" v="81"/>
          <ac:spMkLst>
            <pc:docMk/>
            <pc:sldMk cId="0" sldId="278"/>
            <ac:spMk id="420" creationId="{00000000-0000-0000-0000-000000000000}"/>
          </ac:spMkLst>
        </pc:spChg>
      </pc:sldChg>
    </pc:docChg>
  </pc:docChgLst>
  <pc:docChgLst>
    <pc:chgData name="Thomas Sinclair" userId="S::thomass@aie.edu.au::ea7e17c6-715c-40d9-8261-37f47b5b9a01" providerId="AD" clId="Web-{C4080B94-0E15-FCF1-65AF-94B97A5DC99F}"/>
    <pc:docChg chg="modSld">
      <pc:chgData name="Thomas Sinclair" userId="S::thomass@aie.edu.au::ea7e17c6-715c-40d9-8261-37f47b5b9a01" providerId="AD" clId="Web-{C4080B94-0E15-FCF1-65AF-94B97A5DC99F}" dt="2021-11-11T05:47:27.529" v="24" actId="20577"/>
      <pc:docMkLst>
        <pc:docMk/>
      </pc:docMkLst>
      <pc:sldChg chg="modSp">
        <pc:chgData name="Thomas Sinclair" userId="S::thomass@aie.edu.au::ea7e17c6-715c-40d9-8261-37f47b5b9a01" providerId="AD" clId="Web-{C4080B94-0E15-FCF1-65AF-94B97A5DC99F}" dt="2021-11-11T05:46:51.841" v="9" actId="20577"/>
        <pc:sldMkLst>
          <pc:docMk/>
          <pc:sldMk cId="3595876546" sldId="316"/>
        </pc:sldMkLst>
        <pc:spChg chg="mod">
          <ac:chgData name="Thomas Sinclair" userId="S::thomass@aie.edu.au::ea7e17c6-715c-40d9-8261-37f47b5b9a01" providerId="AD" clId="Web-{C4080B94-0E15-FCF1-65AF-94B97A5DC99F}" dt="2021-11-11T05:44:30.667" v="5" actId="20577"/>
          <ac:spMkLst>
            <pc:docMk/>
            <pc:sldMk cId="3595876546" sldId="316"/>
            <ac:spMk id="5" creationId="{CE833C0F-7EF9-4AD7-8D3D-2ACD8978CF45}"/>
          </ac:spMkLst>
        </pc:spChg>
        <pc:spChg chg="mod">
          <ac:chgData name="Thomas Sinclair" userId="S::thomass@aie.edu.au::ea7e17c6-715c-40d9-8261-37f47b5b9a01" providerId="AD" clId="Web-{C4080B94-0E15-FCF1-65AF-94B97A5DC99F}" dt="2021-11-11T05:46:51.841" v="9" actId="20577"/>
          <ac:spMkLst>
            <pc:docMk/>
            <pc:sldMk cId="3595876546" sldId="316"/>
            <ac:spMk id="16" creationId="{0FD8B14E-7CCF-42C8-9E9F-051852995464}"/>
          </ac:spMkLst>
        </pc:spChg>
      </pc:sldChg>
      <pc:sldChg chg="modSp">
        <pc:chgData name="Thomas Sinclair" userId="S::thomass@aie.edu.au::ea7e17c6-715c-40d9-8261-37f47b5b9a01" providerId="AD" clId="Web-{C4080B94-0E15-FCF1-65AF-94B97A5DC99F}" dt="2021-11-11T05:47:27.529" v="24" actId="20577"/>
        <pc:sldMkLst>
          <pc:docMk/>
          <pc:sldMk cId="114908517" sldId="318"/>
        </pc:sldMkLst>
        <pc:spChg chg="mod">
          <ac:chgData name="Thomas Sinclair" userId="S::thomass@aie.edu.au::ea7e17c6-715c-40d9-8261-37f47b5b9a01" providerId="AD" clId="Web-{C4080B94-0E15-FCF1-65AF-94B97A5DC99F}" dt="2021-11-11T05:47:27.529" v="24" actId="20577"/>
          <ac:spMkLst>
            <pc:docMk/>
            <pc:sldMk cId="114908517" sldId="318"/>
            <ac:spMk id="16" creationId="{0FD8B14E-7CCF-42C8-9E9F-051852995464}"/>
          </ac:spMkLst>
        </pc:spChg>
      </pc:sldChg>
      <pc:sldChg chg="modSp">
        <pc:chgData name="Thomas Sinclair" userId="S::thomass@aie.edu.au::ea7e17c6-715c-40d9-8261-37f47b5b9a01" providerId="AD" clId="Web-{C4080B94-0E15-FCF1-65AF-94B97A5DC99F}" dt="2021-11-11T05:47:10.247" v="17" actId="20577"/>
        <pc:sldMkLst>
          <pc:docMk/>
          <pc:sldMk cId="1784616864" sldId="319"/>
        </pc:sldMkLst>
        <pc:spChg chg="mod">
          <ac:chgData name="Thomas Sinclair" userId="S::thomass@aie.edu.au::ea7e17c6-715c-40d9-8261-37f47b5b9a01" providerId="AD" clId="Web-{C4080B94-0E15-FCF1-65AF-94B97A5DC99F}" dt="2021-11-11T05:47:10.247" v="17" actId="20577"/>
          <ac:spMkLst>
            <pc:docMk/>
            <pc:sldMk cId="1784616864" sldId="319"/>
            <ac:spMk id="16" creationId="{0FD8B14E-7CCF-42C8-9E9F-051852995464}"/>
          </ac:spMkLst>
        </pc:spChg>
      </pc:sldChg>
    </pc:docChg>
  </pc:docChgLst>
  <pc:docChgLst>
    <pc:chgData name="Patrick Delmastro" userId="S::patrick.delmastro@aie.edu.au::80153e81-cca5-4785-8329-c43569ff9011" providerId="AD" clId="Web-{8CB5C42A-A598-987B-5BD4-68EE03556FAC}"/>
    <pc:docChg chg="modSld">
      <pc:chgData name="Patrick Delmastro" userId="S::patrick.delmastro@aie.edu.au::80153e81-cca5-4785-8329-c43569ff9011" providerId="AD" clId="Web-{8CB5C42A-A598-987B-5BD4-68EE03556FAC}" dt="2021-09-01T05:58:21.763" v="16" actId="20577"/>
      <pc:docMkLst>
        <pc:docMk/>
      </pc:docMkLst>
      <pc:sldChg chg="modSp">
        <pc:chgData name="Patrick Delmastro" userId="S::patrick.delmastro@aie.edu.au::80153e81-cca5-4785-8329-c43569ff9011" providerId="AD" clId="Web-{8CB5C42A-A598-987B-5BD4-68EE03556FAC}" dt="2021-09-01T05:58:21.763" v="16" actId="20577"/>
        <pc:sldMkLst>
          <pc:docMk/>
          <pc:sldMk cId="0" sldId="278"/>
        </pc:sldMkLst>
        <pc:spChg chg="mod">
          <ac:chgData name="Patrick Delmastro" userId="S::patrick.delmastro@aie.edu.au::80153e81-cca5-4785-8329-c43569ff9011" providerId="AD" clId="Web-{8CB5C42A-A598-987B-5BD4-68EE03556FAC}" dt="2021-09-01T05:58:21.763" v="16" actId="20577"/>
          <ac:spMkLst>
            <pc:docMk/>
            <pc:sldMk cId="0" sldId="278"/>
            <ac:spMk id="5" creationId="{7CC2A167-665B-4844-AF42-C94D388384EA}"/>
          </ac:spMkLst>
        </pc:spChg>
        <pc:spChg chg="mod">
          <ac:chgData name="Patrick Delmastro" userId="S::patrick.delmastro@aie.edu.au::80153e81-cca5-4785-8329-c43569ff9011" providerId="AD" clId="Web-{8CB5C42A-A598-987B-5BD4-68EE03556FAC}" dt="2021-09-01T05:58:14.420" v="14" actId="20577"/>
          <ac:spMkLst>
            <pc:docMk/>
            <pc:sldMk cId="0" sldId="278"/>
            <ac:spMk id="420" creationId="{00000000-0000-0000-0000-000000000000}"/>
          </ac:spMkLst>
        </pc:spChg>
      </pc:sldChg>
    </pc:docChg>
  </pc:docChgLst>
  <pc:docChgLst>
    <pc:chgData name="Thomas Sinclair" userId="ea7e17c6-715c-40d9-8261-37f47b5b9a01" providerId="ADAL" clId="{4F81F785-01B8-4C81-9D7F-5EBE239DD016}"/>
    <pc:docChg chg="undo modSld">
      <pc:chgData name="Thomas Sinclair" userId="ea7e17c6-715c-40d9-8261-37f47b5b9a01" providerId="ADAL" clId="{4F81F785-01B8-4C81-9D7F-5EBE239DD016}" dt="2020-01-08T23:27:05.857" v="53" actId="20577"/>
      <pc:docMkLst>
        <pc:docMk/>
      </pc:docMkLst>
      <pc:sldChg chg="modSp">
        <pc:chgData name="Thomas Sinclair" userId="ea7e17c6-715c-40d9-8261-37f47b5b9a01" providerId="ADAL" clId="{4F81F785-01B8-4C81-9D7F-5EBE239DD016}" dt="2020-01-08T22:44:06.016" v="35"/>
        <pc:sldMkLst>
          <pc:docMk/>
          <pc:sldMk cId="0" sldId="257"/>
        </pc:sldMkLst>
        <pc:spChg chg="mod">
          <ac:chgData name="Thomas Sinclair" userId="ea7e17c6-715c-40d9-8261-37f47b5b9a01" providerId="ADAL" clId="{4F81F785-01B8-4C81-9D7F-5EBE239DD016}" dt="2020-01-08T22:44:06.016" v="35"/>
          <ac:spMkLst>
            <pc:docMk/>
            <pc:sldMk cId="0" sldId="257"/>
            <ac:spMk id="213" creationId="{00000000-0000-0000-0000-000000000000}"/>
          </ac:spMkLst>
        </pc:spChg>
      </pc:sldChg>
      <pc:sldChg chg="modSp">
        <pc:chgData name="Thomas Sinclair" userId="ea7e17c6-715c-40d9-8261-37f47b5b9a01" providerId="ADAL" clId="{4F81F785-01B8-4C81-9D7F-5EBE239DD016}" dt="2020-01-06T00:13:29.271" v="23" actId="20577"/>
        <pc:sldMkLst>
          <pc:docMk/>
          <pc:sldMk cId="0" sldId="262"/>
        </pc:sldMkLst>
        <pc:graphicFrameChg chg="mod modGraphic">
          <ac:chgData name="Thomas Sinclair" userId="ea7e17c6-715c-40d9-8261-37f47b5b9a01" providerId="ADAL" clId="{4F81F785-01B8-4C81-9D7F-5EBE239DD016}" dt="2020-01-06T00:13:29.271" v="23" actId="20577"/>
          <ac:graphicFrameMkLst>
            <pc:docMk/>
            <pc:sldMk cId="0" sldId="262"/>
            <ac:graphicFrameMk id="246" creationId="{00000000-0000-0000-0000-000000000000}"/>
          </ac:graphicFrameMkLst>
        </pc:graphicFrameChg>
      </pc:sldChg>
      <pc:sldChg chg="modSp">
        <pc:chgData name="Thomas Sinclair" userId="ea7e17c6-715c-40d9-8261-37f47b5b9a01" providerId="ADAL" clId="{4F81F785-01B8-4C81-9D7F-5EBE239DD016}" dt="2020-01-06T23:26:35.589" v="34" actId="20577"/>
        <pc:sldMkLst>
          <pc:docMk/>
          <pc:sldMk cId="0" sldId="263"/>
        </pc:sldMkLst>
        <pc:graphicFrameChg chg="modGraphic">
          <ac:chgData name="Thomas Sinclair" userId="ea7e17c6-715c-40d9-8261-37f47b5b9a01" providerId="ADAL" clId="{4F81F785-01B8-4C81-9D7F-5EBE239DD016}" dt="2020-01-06T23:26:35.589" v="34" actId="20577"/>
          <ac:graphicFrameMkLst>
            <pc:docMk/>
            <pc:sldMk cId="0" sldId="263"/>
            <ac:graphicFrameMk id="252" creationId="{00000000-0000-0000-0000-000000000000}"/>
          </ac:graphicFrameMkLst>
        </pc:graphicFrameChg>
      </pc:sldChg>
      <pc:sldChg chg="modSp">
        <pc:chgData name="Thomas Sinclair" userId="ea7e17c6-715c-40d9-8261-37f47b5b9a01" providerId="ADAL" clId="{4F81F785-01B8-4C81-9D7F-5EBE239DD016}" dt="2020-01-08T23:27:05.857" v="53" actId="20577"/>
        <pc:sldMkLst>
          <pc:docMk/>
          <pc:sldMk cId="0" sldId="273"/>
        </pc:sldMkLst>
        <pc:spChg chg="mod">
          <ac:chgData name="Thomas Sinclair" userId="ea7e17c6-715c-40d9-8261-37f47b5b9a01" providerId="ADAL" clId="{4F81F785-01B8-4C81-9D7F-5EBE239DD016}" dt="2020-01-06T00:13:53.708" v="27" actId="20577"/>
          <ac:spMkLst>
            <pc:docMk/>
            <pc:sldMk cId="0" sldId="273"/>
            <ac:spMk id="354" creationId="{00000000-0000-0000-0000-000000000000}"/>
          </ac:spMkLst>
        </pc:spChg>
        <pc:spChg chg="mod">
          <ac:chgData name="Thomas Sinclair" userId="ea7e17c6-715c-40d9-8261-37f47b5b9a01" providerId="ADAL" clId="{4F81F785-01B8-4C81-9D7F-5EBE239DD016}" dt="2020-01-08T23:27:05.857" v="53" actId="20577"/>
          <ac:spMkLst>
            <pc:docMk/>
            <pc:sldMk cId="0" sldId="273"/>
            <ac:spMk id="363" creationId="{00000000-0000-0000-0000-000000000000}"/>
          </ac:spMkLst>
        </pc:spChg>
      </pc:sldChg>
      <pc:sldChg chg="modSp">
        <pc:chgData name="Thomas Sinclair" userId="ea7e17c6-715c-40d9-8261-37f47b5b9a01" providerId="ADAL" clId="{4F81F785-01B8-4C81-9D7F-5EBE239DD016}" dt="2020-01-08T23:26:59.427" v="44" actId="20577"/>
        <pc:sldMkLst>
          <pc:docMk/>
          <pc:sldMk cId="0" sldId="275"/>
        </pc:sldMkLst>
        <pc:spChg chg="mod">
          <ac:chgData name="Thomas Sinclair" userId="ea7e17c6-715c-40d9-8261-37f47b5b9a01" providerId="ADAL" clId="{4F81F785-01B8-4C81-9D7F-5EBE239DD016}" dt="2020-01-06T00:13:42.790" v="25" actId="20577"/>
          <ac:spMkLst>
            <pc:docMk/>
            <pc:sldMk cId="0" sldId="275"/>
            <ac:spMk id="388" creationId="{00000000-0000-0000-0000-000000000000}"/>
          </ac:spMkLst>
        </pc:spChg>
        <pc:spChg chg="mod">
          <ac:chgData name="Thomas Sinclair" userId="ea7e17c6-715c-40d9-8261-37f47b5b9a01" providerId="ADAL" clId="{4F81F785-01B8-4C81-9D7F-5EBE239DD016}" dt="2020-01-08T23:26:59.427" v="44" actId="20577"/>
          <ac:spMkLst>
            <pc:docMk/>
            <pc:sldMk cId="0" sldId="275"/>
            <ac:spMk id="397" creationId="{00000000-0000-0000-0000-000000000000}"/>
          </ac:spMkLst>
        </pc:spChg>
      </pc:sldChg>
      <pc:sldChg chg="modSp">
        <pc:chgData name="Thomas Sinclair" userId="ea7e17c6-715c-40d9-8261-37f47b5b9a01" providerId="ADAL" clId="{4F81F785-01B8-4C81-9D7F-5EBE239DD016}" dt="2020-01-06T00:14:06.237" v="30" actId="207"/>
        <pc:sldMkLst>
          <pc:docMk/>
          <pc:sldMk cId="0" sldId="278"/>
        </pc:sldMkLst>
        <pc:spChg chg="mod">
          <ac:chgData name="Thomas Sinclair" userId="ea7e17c6-715c-40d9-8261-37f47b5b9a01" providerId="ADAL" clId="{4F81F785-01B8-4C81-9D7F-5EBE239DD016}" dt="2020-01-06T00:14:06.237" v="30" actId="207"/>
          <ac:spMkLst>
            <pc:docMk/>
            <pc:sldMk cId="0" sldId="278"/>
            <ac:spMk id="420" creationId="{00000000-0000-0000-0000-000000000000}"/>
          </ac:spMkLst>
        </pc:spChg>
      </pc:sldChg>
    </pc:docChg>
  </pc:docChgLst>
  <pc:docChgLst>
    <pc:chgData name="Thomas Sinclair" userId="S::thomass@aie.edu.au::ea7e17c6-715c-40d9-8261-37f47b5b9a01" providerId="AD" clId="Web-{CAE8EBCE-9FDC-DE55-F52A-65E7547E5DC8}"/>
    <pc:docChg chg="modSld">
      <pc:chgData name="Thomas Sinclair" userId="S::thomass@aie.edu.au::ea7e17c6-715c-40d9-8261-37f47b5b9a01" providerId="AD" clId="Web-{CAE8EBCE-9FDC-DE55-F52A-65E7547E5DC8}" dt="2019-10-16T01:19:50.471" v="5" actId="14100"/>
      <pc:docMkLst>
        <pc:docMk/>
      </pc:docMkLst>
      <pc:sldChg chg="delCm">
        <pc:chgData name="Thomas Sinclair" userId="S::thomass@aie.edu.au::ea7e17c6-715c-40d9-8261-37f47b5b9a01" providerId="AD" clId="Web-{CAE8EBCE-9FDC-DE55-F52A-65E7547E5DC8}" dt="2019-10-16T01:18:56.752" v="0"/>
        <pc:sldMkLst>
          <pc:docMk/>
          <pc:sldMk cId="0" sldId="258"/>
        </pc:sldMkLst>
      </pc:sldChg>
      <pc:sldChg chg="delCm">
        <pc:chgData name="Thomas Sinclair" userId="S::thomass@aie.edu.au::ea7e17c6-715c-40d9-8261-37f47b5b9a01" providerId="AD" clId="Web-{CAE8EBCE-9FDC-DE55-F52A-65E7547E5DC8}" dt="2019-10-16T01:19:13.549" v="1"/>
        <pc:sldMkLst>
          <pc:docMk/>
          <pc:sldMk cId="0" sldId="261"/>
        </pc:sldMkLst>
      </pc:sldChg>
      <pc:sldChg chg="modSp">
        <pc:chgData name="Thomas Sinclair" userId="S::thomass@aie.edu.au::ea7e17c6-715c-40d9-8261-37f47b5b9a01" providerId="AD" clId="Web-{CAE8EBCE-9FDC-DE55-F52A-65E7547E5DC8}" dt="2019-10-16T01:19:50.471" v="5" actId="14100"/>
        <pc:sldMkLst>
          <pc:docMk/>
          <pc:sldMk cId="0" sldId="265"/>
        </pc:sldMkLst>
        <pc:spChg chg="mod">
          <ac:chgData name="Thomas Sinclair" userId="S::thomass@aie.edu.au::ea7e17c6-715c-40d9-8261-37f47b5b9a01" providerId="AD" clId="Web-{CAE8EBCE-9FDC-DE55-F52A-65E7547E5DC8}" dt="2019-10-16T01:19:39.158" v="3" actId="1076"/>
          <ac:spMkLst>
            <pc:docMk/>
            <pc:sldMk cId="0" sldId="265"/>
            <ac:spMk id="11" creationId="{1BC25DC1-1966-4E5D-90BE-872694C8DA16}"/>
          </ac:spMkLst>
        </pc:spChg>
        <pc:picChg chg="mod ord">
          <ac:chgData name="Thomas Sinclair" userId="S::thomass@aie.edu.au::ea7e17c6-715c-40d9-8261-37f47b5b9a01" providerId="AD" clId="Web-{CAE8EBCE-9FDC-DE55-F52A-65E7547E5DC8}" dt="2019-10-16T01:19:50.471" v="5" actId="14100"/>
          <ac:picMkLst>
            <pc:docMk/>
            <pc:sldMk cId="0" sldId="265"/>
            <ac:picMk id="4" creationId="{D9D6FC13-EDE5-46DA-AA32-5FF8B12AEB58}"/>
          </ac:picMkLst>
        </pc:picChg>
      </pc:sldChg>
    </pc:docChg>
  </pc:docChgLst>
  <pc:docChgLst>
    <pc:chgData name="Patrick Delmastro" userId="S::patrick.delmastro@aie.edu.au::80153e81-cca5-4785-8329-c43569ff9011" providerId="AD" clId="Web-{60CACAD1-9D82-DA30-49B7-3E81F1B3ADE3}"/>
    <pc:docChg chg="addSld delSld modSld sldOrd">
      <pc:chgData name="Patrick Delmastro" userId="S::patrick.delmastro@aie.edu.au::80153e81-cca5-4785-8329-c43569ff9011" providerId="AD" clId="Web-{60CACAD1-9D82-DA30-49B7-3E81F1B3ADE3}" dt="2021-08-06T02:39:26.554" v="796" actId="20577"/>
      <pc:docMkLst>
        <pc:docMk/>
      </pc:docMkLst>
      <pc:sldChg chg="addSp delSp modSp ord">
        <pc:chgData name="Patrick Delmastro" userId="S::patrick.delmastro@aie.edu.au::80153e81-cca5-4785-8329-c43569ff9011" providerId="AD" clId="Web-{60CACAD1-9D82-DA30-49B7-3E81F1B3ADE3}" dt="2021-08-06T02:39:26.554" v="796" actId="20577"/>
        <pc:sldMkLst>
          <pc:docMk/>
          <pc:sldMk cId="0" sldId="278"/>
        </pc:sldMkLst>
        <pc:spChg chg="add mod">
          <ac:chgData name="Patrick Delmastro" userId="S::patrick.delmastro@aie.edu.au::80153e81-cca5-4785-8329-c43569ff9011" providerId="AD" clId="Web-{60CACAD1-9D82-DA30-49B7-3E81F1B3ADE3}" dt="2021-08-06T02:38:45.928" v="790" actId="20577"/>
          <ac:spMkLst>
            <pc:docMk/>
            <pc:sldMk cId="0" sldId="278"/>
            <ac:spMk id="5" creationId="{7CC2A167-665B-4844-AF42-C94D388384EA}"/>
          </ac:spMkLst>
        </pc:spChg>
        <pc:spChg chg="del">
          <ac:chgData name="Patrick Delmastro" userId="S::patrick.delmastro@aie.edu.au::80153e81-cca5-4785-8329-c43569ff9011" providerId="AD" clId="Web-{60CACAD1-9D82-DA30-49B7-3E81F1B3ADE3}" dt="2021-08-06T02:04:16.597" v="162"/>
          <ac:spMkLst>
            <pc:docMk/>
            <pc:sldMk cId="0" sldId="278"/>
            <ac:spMk id="8" creationId="{2EC54158-05A8-4EE3-9823-E9313A607BC9}"/>
          </ac:spMkLst>
        </pc:spChg>
        <pc:spChg chg="mod">
          <ac:chgData name="Patrick Delmastro" userId="S::patrick.delmastro@aie.edu.au::80153e81-cca5-4785-8329-c43569ff9011" providerId="AD" clId="Web-{60CACAD1-9D82-DA30-49B7-3E81F1B3ADE3}" dt="2021-08-06T02:04:08.513" v="156" actId="20577"/>
          <ac:spMkLst>
            <pc:docMk/>
            <pc:sldMk cId="0" sldId="278"/>
            <ac:spMk id="419" creationId="{00000000-0000-0000-0000-000000000000}"/>
          </ac:spMkLst>
        </pc:spChg>
        <pc:spChg chg="mod">
          <ac:chgData name="Patrick Delmastro" userId="S::patrick.delmastro@aie.edu.au::80153e81-cca5-4785-8329-c43569ff9011" providerId="AD" clId="Web-{60CACAD1-9D82-DA30-49B7-3E81F1B3ADE3}" dt="2021-08-06T02:39:26.554" v="796" actId="20577"/>
          <ac:spMkLst>
            <pc:docMk/>
            <pc:sldMk cId="0" sldId="278"/>
            <ac:spMk id="420" creationId="{00000000-0000-0000-0000-000000000000}"/>
          </ac:spMkLst>
        </pc:spChg>
        <pc:spChg chg="del">
          <ac:chgData name="Patrick Delmastro" userId="S::patrick.delmastro@aie.edu.au::80153e81-cca5-4785-8329-c43569ff9011" providerId="AD" clId="Web-{60CACAD1-9D82-DA30-49B7-3E81F1B3ADE3}" dt="2021-08-06T02:04:15.529" v="161"/>
          <ac:spMkLst>
            <pc:docMk/>
            <pc:sldMk cId="0" sldId="278"/>
            <ac:spMk id="421" creationId="{00000000-0000-0000-0000-000000000000}"/>
          </ac:spMkLst>
        </pc:spChg>
        <pc:spChg chg="del">
          <ac:chgData name="Patrick Delmastro" userId="S::patrick.delmastro@aie.edu.au::80153e81-cca5-4785-8329-c43569ff9011" providerId="AD" clId="Web-{60CACAD1-9D82-DA30-49B7-3E81F1B3ADE3}" dt="2021-08-06T02:04:17.420" v="163"/>
          <ac:spMkLst>
            <pc:docMk/>
            <pc:sldMk cId="0" sldId="278"/>
            <ac:spMk id="422" creationId="{00000000-0000-0000-0000-000000000000}"/>
          </ac:spMkLst>
        </pc:spChg>
        <pc:spChg chg="del">
          <ac:chgData name="Patrick Delmastro" userId="S::patrick.delmastro@aie.edu.au::80153e81-cca5-4785-8329-c43569ff9011" providerId="AD" clId="Web-{60CACAD1-9D82-DA30-49B7-3E81F1B3ADE3}" dt="2021-08-06T02:04:18.232" v="164"/>
          <ac:spMkLst>
            <pc:docMk/>
            <pc:sldMk cId="0" sldId="278"/>
            <ac:spMk id="423" creationId="{00000000-0000-0000-0000-000000000000}"/>
          </ac:spMkLst>
        </pc:spChg>
        <pc:picChg chg="add del mod">
          <ac:chgData name="Patrick Delmastro" userId="S::patrick.delmastro@aie.edu.au::80153e81-cca5-4785-8329-c43569ff9011" providerId="AD" clId="Web-{60CACAD1-9D82-DA30-49B7-3E81F1B3ADE3}" dt="2021-08-06T01:49:43.475" v="3"/>
          <ac:picMkLst>
            <pc:docMk/>
            <pc:sldMk cId="0" sldId="278"/>
            <ac:picMk id="2" creationId="{FE0B1F00-2B8F-4F80-A2CE-69F62EBC10F7}"/>
          </ac:picMkLst>
        </pc:picChg>
        <pc:picChg chg="add del mod">
          <ac:chgData name="Patrick Delmastro" userId="S::patrick.delmastro@aie.edu.au::80153e81-cca5-4785-8329-c43569ff9011" providerId="AD" clId="Web-{60CACAD1-9D82-DA30-49B7-3E81F1B3ADE3}" dt="2021-08-06T02:06:36.189" v="170"/>
          <ac:picMkLst>
            <pc:docMk/>
            <pc:sldMk cId="0" sldId="278"/>
            <ac:picMk id="3" creationId="{1F378C00-EB72-40C4-8CA7-883C723A181B}"/>
          </ac:picMkLst>
        </pc:picChg>
        <pc:picChg chg="add del mod">
          <ac:chgData name="Patrick Delmastro" userId="S::patrick.delmastro@aie.edu.au::80153e81-cca5-4785-8329-c43569ff9011" providerId="AD" clId="Web-{60CACAD1-9D82-DA30-49B7-3E81F1B3ADE3}" dt="2021-08-06T02:34:18.577" v="730"/>
          <ac:picMkLst>
            <pc:docMk/>
            <pc:sldMk cId="0" sldId="278"/>
            <ac:picMk id="4" creationId="{2CCD5D91-F81E-439A-9CAE-B93364B8E7D0}"/>
          </ac:picMkLst>
        </pc:picChg>
        <pc:picChg chg="add mod">
          <ac:chgData name="Patrick Delmastro" userId="S::patrick.delmastro@aie.edu.au::80153e81-cca5-4785-8329-c43569ff9011" providerId="AD" clId="Web-{60CACAD1-9D82-DA30-49B7-3E81F1B3ADE3}" dt="2021-08-06T02:34:33.187" v="736" actId="1076"/>
          <ac:picMkLst>
            <pc:docMk/>
            <pc:sldMk cId="0" sldId="278"/>
            <ac:picMk id="6" creationId="{1B814D6E-D48B-46FE-BC48-F4C9AEB23FF1}"/>
          </ac:picMkLst>
        </pc:picChg>
      </pc:sldChg>
      <pc:sldChg chg="delSp modSp add del replId">
        <pc:chgData name="Patrick Delmastro" userId="S::patrick.delmastro@aie.edu.au::80153e81-cca5-4785-8329-c43569ff9011" providerId="AD" clId="Web-{60CACAD1-9D82-DA30-49B7-3E81F1B3ADE3}" dt="2021-08-06T02:31:59.917" v="720"/>
        <pc:sldMkLst>
          <pc:docMk/>
          <pc:sldMk cId="3411148149" sldId="315"/>
        </pc:sldMkLst>
        <pc:spChg chg="mod">
          <ac:chgData name="Patrick Delmastro" userId="S::patrick.delmastro@aie.edu.au::80153e81-cca5-4785-8329-c43569ff9011" providerId="AD" clId="Web-{60CACAD1-9D82-DA30-49B7-3E81F1B3ADE3}" dt="2021-08-06T02:12:49.793" v="203" actId="20577"/>
          <ac:spMkLst>
            <pc:docMk/>
            <pc:sldMk cId="3411148149" sldId="315"/>
            <ac:spMk id="420" creationId="{00000000-0000-0000-0000-000000000000}"/>
          </ac:spMkLst>
        </pc:spChg>
        <pc:picChg chg="del">
          <ac:chgData name="Patrick Delmastro" userId="S::patrick.delmastro@aie.edu.au::80153e81-cca5-4785-8329-c43569ff9011" providerId="AD" clId="Web-{60CACAD1-9D82-DA30-49B7-3E81F1B3ADE3}" dt="2021-08-06T02:04:32.967" v="168"/>
          <ac:picMkLst>
            <pc:docMk/>
            <pc:sldMk cId="3411148149" sldId="315"/>
            <ac:picMk id="3" creationId="{1F378C00-EB72-40C4-8CA7-883C723A181B}"/>
          </ac:picMkLst>
        </pc:picChg>
      </pc:sldChg>
    </pc:docChg>
  </pc:docChgLst>
  <pc:docChgLst>
    <pc:chgData name="Thomas Sinclair" userId="ea7e17c6-715c-40d9-8261-37f47b5b9a01" providerId="ADAL" clId="{4B8A668B-5633-4BFB-9EC1-6030B7171D04}"/>
    <pc:docChg chg="undo redo custSel addSld delSld modSld sldOrd">
      <pc:chgData name="Thomas Sinclair" userId="ea7e17c6-715c-40d9-8261-37f47b5b9a01" providerId="ADAL" clId="{4B8A668B-5633-4BFB-9EC1-6030B7171D04}" dt="2019-12-17T04:00:29.635" v="1780" actId="2696"/>
      <pc:docMkLst>
        <pc:docMk/>
      </pc:docMkLst>
      <pc:sldChg chg="modSp">
        <pc:chgData name="Thomas Sinclair" userId="ea7e17c6-715c-40d9-8261-37f47b5b9a01" providerId="ADAL" clId="{4B8A668B-5633-4BFB-9EC1-6030B7171D04}" dt="2019-12-12T23:09:24.588" v="1598" actId="20577"/>
        <pc:sldMkLst>
          <pc:docMk/>
          <pc:sldMk cId="0" sldId="259"/>
        </pc:sldMkLst>
        <pc:spChg chg="mod">
          <ac:chgData name="Thomas Sinclair" userId="ea7e17c6-715c-40d9-8261-37f47b5b9a01" providerId="ADAL" clId="{4B8A668B-5633-4BFB-9EC1-6030B7171D04}" dt="2019-12-12T23:09:24.588" v="1598" actId="20577"/>
          <ac:spMkLst>
            <pc:docMk/>
            <pc:sldMk cId="0" sldId="259"/>
            <ac:spMk id="227" creationId="{00000000-0000-0000-0000-000000000000}"/>
          </ac:spMkLst>
        </pc:spChg>
      </pc:sldChg>
      <pc:sldChg chg="addSp delSp modSp ord">
        <pc:chgData name="Thomas Sinclair" userId="ea7e17c6-715c-40d9-8261-37f47b5b9a01" providerId="ADAL" clId="{4B8A668B-5633-4BFB-9EC1-6030B7171D04}" dt="2019-12-09T02:38:53.862" v="1473" actId="5793"/>
        <pc:sldMkLst>
          <pc:docMk/>
          <pc:sldMk cId="0" sldId="260"/>
        </pc:sldMkLst>
        <pc:spChg chg="add del mod">
          <ac:chgData name="Thomas Sinclair" userId="ea7e17c6-715c-40d9-8261-37f47b5b9a01" providerId="ADAL" clId="{4B8A668B-5633-4BFB-9EC1-6030B7171D04}" dt="2019-11-29T04:59:50.947" v="784" actId="478"/>
          <ac:spMkLst>
            <pc:docMk/>
            <pc:sldMk cId="0" sldId="260"/>
            <ac:spMk id="5" creationId="{7EE89212-D499-4003-A815-B35695229197}"/>
          </ac:spMkLst>
        </pc:spChg>
        <pc:spChg chg="mod">
          <ac:chgData name="Thomas Sinclair" userId="ea7e17c6-715c-40d9-8261-37f47b5b9a01" providerId="ADAL" clId="{4B8A668B-5633-4BFB-9EC1-6030B7171D04}" dt="2019-12-09T02:38:53.862" v="1473" actId="5793"/>
          <ac:spMkLst>
            <pc:docMk/>
            <pc:sldMk cId="0" sldId="260"/>
            <ac:spMk id="233" creationId="{00000000-0000-0000-0000-000000000000}"/>
          </ac:spMkLst>
        </pc:spChg>
      </pc:sldChg>
      <pc:sldChg chg="modSp">
        <pc:chgData name="Thomas Sinclair" userId="ea7e17c6-715c-40d9-8261-37f47b5b9a01" providerId="ADAL" clId="{4B8A668B-5633-4BFB-9EC1-6030B7171D04}" dt="2019-12-11T00:42:36.774" v="1486" actId="20577"/>
        <pc:sldMkLst>
          <pc:docMk/>
          <pc:sldMk cId="0" sldId="261"/>
        </pc:sldMkLst>
        <pc:spChg chg="mod">
          <ac:chgData name="Thomas Sinclair" userId="ea7e17c6-715c-40d9-8261-37f47b5b9a01" providerId="ADAL" clId="{4B8A668B-5633-4BFB-9EC1-6030B7171D04}" dt="2019-12-11T00:42:36.774" v="1486" actId="20577"/>
          <ac:spMkLst>
            <pc:docMk/>
            <pc:sldMk cId="0" sldId="261"/>
            <ac:spMk id="239" creationId="{00000000-0000-0000-0000-000000000000}"/>
          </ac:spMkLst>
        </pc:spChg>
        <pc:graphicFrameChg chg="mod modGraphic">
          <ac:chgData name="Thomas Sinclair" userId="ea7e17c6-715c-40d9-8261-37f47b5b9a01" providerId="ADAL" clId="{4B8A668B-5633-4BFB-9EC1-6030B7171D04}" dt="2019-12-06T00:05:27.256" v="1339" actId="20577"/>
          <ac:graphicFrameMkLst>
            <pc:docMk/>
            <pc:sldMk cId="0" sldId="261"/>
            <ac:graphicFrameMk id="240" creationId="{00000000-0000-0000-0000-000000000000}"/>
          </ac:graphicFrameMkLst>
        </pc:graphicFrameChg>
      </pc:sldChg>
      <pc:sldChg chg="modSp">
        <pc:chgData name="Thomas Sinclair" userId="ea7e17c6-715c-40d9-8261-37f47b5b9a01" providerId="ADAL" clId="{4B8A668B-5633-4BFB-9EC1-6030B7171D04}" dt="2019-12-12T05:40:52.839" v="1595" actId="20577"/>
        <pc:sldMkLst>
          <pc:docMk/>
          <pc:sldMk cId="0" sldId="262"/>
        </pc:sldMkLst>
        <pc:graphicFrameChg chg="modGraphic">
          <ac:chgData name="Thomas Sinclair" userId="ea7e17c6-715c-40d9-8261-37f47b5b9a01" providerId="ADAL" clId="{4B8A668B-5633-4BFB-9EC1-6030B7171D04}" dt="2019-12-12T05:40:52.839" v="1595" actId="20577"/>
          <ac:graphicFrameMkLst>
            <pc:docMk/>
            <pc:sldMk cId="0" sldId="262"/>
            <ac:graphicFrameMk id="246" creationId="{00000000-0000-0000-0000-000000000000}"/>
          </ac:graphicFrameMkLst>
        </pc:graphicFrameChg>
      </pc:sldChg>
      <pc:sldChg chg="addSp modSp ord">
        <pc:chgData name="Thomas Sinclair" userId="ea7e17c6-715c-40d9-8261-37f47b5b9a01" providerId="ADAL" clId="{4B8A668B-5633-4BFB-9EC1-6030B7171D04}" dt="2019-12-09T01:09:19.412" v="1471" actId="20577"/>
        <pc:sldMkLst>
          <pc:docMk/>
          <pc:sldMk cId="0" sldId="263"/>
        </pc:sldMkLst>
        <pc:spChg chg="add mod">
          <ac:chgData name="Thomas Sinclair" userId="ea7e17c6-715c-40d9-8261-37f47b5b9a01" providerId="ADAL" clId="{4B8A668B-5633-4BFB-9EC1-6030B7171D04}" dt="2019-12-09T01:09:19.412" v="1471" actId="20577"/>
          <ac:spMkLst>
            <pc:docMk/>
            <pc:sldMk cId="0" sldId="263"/>
            <ac:spMk id="5" creationId="{DDED981F-4639-4D3D-A43E-0E3B87809D11}"/>
          </ac:spMkLst>
        </pc:spChg>
        <pc:spChg chg="mod">
          <ac:chgData name="Thomas Sinclair" userId="ea7e17c6-715c-40d9-8261-37f47b5b9a01" providerId="ADAL" clId="{4B8A668B-5633-4BFB-9EC1-6030B7171D04}" dt="2019-11-29T04:33:01.949" v="368" actId="20577"/>
          <ac:spMkLst>
            <pc:docMk/>
            <pc:sldMk cId="0" sldId="263"/>
            <ac:spMk id="253" creationId="{00000000-0000-0000-0000-000000000000}"/>
          </ac:spMkLst>
        </pc:spChg>
        <pc:spChg chg="mod">
          <ac:chgData name="Thomas Sinclair" userId="ea7e17c6-715c-40d9-8261-37f47b5b9a01" providerId="ADAL" clId="{4B8A668B-5633-4BFB-9EC1-6030B7171D04}" dt="2019-11-29T05:25:01.665" v="943" actId="20577"/>
          <ac:spMkLst>
            <pc:docMk/>
            <pc:sldMk cId="0" sldId="263"/>
            <ac:spMk id="254" creationId="{00000000-0000-0000-0000-000000000000}"/>
          </ac:spMkLst>
        </pc:spChg>
        <pc:graphicFrameChg chg="mod">
          <ac:chgData name="Thomas Sinclair" userId="ea7e17c6-715c-40d9-8261-37f47b5b9a01" providerId="ADAL" clId="{4B8A668B-5633-4BFB-9EC1-6030B7171D04}" dt="2019-11-29T05:23:17.411" v="919" actId="1076"/>
          <ac:graphicFrameMkLst>
            <pc:docMk/>
            <pc:sldMk cId="0" sldId="263"/>
            <ac:graphicFrameMk id="252" creationId="{00000000-0000-0000-0000-000000000000}"/>
          </ac:graphicFrameMkLst>
        </pc:graphicFrameChg>
      </pc:sldChg>
      <pc:sldChg chg="modSp">
        <pc:chgData name="Thomas Sinclair" userId="ea7e17c6-715c-40d9-8261-37f47b5b9a01" providerId="ADAL" clId="{4B8A668B-5633-4BFB-9EC1-6030B7171D04}" dt="2019-12-11T05:45:49.481" v="1545" actId="20577"/>
        <pc:sldMkLst>
          <pc:docMk/>
          <pc:sldMk cId="0" sldId="264"/>
        </pc:sldMkLst>
        <pc:spChg chg="mod">
          <ac:chgData name="Thomas Sinclair" userId="ea7e17c6-715c-40d9-8261-37f47b5b9a01" providerId="ADAL" clId="{4B8A668B-5633-4BFB-9EC1-6030B7171D04}" dt="2019-12-11T05:45:40.172" v="1535" actId="20577"/>
          <ac:spMkLst>
            <pc:docMk/>
            <pc:sldMk cId="0" sldId="264"/>
            <ac:spMk id="259" creationId="{00000000-0000-0000-0000-000000000000}"/>
          </ac:spMkLst>
        </pc:spChg>
        <pc:spChg chg="mod">
          <ac:chgData name="Thomas Sinclair" userId="ea7e17c6-715c-40d9-8261-37f47b5b9a01" providerId="ADAL" clId="{4B8A668B-5633-4BFB-9EC1-6030B7171D04}" dt="2019-12-11T05:45:49.481" v="1545" actId="20577"/>
          <ac:spMkLst>
            <pc:docMk/>
            <pc:sldMk cId="0" sldId="264"/>
            <ac:spMk id="261" creationId="{00000000-0000-0000-0000-000000000000}"/>
          </ac:spMkLst>
        </pc:spChg>
      </pc:sldChg>
      <pc:sldChg chg="modSp">
        <pc:chgData name="Thomas Sinclair" userId="ea7e17c6-715c-40d9-8261-37f47b5b9a01" providerId="ADAL" clId="{4B8A668B-5633-4BFB-9EC1-6030B7171D04}" dt="2019-12-11T05:33:38.086" v="1508" actId="20577"/>
        <pc:sldMkLst>
          <pc:docMk/>
          <pc:sldMk cId="0" sldId="265"/>
        </pc:sldMkLst>
        <pc:spChg chg="mod">
          <ac:chgData name="Thomas Sinclair" userId="ea7e17c6-715c-40d9-8261-37f47b5b9a01" providerId="ADAL" clId="{4B8A668B-5633-4BFB-9EC1-6030B7171D04}" dt="2019-12-11T00:19:00.724" v="1482" actId="1076"/>
          <ac:spMkLst>
            <pc:docMk/>
            <pc:sldMk cId="0" sldId="265"/>
            <ac:spMk id="11" creationId="{1BC25DC1-1966-4E5D-90BE-872694C8DA16}"/>
          </ac:spMkLst>
        </pc:spChg>
        <pc:spChg chg="mod">
          <ac:chgData name="Thomas Sinclair" userId="ea7e17c6-715c-40d9-8261-37f47b5b9a01" providerId="ADAL" clId="{4B8A668B-5633-4BFB-9EC1-6030B7171D04}" dt="2019-12-11T05:33:38.086" v="1508" actId="20577"/>
          <ac:spMkLst>
            <pc:docMk/>
            <pc:sldMk cId="0" sldId="265"/>
            <ac:spMk id="273" creationId="{00000000-0000-0000-0000-000000000000}"/>
          </ac:spMkLst>
        </pc:spChg>
      </pc:sldChg>
      <pc:sldChg chg="modSp">
        <pc:chgData name="Thomas Sinclair" userId="ea7e17c6-715c-40d9-8261-37f47b5b9a01" providerId="ADAL" clId="{4B8A668B-5633-4BFB-9EC1-6030B7171D04}" dt="2019-12-06T00:33:57.918" v="1443" actId="14100"/>
        <pc:sldMkLst>
          <pc:docMk/>
          <pc:sldMk cId="0" sldId="266"/>
        </pc:sldMkLst>
        <pc:spChg chg="mod">
          <ac:chgData name="Thomas Sinclair" userId="ea7e17c6-715c-40d9-8261-37f47b5b9a01" providerId="ADAL" clId="{4B8A668B-5633-4BFB-9EC1-6030B7171D04}" dt="2019-12-06T00:33:57.918" v="1443" actId="14100"/>
          <ac:spMkLst>
            <pc:docMk/>
            <pc:sldMk cId="0" sldId="266"/>
            <ac:spMk id="286" creationId="{00000000-0000-0000-0000-000000000000}"/>
          </ac:spMkLst>
        </pc:spChg>
      </pc:sldChg>
      <pc:sldChg chg="modSp">
        <pc:chgData name="Thomas Sinclair" userId="ea7e17c6-715c-40d9-8261-37f47b5b9a01" providerId="ADAL" clId="{4B8A668B-5633-4BFB-9EC1-6030B7171D04}" dt="2019-11-29T04:07:54.549" v="104" actId="20577"/>
        <pc:sldMkLst>
          <pc:docMk/>
          <pc:sldMk cId="0" sldId="268"/>
        </pc:sldMkLst>
        <pc:spChg chg="mod">
          <ac:chgData name="Thomas Sinclair" userId="ea7e17c6-715c-40d9-8261-37f47b5b9a01" providerId="ADAL" clId="{4B8A668B-5633-4BFB-9EC1-6030B7171D04}" dt="2019-11-29T04:07:54.549" v="104" actId="20577"/>
          <ac:spMkLst>
            <pc:docMk/>
            <pc:sldMk cId="0" sldId="268"/>
            <ac:spMk id="302" creationId="{00000000-0000-0000-0000-000000000000}"/>
          </ac:spMkLst>
        </pc:spChg>
      </pc:sldChg>
      <pc:sldChg chg="addSp delSp modSp">
        <pc:chgData name="Thomas Sinclair" userId="ea7e17c6-715c-40d9-8261-37f47b5b9a01" providerId="ADAL" clId="{4B8A668B-5633-4BFB-9EC1-6030B7171D04}" dt="2019-12-05T03:23:56.523" v="1211" actId="1076"/>
        <pc:sldMkLst>
          <pc:docMk/>
          <pc:sldMk cId="0" sldId="270"/>
        </pc:sldMkLst>
        <pc:spChg chg="add mod">
          <ac:chgData name="Thomas Sinclair" userId="ea7e17c6-715c-40d9-8261-37f47b5b9a01" providerId="ADAL" clId="{4B8A668B-5633-4BFB-9EC1-6030B7171D04}" dt="2019-12-05T03:23:56.523" v="1211" actId="1076"/>
          <ac:spMkLst>
            <pc:docMk/>
            <pc:sldMk cId="0" sldId="270"/>
            <ac:spMk id="10" creationId="{7BDDA4CE-3CE4-4740-914E-5961E662040E}"/>
          </ac:spMkLst>
        </pc:spChg>
        <pc:spChg chg="mod">
          <ac:chgData name="Thomas Sinclair" userId="ea7e17c6-715c-40d9-8261-37f47b5b9a01" providerId="ADAL" clId="{4B8A668B-5633-4BFB-9EC1-6030B7171D04}" dt="2019-12-05T00:46:31.811" v="1149" actId="1038"/>
          <ac:spMkLst>
            <pc:docMk/>
            <pc:sldMk cId="0" sldId="270"/>
            <ac:spMk id="19" creationId="{2EF7B2F8-2378-42F1-8952-DD9443D358FE}"/>
          </ac:spMkLst>
        </pc:spChg>
        <pc:spChg chg="del mod">
          <ac:chgData name="Thomas Sinclair" userId="ea7e17c6-715c-40d9-8261-37f47b5b9a01" providerId="ADAL" clId="{4B8A668B-5633-4BFB-9EC1-6030B7171D04}" dt="2019-12-05T03:23:51.548" v="1210" actId="478"/>
          <ac:spMkLst>
            <pc:docMk/>
            <pc:sldMk cId="0" sldId="270"/>
            <ac:spMk id="20" creationId="{2EA1FB72-C6D2-4F4E-91EE-26721F9A755E}"/>
          </ac:spMkLst>
        </pc:spChg>
        <pc:spChg chg="mod">
          <ac:chgData name="Thomas Sinclair" userId="ea7e17c6-715c-40d9-8261-37f47b5b9a01" providerId="ADAL" clId="{4B8A668B-5633-4BFB-9EC1-6030B7171D04}" dt="2019-12-05T00:48:31.034" v="1206" actId="1038"/>
          <ac:spMkLst>
            <pc:docMk/>
            <pc:sldMk cId="0" sldId="270"/>
            <ac:spMk id="21" creationId="{2E312A83-5E9D-4389-9504-2ADA1156B42A}"/>
          </ac:spMkLst>
        </pc:spChg>
        <pc:graphicFrameChg chg="mod modGraphic">
          <ac:chgData name="Thomas Sinclair" userId="ea7e17c6-715c-40d9-8261-37f47b5b9a01" providerId="ADAL" clId="{4B8A668B-5633-4BFB-9EC1-6030B7171D04}" dt="2019-12-05T00:48:11.692" v="1159" actId="14100"/>
          <ac:graphicFrameMkLst>
            <pc:docMk/>
            <pc:sldMk cId="0" sldId="270"/>
            <ac:graphicFrameMk id="15" creationId="{A8006ECC-1C52-4E74-801B-E675685C0314}"/>
          </ac:graphicFrameMkLst>
        </pc:graphicFrameChg>
        <pc:graphicFrameChg chg="modGraphic">
          <ac:chgData name="Thomas Sinclair" userId="ea7e17c6-715c-40d9-8261-37f47b5b9a01" providerId="ADAL" clId="{4B8A668B-5633-4BFB-9EC1-6030B7171D04}" dt="2019-12-05T00:46:18.642" v="1145" actId="14734"/>
          <ac:graphicFrameMkLst>
            <pc:docMk/>
            <pc:sldMk cId="0" sldId="270"/>
            <ac:graphicFrameMk id="18" creationId="{3AE18A4C-3F4A-4EFD-ADDA-2EC5999EFF8A}"/>
          </ac:graphicFrameMkLst>
        </pc:graphicFrameChg>
      </pc:sldChg>
      <pc:sldChg chg="modSp">
        <pc:chgData name="Thomas Sinclair" userId="ea7e17c6-715c-40d9-8261-37f47b5b9a01" providerId="ADAL" clId="{4B8A668B-5633-4BFB-9EC1-6030B7171D04}" dt="2019-12-12T04:58:18.647" v="1577" actId="20577"/>
        <pc:sldMkLst>
          <pc:docMk/>
          <pc:sldMk cId="0" sldId="278"/>
        </pc:sldMkLst>
        <pc:spChg chg="mod">
          <ac:chgData name="Thomas Sinclair" userId="ea7e17c6-715c-40d9-8261-37f47b5b9a01" providerId="ADAL" clId="{4B8A668B-5633-4BFB-9EC1-6030B7171D04}" dt="2019-12-12T04:58:18.647" v="1577" actId="20577"/>
          <ac:spMkLst>
            <pc:docMk/>
            <pc:sldMk cId="0" sldId="278"/>
            <ac:spMk id="420" creationId="{00000000-0000-0000-0000-000000000000}"/>
          </ac:spMkLst>
        </pc:spChg>
        <pc:spChg chg="mod">
          <ac:chgData name="Thomas Sinclair" userId="ea7e17c6-715c-40d9-8261-37f47b5b9a01" providerId="ADAL" clId="{4B8A668B-5633-4BFB-9EC1-6030B7171D04}" dt="2019-11-07T23:20:33.588" v="100" actId="1036"/>
          <ac:spMkLst>
            <pc:docMk/>
            <pc:sldMk cId="0" sldId="278"/>
            <ac:spMk id="421" creationId="{00000000-0000-0000-0000-000000000000}"/>
          </ac:spMkLst>
        </pc:spChg>
        <pc:spChg chg="mod">
          <ac:chgData name="Thomas Sinclair" userId="ea7e17c6-715c-40d9-8261-37f47b5b9a01" providerId="ADAL" clId="{4B8A668B-5633-4BFB-9EC1-6030B7171D04}" dt="2019-11-07T23:20:33.588" v="100" actId="1036"/>
          <ac:spMkLst>
            <pc:docMk/>
            <pc:sldMk cId="0" sldId="278"/>
            <ac:spMk id="422" creationId="{00000000-0000-0000-0000-000000000000}"/>
          </ac:spMkLst>
        </pc:spChg>
        <pc:spChg chg="mod">
          <ac:chgData name="Thomas Sinclair" userId="ea7e17c6-715c-40d9-8261-37f47b5b9a01" providerId="ADAL" clId="{4B8A668B-5633-4BFB-9EC1-6030B7171D04}" dt="2019-11-07T23:17:15.510" v="99" actId="1035"/>
          <ac:spMkLst>
            <pc:docMk/>
            <pc:sldMk cId="0" sldId="278"/>
            <ac:spMk id="423" creationId="{00000000-0000-0000-0000-000000000000}"/>
          </ac:spMkLst>
        </pc:spChg>
        <pc:spChg chg="mod">
          <ac:chgData name="Thomas Sinclair" userId="ea7e17c6-715c-40d9-8261-37f47b5b9a01" providerId="ADAL" clId="{4B8A668B-5633-4BFB-9EC1-6030B7171D04}" dt="2019-11-07T23:17:15.510" v="99" actId="1035"/>
          <ac:spMkLst>
            <pc:docMk/>
            <pc:sldMk cId="0" sldId="278"/>
            <ac:spMk id="424" creationId="{00000000-0000-0000-0000-000000000000}"/>
          </ac:spMkLst>
        </pc:spChg>
      </pc:sldChg>
      <pc:sldChg chg="addSp modSp">
        <pc:chgData name="Thomas Sinclair" userId="ea7e17c6-715c-40d9-8261-37f47b5b9a01" providerId="ADAL" clId="{4B8A668B-5633-4BFB-9EC1-6030B7171D04}" dt="2019-12-09T02:39:26.796" v="1474" actId="20577"/>
        <pc:sldMkLst>
          <pc:docMk/>
          <pc:sldMk cId="1068382997" sldId="279"/>
        </pc:sldMkLst>
        <pc:spChg chg="mod">
          <ac:chgData name="Thomas Sinclair" userId="ea7e17c6-715c-40d9-8261-37f47b5b9a01" providerId="ADAL" clId="{4B8A668B-5633-4BFB-9EC1-6030B7171D04}" dt="2019-11-29T04:09:57.301" v="115" actId="20577"/>
          <ac:spMkLst>
            <pc:docMk/>
            <pc:sldMk cId="1068382997" sldId="279"/>
            <ac:spMk id="4" creationId="{BF3C929F-DC02-4440-A414-113BB6BE8204}"/>
          </ac:spMkLst>
        </pc:spChg>
        <pc:spChg chg="add mod">
          <ac:chgData name="Thomas Sinclair" userId="ea7e17c6-715c-40d9-8261-37f47b5b9a01" providerId="ADAL" clId="{4B8A668B-5633-4BFB-9EC1-6030B7171D04}" dt="2019-12-09T02:39:26.796" v="1474" actId="20577"/>
          <ac:spMkLst>
            <pc:docMk/>
            <pc:sldMk cId="1068382997" sldId="279"/>
            <ac:spMk id="8" creationId="{8E58F15B-98B0-4C2D-8794-FF156C80D242}"/>
          </ac:spMkLst>
        </pc:spChg>
        <pc:spChg chg="mod">
          <ac:chgData name="Thomas Sinclair" userId="ea7e17c6-715c-40d9-8261-37f47b5b9a01" providerId="ADAL" clId="{4B8A668B-5633-4BFB-9EC1-6030B7171D04}" dt="2019-11-29T04:08:35.275" v="108" actId="20577"/>
          <ac:spMkLst>
            <pc:docMk/>
            <pc:sldMk cId="1068382997" sldId="279"/>
            <ac:spMk id="334" creationId="{00000000-0000-0000-0000-000000000000}"/>
          </ac:spMkLst>
        </pc:spChg>
      </pc:sldChg>
      <pc:sldChg chg="addSp delSp modSp">
        <pc:chgData name="Thomas Sinclair" userId="ea7e17c6-715c-40d9-8261-37f47b5b9a01" providerId="ADAL" clId="{4B8A668B-5633-4BFB-9EC1-6030B7171D04}" dt="2019-12-11T04:52:22.712" v="1490" actId="20577"/>
        <pc:sldMkLst>
          <pc:docMk/>
          <pc:sldMk cId="1977009700" sldId="281"/>
        </pc:sldMkLst>
        <pc:spChg chg="add del mod">
          <ac:chgData name="Thomas Sinclair" userId="ea7e17c6-715c-40d9-8261-37f47b5b9a01" providerId="ADAL" clId="{4B8A668B-5633-4BFB-9EC1-6030B7171D04}" dt="2019-11-29T04:47:11.883" v="612" actId="478"/>
          <ac:spMkLst>
            <pc:docMk/>
            <pc:sldMk cId="1977009700" sldId="281"/>
            <ac:spMk id="3" creationId="{1B574608-4F40-4E29-BA52-524A0D99663D}"/>
          </ac:spMkLst>
        </pc:spChg>
        <pc:spChg chg="add del mod">
          <ac:chgData name="Thomas Sinclair" userId="ea7e17c6-715c-40d9-8261-37f47b5b9a01" providerId="ADAL" clId="{4B8A668B-5633-4BFB-9EC1-6030B7171D04}" dt="2019-11-29T04:47:15.838" v="614" actId="478"/>
          <ac:spMkLst>
            <pc:docMk/>
            <pc:sldMk cId="1977009700" sldId="281"/>
            <ac:spMk id="5" creationId="{8DAC247F-EF17-4EF6-A832-58D7142AC826}"/>
          </ac:spMkLst>
        </pc:spChg>
        <pc:spChg chg="add">
          <ac:chgData name="Thomas Sinclair" userId="ea7e17c6-715c-40d9-8261-37f47b5b9a01" providerId="ADAL" clId="{4B8A668B-5633-4BFB-9EC1-6030B7171D04}" dt="2019-11-29T04:47:21.024" v="617"/>
          <ac:spMkLst>
            <pc:docMk/>
            <pc:sldMk cId="1977009700" sldId="281"/>
            <ac:spMk id="11" creationId="{0C7FC5DF-0D36-4A73-A8AE-0CDB3B704A71}"/>
          </ac:spMkLst>
        </pc:spChg>
        <pc:spChg chg="add mod">
          <ac:chgData name="Thomas Sinclair" userId="ea7e17c6-715c-40d9-8261-37f47b5b9a01" providerId="ADAL" clId="{4B8A668B-5633-4BFB-9EC1-6030B7171D04}" dt="2019-11-29T04:51:59.890" v="637" actId="20577"/>
          <ac:spMkLst>
            <pc:docMk/>
            <pc:sldMk cId="1977009700" sldId="281"/>
            <ac:spMk id="12" creationId="{D4178E53-F80A-4504-AC96-06A8C811CC2F}"/>
          </ac:spMkLst>
        </pc:spChg>
        <pc:spChg chg="add mod">
          <ac:chgData name="Thomas Sinclair" userId="ea7e17c6-715c-40d9-8261-37f47b5b9a01" providerId="ADAL" clId="{4B8A668B-5633-4BFB-9EC1-6030B7171D04}" dt="2019-12-11T04:52:22.712" v="1490" actId="20577"/>
          <ac:spMkLst>
            <pc:docMk/>
            <pc:sldMk cId="1977009700" sldId="281"/>
            <ac:spMk id="13" creationId="{E618099A-FF93-469E-A66D-72C594B14B80}"/>
          </ac:spMkLst>
        </pc:spChg>
        <pc:spChg chg="del">
          <ac:chgData name="Thomas Sinclair" userId="ea7e17c6-715c-40d9-8261-37f47b5b9a01" providerId="ADAL" clId="{4B8A668B-5633-4BFB-9EC1-6030B7171D04}" dt="2019-11-29T04:47:09.615" v="611" actId="478"/>
          <ac:spMkLst>
            <pc:docMk/>
            <pc:sldMk cId="1977009700" sldId="281"/>
            <ac:spMk id="16" creationId="{0FD8B14E-7CCF-42C8-9E9F-051852995464}"/>
          </ac:spMkLst>
        </pc:spChg>
        <pc:spChg chg="del">
          <ac:chgData name="Thomas Sinclair" userId="ea7e17c6-715c-40d9-8261-37f47b5b9a01" providerId="ADAL" clId="{4B8A668B-5633-4BFB-9EC1-6030B7171D04}" dt="2019-11-29T04:47:13.422" v="613" actId="478"/>
          <ac:spMkLst>
            <pc:docMk/>
            <pc:sldMk cId="1977009700" sldId="281"/>
            <ac:spMk id="17" creationId="{5AE9912C-98EA-4128-BAF0-91C8BAB6E99F}"/>
          </ac:spMkLst>
        </pc:spChg>
        <pc:spChg chg="del">
          <ac:chgData name="Thomas Sinclair" userId="ea7e17c6-715c-40d9-8261-37f47b5b9a01" providerId="ADAL" clId="{4B8A668B-5633-4BFB-9EC1-6030B7171D04}" dt="2019-11-29T04:47:20.043" v="616" actId="478"/>
          <ac:spMkLst>
            <pc:docMk/>
            <pc:sldMk cId="1977009700" sldId="281"/>
            <ac:spMk id="19" creationId="{2EF7B2F8-2378-42F1-8952-DD9443D358FE}"/>
          </ac:spMkLst>
        </pc:spChg>
        <pc:graphicFrameChg chg="del">
          <ac:chgData name="Thomas Sinclair" userId="ea7e17c6-715c-40d9-8261-37f47b5b9a01" providerId="ADAL" clId="{4B8A668B-5633-4BFB-9EC1-6030B7171D04}" dt="2019-11-29T04:47:18.035" v="615" actId="478"/>
          <ac:graphicFrameMkLst>
            <pc:docMk/>
            <pc:sldMk cId="1977009700" sldId="281"/>
            <ac:graphicFrameMk id="18" creationId="{3AE18A4C-3F4A-4EFD-ADDA-2EC5999EFF8A}"/>
          </ac:graphicFrameMkLst>
        </pc:graphicFrameChg>
      </pc:sldChg>
      <pc:sldChg chg="addSp delSp modSp add">
        <pc:chgData name="Thomas Sinclair" userId="ea7e17c6-715c-40d9-8261-37f47b5b9a01" providerId="ADAL" clId="{4B8A668B-5633-4BFB-9EC1-6030B7171D04}" dt="2019-12-05T00:47:55.109" v="1158"/>
        <pc:sldMkLst>
          <pc:docMk/>
          <pc:sldMk cId="2191999467" sldId="282"/>
        </pc:sldMkLst>
        <pc:spChg chg="add">
          <ac:chgData name="Thomas Sinclair" userId="ea7e17c6-715c-40d9-8261-37f47b5b9a01" providerId="ADAL" clId="{4B8A668B-5633-4BFB-9EC1-6030B7171D04}" dt="2019-12-05T00:47:55.109" v="1158"/>
          <ac:spMkLst>
            <pc:docMk/>
            <pc:sldMk cId="2191999467" sldId="282"/>
            <ac:spMk id="8" creationId="{E1BD7911-F9B8-4542-9987-DF42B33D2462}"/>
          </ac:spMkLst>
        </pc:spChg>
        <pc:spChg chg="del">
          <ac:chgData name="Thomas Sinclair" userId="ea7e17c6-715c-40d9-8261-37f47b5b9a01" providerId="ADAL" clId="{4B8A668B-5633-4BFB-9EC1-6030B7171D04}" dt="2019-12-05T00:47:50.302" v="1157" actId="478"/>
          <ac:spMkLst>
            <pc:docMk/>
            <pc:sldMk cId="2191999467" sldId="282"/>
            <ac:spMk id="19" creationId="{2EF7B2F8-2378-42F1-8952-DD9443D358FE}"/>
          </ac:spMkLst>
        </pc:spChg>
        <pc:graphicFrameChg chg="add ord">
          <ac:chgData name="Thomas Sinclair" userId="ea7e17c6-715c-40d9-8261-37f47b5b9a01" providerId="ADAL" clId="{4B8A668B-5633-4BFB-9EC1-6030B7171D04}" dt="2019-12-05T00:47:47.330" v="1156" actId="167"/>
          <ac:graphicFrameMkLst>
            <pc:docMk/>
            <pc:sldMk cId="2191999467" sldId="282"/>
            <ac:graphicFrameMk id="7" creationId="{0775DCEA-E673-4218-9215-491E253E8F6D}"/>
          </ac:graphicFrameMkLst>
        </pc:graphicFrameChg>
        <pc:graphicFrameChg chg="del">
          <ac:chgData name="Thomas Sinclair" userId="ea7e17c6-715c-40d9-8261-37f47b5b9a01" providerId="ADAL" clId="{4B8A668B-5633-4BFB-9EC1-6030B7171D04}" dt="2019-12-05T00:47:32.848" v="1154" actId="478"/>
          <ac:graphicFrameMkLst>
            <pc:docMk/>
            <pc:sldMk cId="2191999467" sldId="282"/>
            <ac:graphicFrameMk id="18" creationId="{3AE18A4C-3F4A-4EFD-ADDA-2EC5999EFF8A}"/>
          </ac:graphicFrameMkLst>
        </pc:graphicFrameChg>
      </pc:sldChg>
      <pc:sldMasterChg chg="delSldLayout">
        <pc:chgData name="Thomas Sinclair" userId="ea7e17c6-715c-40d9-8261-37f47b5b9a01" providerId="ADAL" clId="{4B8A668B-5633-4BFB-9EC1-6030B7171D04}" dt="2019-11-29T04:50:54.811" v="619" actId="2696"/>
        <pc:sldMasterMkLst>
          <pc:docMk/>
          <pc:sldMasterMk cId="0" sldId="2147483679"/>
        </pc:sldMasterMkLst>
      </pc:sldMasterChg>
    </pc:docChg>
  </pc:docChgLst>
  <pc:docChgLst>
    <pc:chgData name="Thomas Sinclair" userId="S::thomass@aie.edu.au::ea7e17c6-715c-40d9-8261-37f47b5b9a01" providerId="AD" clId="Web-{AAF8D453-EE50-22DB-45AE-8BAA874ACDA9}"/>
    <pc:docChg chg="modSld">
      <pc:chgData name="Thomas Sinclair" userId="S::thomass@aie.edu.au::ea7e17c6-715c-40d9-8261-37f47b5b9a01" providerId="AD" clId="Web-{AAF8D453-EE50-22DB-45AE-8BAA874ACDA9}" dt="2021-10-06T23:07:36.812" v="0" actId="20577"/>
      <pc:docMkLst>
        <pc:docMk/>
      </pc:docMkLst>
      <pc:sldChg chg="modSp">
        <pc:chgData name="Thomas Sinclair" userId="S::thomass@aie.edu.au::ea7e17c6-715c-40d9-8261-37f47b5b9a01" providerId="AD" clId="Web-{AAF8D453-EE50-22DB-45AE-8BAA874ACDA9}" dt="2021-10-06T23:07:36.812" v="0" actId="20577"/>
        <pc:sldMkLst>
          <pc:docMk/>
          <pc:sldMk cId="0" sldId="278"/>
        </pc:sldMkLst>
        <pc:spChg chg="mod">
          <ac:chgData name="Thomas Sinclair" userId="S::thomass@aie.edu.au::ea7e17c6-715c-40d9-8261-37f47b5b9a01" providerId="AD" clId="Web-{AAF8D453-EE50-22DB-45AE-8BAA874ACDA9}" dt="2021-10-06T23:07:36.812" v="0" actId="20577"/>
          <ac:spMkLst>
            <pc:docMk/>
            <pc:sldMk cId="0" sldId="278"/>
            <ac:spMk id="420" creationId="{00000000-0000-0000-0000-000000000000}"/>
          </ac:spMkLst>
        </pc:spChg>
      </pc:sldChg>
    </pc:docChg>
  </pc:docChgLst>
  <pc:docChgLst>
    <pc:chgData name="Thomas Sinclair" userId="S::thomass@aie.edu.au::ea7e17c6-715c-40d9-8261-37f47b5b9a01" providerId="AD" clId="Web-{94C976DC-0E96-66A5-3703-A4A425797E47}"/>
    <pc:docChg chg="modSld">
      <pc:chgData name="Thomas Sinclair" userId="S::thomass@aie.edu.au::ea7e17c6-715c-40d9-8261-37f47b5b9a01" providerId="AD" clId="Web-{94C976DC-0E96-66A5-3703-A4A425797E47}" dt="2021-10-28T04:49:22.941" v="2" actId="20577"/>
      <pc:docMkLst>
        <pc:docMk/>
      </pc:docMkLst>
      <pc:sldChg chg="modSp">
        <pc:chgData name="Thomas Sinclair" userId="S::thomass@aie.edu.au::ea7e17c6-715c-40d9-8261-37f47b5b9a01" providerId="AD" clId="Web-{94C976DC-0E96-66A5-3703-A4A425797E47}" dt="2021-10-28T04:49:22.941" v="2" actId="20577"/>
        <pc:sldMkLst>
          <pc:docMk/>
          <pc:sldMk cId="0" sldId="257"/>
        </pc:sldMkLst>
        <pc:spChg chg="mod">
          <ac:chgData name="Thomas Sinclair" userId="S::thomass@aie.edu.au::ea7e17c6-715c-40d9-8261-37f47b5b9a01" providerId="AD" clId="Web-{94C976DC-0E96-66A5-3703-A4A425797E47}" dt="2021-10-28T04:49:22.941" v="2" actId="20577"/>
          <ac:spMkLst>
            <pc:docMk/>
            <pc:sldMk cId="0" sldId="257"/>
            <ac:spMk id="213" creationId="{00000000-0000-0000-0000-000000000000}"/>
          </ac:spMkLst>
        </pc:spChg>
      </pc:sldChg>
    </pc:docChg>
  </pc:docChgLst>
  <pc:docChgLst>
    <pc:chgData name="Patrick Delmastro" userId="S::patrick.delmastro@aie.edu.au::80153e81-cca5-4785-8329-c43569ff9011" providerId="AD" clId="Web-{8FC95BE9-DC4E-6E7A-15CD-5F1B2DC6775B}"/>
    <pc:docChg chg="modSld">
      <pc:chgData name="Patrick Delmastro" userId="S::patrick.delmastro@aie.edu.au::80153e81-cca5-4785-8329-c43569ff9011" providerId="AD" clId="Web-{8FC95BE9-DC4E-6E7A-15CD-5F1B2DC6775B}" dt="2021-09-15T01:15:26.468" v="0"/>
      <pc:docMkLst>
        <pc:docMk/>
      </pc:docMkLst>
      <pc:sldChg chg="delSp">
        <pc:chgData name="Patrick Delmastro" userId="S::patrick.delmastro@aie.edu.au::80153e81-cca5-4785-8329-c43569ff9011" providerId="AD" clId="Web-{8FC95BE9-DC4E-6E7A-15CD-5F1B2DC6775B}" dt="2021-09-15T01:15:26.468" v="0"/>
        <pc:sldMkLst>
          <pc:docMk/>
          <pc:sldMk cId="0" sldId="256"/>
        </pc:sldMkLst>
        <pc:spChg chg="del">
          <ac:chgData name="Patrick Delmastro" userId="S::patrick.delmastro@aie.edu.au::80153e81-cca5-4785-8329-c43569ff9011" providerId="AD" clId="Web-{8FC95BE9-DC4E-6E7A-15CD-5F1B2DC6775B}" dt="2021-09-15T01:15:26.468" v="0"/>
          <ac:spMkLst>
            <pc:docMk/>
            <pc:sldMk cId="0" sldId="256"/>
            <ac:spMk id="207" creationId="{00000000-0000-0000-0000-000000000000}"/>
          </ac:spMkLst>
        </pc:spChg>
      </pc:sldChg>
    </pc:docChg>
  </pc:docChgLst>
  <pc:docChgLst>
    <pc:chgData name="Thomas Sinclair" userId="S::thomass@aie.edu.au::ea7e17c6-715c-40d9-8261-37f47b5b9a01" providerId="AD" clId="Web-{87C65CFD-4108-6DA4-379E-2D7175ED81A3}"/>
    <pc:docChg chg="modSld">
      <pc:chgData name="Thomas Sinclair" userId="S::thomass@aie.edu.au::ea7e17c6-715c-40d9-8261-37f47b5b9a01" providerId="AD" clId="Web-{87C65CFD-4108-6DA4-379E-2D7175ED81A3}" dt="2019-11-29T04:10:54.454" v="3" actId="20577"/>
      <pc:docMkLst>
        <pc:docMk/>
      </pc:docMkLst>
      <pc:sldChg chg="modSp">
        <pc:chgData name="Thomas Sinclair" userId="S::thomass@aie.edu.au::ea7e17c6-715c-40d9-8261-37f47b5b9a01" providerId="AD" clId="Web-{87C65CFD-4108-6DA4-379E-2D7175ED81A3}" dt="2019-11-29T04:10:54.454" v="3" actId="20577"/>
        <pc:sldMkLst>
          <pc:docMk/>
          <pc:sldMk cId="1068382997" sldId="279"/>
        </pc:sldMkLst>
        <pc:spChg chg="mod">
          <ac:chgData name="Thomas Sinclair" userId="S::thomass@aie.edu.au::ea7e17c6-715c-40d9-8261-37f47b5b9a01" providerId="AD" clId="Web-{87C65CFD-4108-6DA4-379E-2D7175ED81A3}" dt="2019-11-29T04:10:54.454" v="3" actId="20577"/>
          <ac:spMkLst>
            <pc:docMk/>
            <pc:sldMk cId="1068382997" sldId="279"/>
            <ac:spMk id="4" creationId="{BF3C929F-DC02-4440-A414-113BB6BE8204}"/>
          </ac:spMkLst>
        </pc:spChg>
      </pc:sldChg>
    </pc:docChg>
  </pc:docChgLst>
  <pc:docChgLst>
    <pc:chgData name="Thomas Sinclair" userId="S::thomass@aie.edu.au::ea7e17c6-715c-40d9-8261-37f47b5b9a01" providerId="AD" clId="Web-{FC0C32C4-D547-3FB3-0252-F1BCDDE03FF8}"/>
    <pc:docChg chg="modSld">
      <pc:chgData name="Thomas Sinclair" userId="S::thomass@aie.edu.au::ea7e17c6-715c-40d9-8261-37f47b5b9a01" providerId="AD" clId="Web-{FC0C32C4-D547-3FB3-0252-F1BCDDE03FF8}" dt="2021-10-28T02:41:40.604" v="0" actId="20577"/>
      <pc:docMkLst>
        <pc:docMk/>
      </pc:docMkLst>
      <pc:sldChg chg="modSp">
        <pc:chgData name="Thomas Sinclair" userId="S::thomass@aie.edu.au::ea7e17c6-715c-40d9-8261-37f47b5b9a01" providerId="AD" clId="Web-{FC0C32C4-D547-3FB3-0252-F1BCDDE03FF8}" dt="2021-10-28T02:41:40.604" v="0" actId="20577"/>
        <pc:sldMkLst>
          <pc:docMk/>
          <pc:sldMk cId="0" sldId="259"/>
        </pc:sldMkLst>
        <pc:spChg chg="mod">
          <ac:chgData name="Thomas Sinclair" userId="S::thomass@aie.edu.au::ea7e17c6-715c-40d9-8261-37f47b5b9a01" providerId="AD" clId="Web-{FC0C32C4-D547-3FB3-0252-F1BCDDE03FF8}" dt="2021-10-28T02:41:40.604" v="0" actId="20577"/>
          <ac:spMkLst>
            <pc:docMk/>
            <pc:sldMk cId="0" sldId="259"/>
            <ac:spMk id="227" creationId="{00000000-0000-0000-0000-000000000000}"/>
          </ac:spMkLst>
        </pc:spChg>
      </pc:sldChg>
    </pc:docChg>
  </pc:docChgLst>
  <pc:docChgLst>
    <pc:chgData name="Dan Miller" userId="9312318d-6fc1-4aa1-bf63-b61f87e21e71" providerId="ADAL" clId="{123AF827-1C82-4AFB-8BD1-AC2588FD090D}"/>
    <pc:docChg chg="undo custSel modSld">
      <pc:chgData name="Dan Miller" userId="9312318d-6fc1-4aa1-bf63-b61f87e21e71" providerId="ADAL" clId="{123AF827-1C82-4AFB-8BD1-AC2588FD090D}" dt="2019-11-26T02:17:27.789" v="77" actId="108"/>
      <pc:docMkLst>
        <pc:docMk/>
      </pc:docMkLst>
      <pc:sldChg chg="modSp">
        <pc:chgData name="Dan Miller" userId="9312318d-6fc1-4aa1-bf63-b61f87e21e71" providerId="ADAL" clId="{123AF827-1C82-4AFB-8BD1-AC2588FD090D}" dt="2019-11-26T02:14:28.713" v="4" actId="108"/>
        <pc:sldMkLst>
          <pc:docMk/>
          <pc:sldMk cId="0" sldId="260"/>
        </pc:sldMkLst>
        <pc:spChg chg="mod">
          <ac:chgData name="Dan Miller" userId="9312318d-6fc1-4aa1-bf63-b61f87e21e71" providerId="ADAL" clId="{123AF827-1C82-4AFB-8BD1-AC2588FD090D}" dt="2019-11-26T02:14:28.713" v="4" actId="108"/>
          <ac:spMkLst>
            <pc:docMk/>
            <pc:sldMk cId="0" sldId="260"/>
            <ac:spMk id="233" creationId="{00000000-0000-0000-0000-000000000000}"/>
          </ac:spMkLst>
        </pc:spChg>
      </pc:sldChg>
      <pc:sldChg chg="modSp">
        <pc:chgData name="Dan Miller" userId="9312318d-6fc1-4aa1-bf63-b61f87e21e71" providerId="ADAL" clId="{123AF827-1C82-4AFB-8BD1-AC2588FD090D}" dt="2019-11-26T02:16:20.274" v="56"/>
        <pc:sldMkLst>
          <pc:docMk/>
          <pc:sldMk cId="0" sldId="261"/>
        </pc:sldMkLst>
        <pc:graphicFrameChg chg="mod modGraphic">
          <ac:chgData name="Dan Miller" userId="9312318d-6fc1-4aa1-bf63-b61f87e21e71" providerId="ADAL" clId="{123AF827-1C82-4AFB-8BD1-AC2588FD090D}" dt="2019-11-26T02:16:20.274" v="56"/>
          <ac:graphicFrameMkLst>
            <pc:docMk/>
            <pc:sldMk cId="0" sldId="261"/>
            <ac:graphicFrameMk id="240" creationId="{00000000-0000-0000-0000-000000000000}"/>
          </ac:graphicFrameMkLst>
        </pc:graphicFrameChg>
      </pc:sldChg>
      <pc:sldChg chg="modSp">
        <pc:chgData name="Dan Miller" userId="9312318d-6fc1-4aa1-bf63-b61f87e21e71" providerId="ADAL" clId="{123AF827-1C82-4AFB-8BD1-AC2588FD090D}" dt="2019-11-26T02:15:44.888" v="49" actId="5793"/>
        <pc:sldMkLst>
          <pc:docMk/>
          <pc:sldMk cId="0" sldId="262"/>
        </pc:sldMkLst>
        <pc:graphicFrameChg chg="modGraphic">
          <ac:chgData name="Dan Miller" userId="9312318d-6fc1-4aa1-bf63-b61f87e21e71" providerId="ADAL" clId="{123AF827-1C82-4AFB-8BD1-AC2588FD090D}" dt="2019-11-26T02:15:44.888" v="49" actId="5793"/>
          <ac:graphicFrameMkLst>
            <pc:docMk/>
            <pc:sldMk cId="0" sldId="262"/>
            <ac:graphicFrameMk id="246" creationId="{00000000-0000-0000-0000-000000000000}"/>
          </ac:graphicFrameMkLst>
        </pc:graphicFrameChg>
      </pc:sldChg>
      <pc:sldChg chg="modSp">
        <pc:chgData name="Dan Miller" userId="9312318d-6fc1-4aa1-bf63-b61f87e21e71" providerId="ADAL" clId="{123AF827-1C82-4AFB-8BD1-AC2588FD090D}" dt="2019-11-26T02:16:47.403" v="64"/>
        <pc:sldMkLst>
          <pc:docMk/>
          <pc:sldMk cId="0" sldId="263"/>
        </pc:sldMkLst>
        <pc:graphicFrameChg chg="mod modGraphic">
          <ac:chgData name="Dan Miller" userId="9312318d-6fc1-4aa1-bf63-b61f87e21e71" providerId="ADAL" clId="{123AF827-1C82-4AFB-8BD1-AC2588FD090D}" dt="2019-11-26T02:16:47.403" v="64"/>
          <ac:graphicFrameMkLst>
            <pc:docMk/>
            <pc:sldMk cId="0" sldId="263"/>
            <ac:graphicFrameMk id="252" creationId="{00000000-0000-0000-0000-000000000000}"/>
          </ac:graphicFrameMkLst>
        </pc:graphicFrameChg>
      </pc:sldChg>
      <pc:sldChg chg="modSp">
        <pc:chgData name="Dan Miller" userId="9312318d-6fc1-4aa1-bf63-b61f87e21e71" providerId="ADAL" clId="{123AF827-1C82-4AFB-8BD1-AC2588FD090D}" dt="2019-11-26T02:16:57.946" v="68"/>
        <pc:sldMkLst>
          <pc:docMk/>
          <pc:sldMk cId="0" sldId="270"/>
        </pc:sldMkLst>
        <pc:graphicFrameChg chg="mod modGraphic">
          <ac:chgData name="Dan Miller" userId="9312318d-6fc1-4aa1-bf63-b61f87e21e71" providerId="ADAL" clId="{123AF827-1C82-4AFB-8BD1-AC2588FD090D}" dt="2019-11-26T02:16:57.946" v="68"/>
          <ac:graphicFrameMkLst>
            <pc:docMk/>
            <pc:sldMk cId="0" sldId="270"/>
            <ac:graphicFrameMk id="18" creationId="{3AE18A4C-3F4A-4EFD-ADDA-2EC5999EFF8A}"/>
          </ac:graphicFrameMkLst>
        </pc:graphicFrameChg>
      </pc:sldChg>
      <pc:sldChg chg="modSp">
        <pc:chgData name="Dan Miller" userId="9312318d-6fc1-4aa1-bf63-b61f87e21e71" providerId="ADAL" clId="{123AF827-1C82-4AFB-8BD1-AC2588FD090D}" dt="2019-11-26T02:17:27.789" v="77" actId="108"/>
        <pc:sldMkLst>
          <pc:docMk/>
          <pc:sldMk cId="0" sldId="277"/>
        </pc:sldMkLst>
        <pc:spChg chg="mod">
          <ac:chgData name="Dan Miller" userId="9312318d-6fc1-4aa1-bf63-b61f87e21e71" providerId="ADAL" clId="{123AF827-1C82-4AFB-8BD1-AC2588FD090D}" dt="2019-11-26T02:17:27.789" v="77" actId="108"/>
          <ac:spMkLst>
            <pc:docMk/>
            <pc:sldMk cId="0" sldId="277"/>
            <ac:spMk id="413" creationId="{00000000-0000-0000-0000-000000000000}"/>
          </ac:spMkLst>
        </pc:spChg>
      </pc:sldChg>
      <pc:sldChg chg="modSp">
        <pc:chgData name="Dan Miller" userId="9312318d-6fc1-4aa1-bf63-b61f87e21e71" providerId="ADAL" clId="{123AF827-1C82-4AFB-8BD1-AC2588FD090D}" dt="2019-11-26T02:17:06.370" v="70"/>
        <pc:sldMkLst>
          <pc:docMk/>
          <pc:sldMk cId="1977009700" sldId="281"/>
        </pc:sldMkLst>
        <pc:graphicFrameChg chg="mod modGraphic">
          <ac:chgData name="Dan Miller" userId="9312318d-6fc1-4aa1-bf63-b61f87e21e71" providerId="ADAL" clId="{123AF827-1C82-4AFB-8BD1-AC2588FD090D}" dt="2019-11-26T02:17:06.370" v="70"/>
          <ac:graphicFrameMkLst>
            <pc:docMk/>
            <pc:sldMk cId="1977009700" sldId="281"/>
            <ac:graphicFrameMk id="18" creationId="{3AE18A4C-3F4A-4EFD-ADDA-2EC5999EFF8A}"/>
          </ac:graphicFrameMkLst>
        </pc:graphicFrameChg>
      </pc:sldChg>
    </pc:docChg>
  </pc:docChgLst>
  <pc:docChgLst>
    <pc:chgData name="Patrick Delmastro" userId="S::patrick.delmastro@aie.edu.au::80153e81-cca5-4785-8329-c43569ff9011" providerId="AD" clId="Web-{C457ED85-D6C3-8C83-09C9-0D45964D07E9}"/>
    <pc:docChg chg="modSld">
      <pc:chgData name="Patrick Delmastro" userId="S::patrick.delmastro@aie.edu.au::80153e81-cca5-4785-8329-c43569ff9011" providerId="AD" clId="Web-{C457ED85-D6C3-8C83-09C9-0D45964D07E9}" dt="2021-12-20T02:57:27.884" v="35" actId="20577"/>
      <pc:docMkLst>
        <pc:docMk/>
      </pc:docMkLst>
      <pc:sldChg chg="addSp modSp">
        <pc:chgData name="Patrick Delmastro" userId="S::patrick.delmastro@aie.edu.au::80153e81-cca5-4785-8329-c43569ff9011" providerId="AD" clId="Web-{C457ED85-D6C3-8C83-09C9-0D45964D07E9}" dt="2021-12-20T02:57:27.884" v="35" actId="20577"/>
        <pc:sldMkLst>
          <pc:docMk/>
          <pc:sldMk cId="2504494441" sldId="283"/>
        </pc:sldMkLst>
        <pc:spChg chg="add mod">
          <ac:chgData name="Patrick Delmastro" userId="S::patrick.delmastro@aie.edu.au::80153e81-cca5-4785-8329-c43569ff9011" providerId="AD" clId="Web-{C457ED85-D6C3-8C83-09C9-0D45964D07E9}" dt="2021-12-20T02:57:01.633" v="28" actId="1076"/>
          <ac:spMkLst>
            <pc:docMk/>
            <pc:sldMk cId="2504494441" sldId="283"/>
            <ac:spMk id="3" creationId="{09A4ABD4-915F-4481-8295-4D3E428215F5}"/>
          </ac:spMkLst>
        </pc:spChg>
        <pc:spChg chg="mod">
          <ac:chgData name="Patrick Delmastro" userId="S::patrick.delmastro@aie.edu.au::80153e81-cca5-4785-8329-c43569ff9011" providerId="AD" clId="Web-{C457ED85-D6C3-8C83-09C9-0D45964D07E9}" dt="2021-12-20T02:56:09.335" v="12" actId="14100"/>
          <ac:spMkLst>
            <pc:docMk/>
            <pc:sldMk cId="2504494441" sldId="283"/>
            <ac:spMk id="5" creationId="{DDED981F-4639-4D3D-A43E-0E3B87809D11}"/>
          </ac:spMkLst>
        </pc:spChg>
        <pc:spChg chg="add mod">
          <ac:chgData name="Patrick Delmastro" userId="S::patrick.delmastro@aie.edu.au::80153e81-cca5-4785-8329-c43569ff9011" providerId="AD" clId="Web-{C457ED85-D6C3-8C83-09C9-0D45964D07E9}" dt="2021-12-20T02:57:07.962" v="31" actId="20577"/>
          <ac:spMkLst>
            <pc:docMk/>
            <pc:sldMk cId="2504494441" sldId="283"/>
            <ac:spMk id="10" creationId="{F7A242B2-A6B1-4CE6-95BB-262A46B202C0}"/>
          </ac:spMkLst>
        </pc:spChg>
        <pc:spChg chg="add mod">
          <ac:chgData name="Patrick Delmastro" userId="S::patrick.delmastro@aie.edu.au::80153e81-cca5-4785-8329-c43569ff9011" providerId="AD" clId="Web-{C457ED85-D6C3-8C83-09C9-0D45964D07E9}" dt="2021-12-20T02:57:27.884" v="35" actId="20577"/>
          <ac:spMkLst>
            <pc:docMk/>
            <pc:sldMk cId="2504494441" sldId="283"/>
            <ac:spMk id="11" creationId="{9FC6BC86-0E86-4D38-92FE-243047001CBE}"/>
          </ac:spMkLst>
        </pc:spChg>
        <pc:spChg chg="mod">
          <ac:chgData name="Patrick Delmastro" userId="S::patrick.delmastro@aie.edu.au::80153e81-cca5-4785-8329-c43569ff9011" providerId="AD" clId="Web-{C457ED85-D6C3-8C83-09C9-0D45964D07E9}" dt="2021-12-20T02:56:01.210" v="8" actId="20577"/>
          <ac:spMkLst>
            <pc:docMk/>
            <pc:sldMk cId="2504494441" sldId="283"/>
            <ac:spMk id="254" creationId="{00000000-0000-0000-0000-000000000000}"/>
          </ac:spMkLst>
        </pc:spChg>
        <pc:picChg chg="mod">
          <ac:chgData name="Patrick Delmastro" userId="S::patrick.delmastro@aie.edu.au::80153e81-cca5-4785-8329-c43569ff9011" providerId="AD" clId="Web-{C457ED85-D6C3-8C83-09C9-0D45964D07E9}" dt="2021-12-20T02:56:02.788" v="9" actId="1076"/>
          <ac:picMkLst>
            <pc:docMk/>
            <pc:sldMk cId="2504494441" sldId="283"/>
            <ac:picMk id="2" creationId="{398A6F1C-CBB8-4092-9CF9-6A9BB85F9346}"/>
          </ac:picMkLst>
        </pc:picChg>
        <pc:picChg chg="add mod">
          <ac:chgData name="Patrick Delmastro" userId="S::patrick.delmastro@aie.edu.au::80153e81-cca5-4785-8329-c43569ff9011" providerId="AD" clId="Web-{C457ED85-D6C3-8C83-09C9-0D45964D07E9}" dt="2021-12-20T02:56:04.117" v="10" actId="1076"/>
          <ac:picMkLst>
            <pc:docMk/>
            <pc:sldMk cId="2504494441" sldId="283"/>
            <ac:picMk id="6" creationId="{BBCE48C8-4852-4699-A04E-5CA70ED7E594}"/>
          </ac:picMkLst>
        </pc:picChg>
        <pc:picChg chg="add mod">
          <ac:chgData name="Patrick Delmastro" userId="S::patrick.delmastro@aie.edu.au::80153e81-cca5-4785-8329-c43569ff9011" providerId="AD" clId="Web-{C457ED85-D6C3-8C83-09C9-0D45964D07E9}" dt="2021-12-20T02:56:05.351" v="11" actId="1076"/>
          <ac:picMkLst>
            <pc:docMk/>
            <pc:sldMk cId="2504494441" sldId="283"/>
            <ac:picMk id="7" creationId="{F8B72DFF-57C4-40C0-BA48-701E5BE7674E}"/>
          </ac:picMkLst>
        </pc:picChg>
      </pc:sldChg>
    </pc:docChg>
  </pc:docChgLst>
  <pc:docChgLst>
    <pc:chgData name="Thomas Sinclair" userId="S::thomass@aie.edu.au::ea7e17c6-715c-40d9-8261-37f47b5b9a01" providerId="AD" clId="Web-{F91A11DB-5486-39D3-9FB1-09B42CC2969A}"/>
    <pc:docChg chg="modSld">
      <pc:chgData name="Thomas Sinclair" userId="S::thomass@aie.edu.au::ea7e17c6-715c-40d9-8261-37f47b5b9a01" providerId="AD" clId="Web-{F91A11DB-5486-39D3-9FB1-09B42CC2969A}" dt="2020-01-08T22:42:52.569" v="0" actId="20577"/>
      <pc:docMkLst>
        <pc:docMk/>
      </pc:docMkLst>
      <pc:sldChg chg="modSp">
        <pc:chgData name="Thomas Sinclair" userId="S::thomass@aie.edu.au::ea7e17c6-715c-40d9-8261-37f47b5b9a01" providerId="AD" clId="Web-{F91A11DB-5486-39D3-9FB1-09B42CC2969A}" dt="2020-01-08T22:42:52.569" v="0" actId="20577"/>
        <pc:sldMkLst>
          <pc:docMk/>
          <pc:sldMk cId="0" sldId="257"/>
        </pc:sldMkLst>
        <pc:spChg chg="mod">
          <ac:chgData name="Thomas Sinclair" userId="S::thomass@aie.edu.au::ea7e17c6-715c-40d9-8261-37f47b5b9a01" providerId="AD" clId="Web-{F91A11DB-5486-39D3-9FB1-09B42CC2969A}" dt="2020-01-08T22:42:52.569" v="0" actId="20577"/>
          <ac:spMkLst>
            <pc:docMk/>
            <pc:sldMk cId="0" sldId="257"/>
            <ac:spMk id="213" creationId="{00000000-0000-0000-0000-000000000000}"/>
          </ac:spMkLst>
        </pc:spChg>
      </pc:sldChg>
    </pc:docChg>
  </pc:docChgLst>
  <pc:docChgLst>
    <pc:chgData name="Patrick Delmastro" userId="S::patrick.delmastro@aie.edu.au::80153e81-cca5-4785-8329-c43569ff9011" providerId="AD" clId="Web-{8024AD9B-BF31-8A52-A932-44B8A4D69DDE}"/>
    <pc:docChg chg="modSld">
      <pc:chgData name="Patrick Delmastro" userId="S::patrick.delmastro@aie.edu.au::80153e81-cca5-4785-8329-c43569ff9011" providerId="AD" clId="Web-{8024AD9B-BF31-8A52-A932-44B8A4D69DDE}" dt="2021-08-10T04:21:37.838" v="8" actId="20577"/>
      <pc:docMkLst>
        <pc:docMk/>
      </pc:docMkLst>
      <pc:sldChg chg="modSp">
        <pc:chgData name="Patrick Delmastro" userId="S::patrick.delmastro@aie.edu.au::80153e81-cca5-4785-8329-c43569ff9011" providerId="AD" clId="Web-{8024AD9B-BF31-8A52-A932-44B8A4D69DDE}" dt="2021-08-10T04:21:37.838" v="8" actId="20577"/>
        <pc:sldMkLst>
          <pc:docMk/>
          <pc:sldMk cId="0" sldId="278"/>
        </pc:sldMkLst>
        <pc:spChg chg="mod">
          <ac:chgData name="Patrick Delmastro" userId="S::patrick.delmastro@aie.edu.au::80153e81-cca5-4785-8329-c43569ff9011" providerId="AD" clId="Web-{8024AD9B-BF31-8A52-A932-44B8A4D69DDE}" dt="2021-08-10T04:21:37.838" v="8" actId="20577"/>
          <ac:spMkLst>
            <pc:docMk/>
            <pc:sldMk cId="0" sldId="278"/>
            <ac:spMk id="5" creationId="{7CC2A167-665B-4844-AF42-C94D388384EA}"/>
          </ac:spMkLst>
        </pc:spChg>
        <pc:spChg chg="mod">
          <ac:chgData name="Patrick Delmastro" userId="S::patrick.delmastro@aie.edu.au::80153e81-cca5-4785-8329-c43569ff9011" providerId="AD" clId="Web-{8024AD9B-BF31-8A52-A932-44B8A4D69DDE}" dt="2021-08-10T04:21:35.541" v="7" actId="20577"/>
          <ac:spMkLst>
            <pc:docMk/>
            <pc:sldMk cId="0" sldId="278"/>
            <ac:spMk id="420" creationId="{00000000-0000-0000-0000-000000000000}"/>
          </ac:spMkLst>
        </pc:spChg>
      </pc:sldChg>
    </pc:docChg>
  </pc:docChgLst>
  <pc:docChgLst>
    <pc:chgData name="Patrick Delmastro" userId="S::patrick.delmastro@aie.edu.au::80153e81-cca5-4785-8329-c43569ff9011" providerId="AD" clId="Web-{56BC9282-E8A3-D75E-DAA0-C6F5ACEE6194}"/>
    <pc:docChg chg="modSld">
      <pc:chgData name="Patrick Delmastro" userId="S::patrick.delmastro@aie.edu.au::80153e81-cca5-4785-8329-c43569ff9011" providerId="AD" clId="Web-{56BC9282-E8A3-D75E-DAA0-C6F5ACEE6194}" dt="2021-09-14T02:57:45.815" v="10" actId="20577"/>
      <pc:docMkLst>
        <pc:docMk/>
      </pc:docMkLst>
      <pc:sldChg chg="modSp">
        <pc:chgData name="Patrick Delmastro" userId="S::patrick.delmastro@aie.edu.au::80153e81-cca5-4785-8329-c43569ff9011" providerId="AD" clId="Web-{56BC9282-E8A3-D75E-DAA0-C6F5ACEE6194}" dt="2021-09-14T02:57:45.815" v="10" actId="20577"/>
        <pc:sldMkLst>
          <pc:docMk/>
          <pc:sldMk cId="0" sldId="278"/>
        </pc:sldMkLst>
        <pc:spChg chg="mod">
          <ac:chgData name="Patrick Delmastro" userId="S::patrick.delmastro@aie.edu.au::80153e81-cca5-4785-8329-c43569ff9011" providerId="AD" clId="Web-{56BC9282-E8A3-D75E-DAA0-C6F5ACEE6194}" dt="2021-09-14T02:57:45.815" v="10" actId="20577"/>
          <ac:spMkLst>
            <pc:docMk/>
            <pc:sldMk cId="0" sldId="278"/>
            <ac:spMk id="420" creationId="{00000000-0000-0000-0000-000000000000}"/>
          </ac:spMkLst>
        </pc:spChg>
      </pc:sldChg>
    </pc:docChg>
  </pc:docChgLst>
  <pc:docChgLst>
    <pc:chgData name="Patrick Delmastro" userId="S::patrick.delmastro@aie.edu.au::80153e81-cca5-4785-8329-c43569ff9011" providerId="AD" clId="Web-{78E58DE1-7CD3-C2EA-1108-7B7C1703CAA3}"/>
    <pc:docChg chg="modSld">
      <pc:chgData name="Patrick Delmastro" userId="S::patrick.delmastro@aie.edu.au::80153e81-cca5-4785-8329-c43569ff9011" providerId="AD" clId="Web-{78E58DE1-7CD3-C2EA-1108-7B7C1703CAA3}" dt="2021-06-10T05:48:48.796" v="4" actId="20577"/>
      <pc:docMkLst>
        <pc:docMk/>
      </pc:docMkLst>
      <pc:sldChg chg="modSp">
        <pc:chgData name="Patrick Delmastro" userId="S::patrick.delmastro@aie.edu.au::80153e81-cca5-4785-8329-c43569ff9011" providerId="AD" clId="Web-{78E58DE1-7CD3-C2EA-1108-7B7C1703CAA3}" dt="2021-06-10T05:48:48.796" v="4" actId="20577"/>
        <pc:sldMkLst>
          <pc:docMk/>
          <pc:sldMk cId="0" sldId="277"/>
        </pc:sldMkLst>
        <pc:spChg chg="mod">
          <ac:chgData name="Patrick Delmastro" userId="S::patrick.delmastro@aie.edu.au::80153e81-cca5-4785-8329-c43569ff9011" providerId="AD" clId="Web-{78E58DE1-7CD3-C2EA-1108-7B7C1703CAA3}" dt="2021-06-10T05:48:48.796" v="4" actId="20577"/>
          <ac:spMkLst>
            <pc:docMk/>
            <pc:sldMk cId="0" sldId="277"/>
            <ac:spMk id="414" creationId="{00000000-0000-0000-0000-000000000000}"/>
          </ac:spMkLst>
        </pc:spChg>
      </pc:sldChg>
    </pc:docChg>
  </pc:docChgLst>
  <pc:docChgLst>
    <pc:chgData name="Patrick Delmastro" userId="S::patrick.delmastro@aie.edu.au::80153e81-cca5-4785-8329-c43569ff9011" providerId="AD" clId="Web-{338FAF4C-57C3-0344-B1A3-034DB7BAE82C}"/>
    <pc:docChg chg="modSld">
      <pc:chgData name="Patrick Delmastro" userId="S::patrick.delmastro@aie.edu.au::80153e81-cca5-4785-8329-c43569ff9011" providerId="AD" clId="Web-{338FAF4C-57C3-0344-B1A3-034DB7BAE82C}" dt="2022-03-15T03:53:07.553" v="19" actId="20577"/>
      <pc:docMkLst>
        <pc:docMk/>
      </pc:docMkLst>
      <pc:sldChg chg="modSp">
        <pc:chgData name="Patrick Delmastro" userId="S::patrick.delmastro@aie.edu.au::80153e81-cca5-4785-8329-c43569ff9011" providerId="AD" clId="Web-{338FAF4C-57C3-0344-B1A3-034DB7BAE82C}" dt="2022-03-15T03:53:07.553" v="19" actId="20577"/>
        <pc:sldMkLst>
          <pc:docMk/>
          <pc:sldMk cId="2504494441" sldId="283"/>
        </pc:sldMkLst>
        <pc:spChg chg="mod">
          <ac:chgData name="Patrick Delmastro" userId="S::patrick.delmastro@aie.edu.au::80153e81-cca5-4785-8329-c43569ff9011" providerId="AD" clId="Web-{338FAF4C-57C3-0344-B1A3-034DB7BAE82C}" dt="2022-03-15T03:52:33.677" v="15" actId="20577"/>
          <ac:spMkLst>
            <pc:docMk/>
            <pc:sldMk cId="2504494441" sldId="283"/>
            <ac:spMk id="253" creationId="{00000000-0000-0000-0000-000000000000}"/>
          </ac:spMkLst>
        </pc:spChg>
        <pc:spChg chg="mod">
          <ac:chgData name="Patrick Delmastro" userId="S::patrick.delmastro@aie.edu.au::80153e81-cca5-4785-8329-c43569ff9011" providerId="AD" clId="Web-{338FAF4C-57C3-0344-B1A3-034DB7BAE82C}" dt="2022-03-15T03:53:07.553" v="19" actId="20577"/>
          <ac:spMkLst>
            <pc:docMk/>
            <pc:sldMk cId="2504494441" sldId="283"/>
            <ac:spMk id="254" creationId="{00000000-0000-0000-0000-000000000000}"/>
          </ac:spMkLst>
        </pc:spChg>
      </pc:sldChg>
    </pc:docChg>
  </pc:docChgLst>
  <pc:docChgLst>
    <pc:chgData name="Thomas Sinclair" userId="S::thomass@aie.edu.au::ea7e17c6-715c-40d9-8261-37f47b5b9a01" providerId="AD" clId="Web-{38A67309-6AB5-8352-A9FB-8D32253A9051}"/>
    <pc:docChg chg="addSld delSld modSld addMainMaster">
      <pc:chgData name="Thomas Sinclair" userId="S::thomass@aie.edu.au::ea7e17c6-715c-40d9-8261-37f47b5b9a01" providerId="AD" clId="Web-{38A67309-6AB5-8352-A9FB-8D32253A9051}" dt="2021-09-23T05:41:52.579" v="65"/>
      <pc:docMkLst>
        <pc:docMk/>
      </pc:docMkLst>
      <pc:sldChg chg="modSp add del">
        <pc:chgData name="Thomas Sinclair" userId="S::thomass@aie.edu.au::ea7e17c6-715c-40d9-8261-37f47b5b9a01" providerId="AD" clId="Web-{38A67309-6AB5-8352-A9FB-8D32253A9051}" dt="2021-09-23T05:41:50.829" v="64"/>
        <pc:sldMkLst>
          <pc:docMk/>
          <pc:sldMk cId="2947610735" sldId="315"/>
        </pc:sldMkLst>
        <pc:spChg chg="mod">
          <ac:chgData name="Thomas Sinclair" userId="S::thomass@aie.edu.au::ea7e17c6-715c-40d9-8261-37f47b5b9a01" providerId="AD" clId="Web-{38A67309-6AB5-8352-A9FB-8D32253A9051}" dt="2021-09-23T04:59:07.262" v="9" actId="20577"/>
          <ac:spMkLst>
            <pc:docMk/>
            <pc:sldMk cId="2947610735" sldId="315"/>
            <ac:spMk id="3" creationId="{FCA8D31C-A7DE-4B15-9528-B1198F38D4BB}"/>
          </ac:spMkLst>
        </pc:spChg>
        <pc:spChg chg="mod">
          <ac:chgData name="Thomas Sinclair" userId="S::thomass@aie.edu.au::ea7e17c6-715c-40d9-8261-37f47b5b9a01" providerId="AD" clId="Web-{38A67309-6AB5-8352-A9FB-8D32253A9051}" dt="2021-09-23T05:27:33.587" v="57" actId="20577"/>
          <ac:spMkLst>
            <pc:docMk/>
            <pc:sldMk cId="2947610735" sldId="315"/>
            <ac:spMk id="10" creationId="{BA669CF1-9F9C-453F-B2CD-51725C991CCD}"/>
          </ac:spMkLst>
        </pc:spChg>
        <pc:spChg chg="mod">
          <ac:chgData name="Thomas Sinclair" userId="S::thomass@aie.edu.au::ea7e17c6-715c-40d9-8261-37f47b5b9a01" providerId="AD" clId="Web-{38A67309-6AB5-8352-A9FB-8D32253A9051}" dt="2021-09-23T05:37:09.508" v="63" actId="20577"/>
          <ac:spMkLst>
            <pc:docMk/>
            <pc:sldMk cId="2947610735" sldId="315"/>
            <ac:spMk id="16" creationId="{61AEFF07-167F-495C-9D4E-8928F3A0CF1D}"/>
          </ac:spMkLst>
        </pc:spChg>
        <pc:spChg chg="mod">
          <ac:chgData name="Thomas Sinclair" userId="S::thomass@aie.edu.au::ea7e17c6-715c-40d9-8261-37f47b5b9a01" providerId="AD" clId="Web-{38A67309-6AB5-8352-A9FB-8D32253A9051}" dt="2021-09-23T05:09:14.449" v="31" actId="20577"/>
          <ac:spMkLst>
            <pc:docMk/>
            <pc:sldMk cId="2947610735" sldId="315"/>
            <ac:spMk id="17" creationId="{2F6C7BB7-9B1E-4A6F-9B9D-6173268D8932}"/>
          </ac:spMkLst>
        </pc:spChg>
        <pc:spChg chg="mod">
          <ac:chgData name="Thomas Sinclair" userId="S::thomass@aie.edu.au::ea7e17c6-715c-40d9-8261-37f47b5b9a01" providerId="AD" clId="Web-{38A67309-6AB5-8352-A9FB-8D32253A9051}" dt="2021-09-23T05:16:06.866" v="38" actId="20577"/>
          <ac:spMkLst>
            <pc:docMk/>
            <pc:sldMk cId="2947610735" sldId="315"/>
            <ac:spMk id="18" creationId="{18C301C4-4DE6-4D93-9B3F-7A1BEAC217B6}"/>
          </ac:spMkLst>
        </pc:spChg>
        <pc:spChg chg="mod">
          <ac:chgData name="Thomas Sinclair" userId="S::thomass@aie.edu.au::ea7e17c6-715c-40d9-8261-37f47b5b9a01" providerId="AD" clId="Web-{38A67309-6AB5-8352-A9FB-8D32253A9051}" dt="2021-09-23T05:20:51.452" v="44" actId="20577"/>
          <ac:spMkLst>
            <pc:docMk/>
            <pc:sldMk cId="2947610735" sldId="315"/>
            <ac:spMk id="19" creationId="{1AB3F67D-EA42-49A3-87A3-EDA1741AE36D}"/>
          </ac:spMkLst>
        </pc:spChg>
        <pc:picChg chg="mod modCrop">
          <ac:chgData name="Thomas Sinclair" userId="S::thomass@aie.edu.au::ea7e17c6-715c-40d9-8261-37f47b5b9a01" providerId="AD" clId="Web-{38A67309-6AB5-8352-A9FB-8D32253A9051}" dt="2021-09-23T05:00:15.373" v="16"/>
          <ac:picMkLst>
            <pc:docMk/>
            <pc:sldMk cId="2947610735" sldId="315"/>
            <ac:picMk id="2" creationId="{08939534-38B3-440C-A038-000667F59B51}"/>
          </ac:picMkLst>
        </pc:picChg>
        <pc:picChg chg="mod">
          <ac:chgData name="Thomas Sinclair" userId="S::thomass@aie.edu.au::ea7e17c6-715c-40d9-8261-37f47b5b9a01" providerId="AD" clId="Web-{38A67309-6AB5-8352-A9FB-8D32253A9051}" dt="2021-09-23T05:26:26.866" v="47"/>
          <ac:picMkLst>
            <pc:docMk/>
            <pc:sldMk cId="2947610735" sldId="315"/>
            <ac:picMk id="4" creationId="{B153E2A2-B391-43DA-95BF-A0AEBA646E61}"/>
          </ac:picMkLst>
        </pc:picChg>
        <pc:picChg chg="mod">
          <ac:chgData name="Thomas Sinclair" userId="S::thomass@aie.edu.au::ea7e17c6-715c-40d9-8261-37f47b5b9a01" providerId="AD" clId="Web-{38A67309-6AB5-8352-A9FB-8D32253A9051}" dt="2021-09-23T05:19:36.043" v="39"/>
          <ac:picMkLst>
            <pc:docMk/>
            <pc:sldMk cId="2947610735" sldId="315"/>
            <ac:picMk id="5" creationId="{86A7B254-18A9-4754-A76F-3C20182D7244}"/>
          </ac:picMkLst>
        </pc:picChg>
        <pc:picChg chg="mod">
          <ac:chgData name="Thomas Sinclair" userId="S::thomass@aie.edu.au::ea7e17c6-715c-40d9-8261-37f47b5b9a01" providerId="AD" clId="Web-{38A67309-6AB5-8352-A9FB-8D32253A9051}" dt="2021-09-23T05:35:58.225" v="58"/>
          <ac:picMkLst>
            <pc:docMk/>
            <pc:sldMk cId="2947610735" sldId="315"/>
            <ac:picMk id="6" creationId="{4B6ED455-8DF4-4072-AE86-83BF76E6D380}"/>
          </ac:picMkLst>
        </pc:picChg>
        <pc:picChg chg="mod">
          <ac:chgData name="Thomas Sinclair" userId="S::thomass@aie.edu.au::ea7e17c6-715c-40d9-8261-37f47b5b9a01" providerId="AD" clId="Web-{38A67309-6AB5-8352-A9FB-8D32253A9051}" dt="2021-09-23T05:14:47.724" v="32"/>
          <ac:picMkLst>
            <pc:docMk/>
            <pc:sldMk cId="2947610735" sldId="315"/>
            <ac:picMk id="8" creationId="{20F8F23D-5A77-442F-AD50-CDDA761C10A6}"/>
          </ac:picMkLst>
        </pc:picChg>
        <pc:picChg chg="mod">
          <ac:chgData name="Thomas Sinclair" userId="S::thomass@aie.edu.au::ea7e17c6-715c-40d9-8261-37f47b5b9a01" providerId="AD" clId="Web-{38A67309-6AB5-8352-A9FB-8D32253A9051}" dt="2021-09-23T05:07:39.150" v="18"/>
          <ac:picMkLst>
            <pc:docMk/>
            <pc:sldMk cId="2947610735" sldId="315"/>
            <ac:picMk id="14" creationId="{D79D36A6-BAB0-4338-B3ED-142260BA7658}"/>
          </ac:picMkLst>
        </pc:picChg>
      </pc:sldChg>
      <pc:sldChg chg="add">
        <pc:chgData name="Thomas Sinclair" userId="S::thomass@aie.edu.au::ea7e17c6-715c-40d9-8261-37f47b5b9a01" providerId="AD" clId="Web-{38A67309-6AB5-8352-A9FB-8D32253A9051}" dt="2021-09-23T05:41:52.579" v="65"/>
        <pc:sldMkLst>
          <pc:docMk/>
          <pc:sldMk cId="3486143153" sldId="315"/>
        </pc:sldMkLst>
      </pc:sldChg>
      <pc:sldMasterChg chg="add addSldLayout">
        <pc:chgData name="Thomas Sinclair" userId="S::thomass@aie.edu.au::ea7e17c6-715c-40d9-8261-37f47b5b9a01" providerId="AD" clId="Web-{38A67309-6AB5-8352-A9FB-8D32253A9051}" dt="2021-09-23T04:57:55.822" v="0"/>
        <pc:sldMasterMkLst>
          <pc:docMk/>
          <pc:sldMasterMk cId="0" sldId="2147483711"/>
        </pc:sldMasterMkLst>
        <pc:sldLayoutChg chg="add">
          <pc:chgData name="Thomas Sinclair" userId="S::thomass@aie.edu.au::ea7e17c6-715c-40d9-8261-37f47b5b9a01" providerId="AD" clId="Web-{38A67309-6AB5-8352-A9FB-8D32253A9051}" dt="2021-09-23T04:57:55.822" v="0"/>
          <pc:sldLayoutMkLst>
            <pc:docMk/>
            <pc:sldMasterMk cId="0" sldId="2147483711"/>
            <pc:sldLayoutMk cId="0" sldId="2147483712"/>
          </pc:sldLayoutMkLst>
        </pc:sldLayoutChg>
        <pc:sldLayoutChg chg="add">
          <pc:chgData name="Thomas Sinclair" userId="S::thomass@aie.edu.au::ea7e17c6-715c-40d9-8261-37f47b5b9a01" providerId="AD" clId="Web-{38A67309-6AB5-8352-A9FB-8D32253A9051}" dt="2021-09-23T04:57:55.822" v="0"/>
          <pc:sldLayoutMkLst>
            <pc:docMk/>
            <pc:sldMasterMk cId="0" sldId="2147483711"/>
            <pc:sldLayoutMk cId="0" sldId="2147483713"/>
          </pc:sldLayoutMkLst>
        </pc:sldLayoutChg>
        <pc:sldLayoutChg chg="add">
          <pc:chgData name="Thomas Sinclair" userId="S::thomass@aie.edu.au::ea7e17c6-715c-40d9-8261-37f47b5b9a01" providerId="AD" clId="Web-{38A67309-6AB5-8352-A9FB-8D32253A9051}" dt="2021-09-23T04:57:55.822" v="0"/>
          <pc:sldLayoutMkLst>
            <pc:docMk/>
            <pc:sldMasterMk cId="0" sldId="2147483711"/>
            <pc:sldLayoutMk cId="0" sldId="2147483714"/>
          </pc:sldLayoutMkLst>
        </pc:sldLayoutChg>
        <pc:sldLayoutChg chg="add">
          <pc:chgData name="Thomas Sinclair" userId="S::thomass@aie.edu.au::ea7e17c6-715c-40d9-8261-37f47b5b9a01" providerId="AD" clId="Web-{38A67309-6AB5-8352-A9FB-8D32253A9051}" dt="2021-09-23T04:57:55.822" v="0"/>
          <pc:sldLayoutMkLst>
            <pc:docMk/>
            <pc:sldMasterMk cId="0" sldId="2147483711"/>
            <pc:sldLayoutMk cId="0" sldId="2147483715"/>
          </pc:sldLayoutMkLst>
        </pc:sldLayoutChg>
        <pc:sldLayoutChg chg="add">
          <pc:chgData name="Thomas Sinclair" userId="S::thomass@aie.edu.au::ea7e17c6-715c-40d9-8261-37f47b5b9a01" providerId="AD" clId="Web-{38A67309-6AB5-8352-A9FB-8D32253A9051}" dt="2021-09-23T04:57:55.822" v="0"/>
          <pc:sldLayoutMkLst>
            <pc:docMk/>
            <pc:sldMasterMk cId="0" sldId="2147483711"/>
            <pc:sldLayoutMk cId="0" sldId="2147483716"/>
          </pc:sldLayoutMkLst>
        </pc:sldLayoutChg>
        <pc:sldLayoutChg chg="add">
          <pc:chgData name="Thomas Sinclair" userId="S::thomass@aie.edu.au::ea7e17c6-715c-40d9-8261-37f47b5b9a01" providerId="AD" clId="Web-{38A67309-6AB5-8352-A9FB-8D32253A9051}" dt="2021-09-23T04:57:55.822" v="0"/>
          <pc:sldLayoutMkLst>
            <pc:docMk/>
            <pc:sldMasterMk cId="0" sldId="2147483711"/>
            <pc:sldLayoutMk cId="0" sldId="2147483717"/>
          </pc:sldLayoutMkLst>
        </pc:sldLayoutChg>
        <pc:sldLayoutChg chg="add">
          <pc:chgData name="Thomas Sinclair" userId="S::thomass@aie.edu.au::ea7e17c6-715c-40d9-8261-37f47b5b9a01" providerId="AD" clId="Web-{38A67309-6AB5-8352-A9FB-8D32253A9051}" dt="2021-09-23T04:57:55.822" v="0"/>
          <pc:sldLayoutMkLst>
            <pc:docMk/>
            <pc:sldMasterMk cId="0" sldId="2147483711"/>
            <pc:sldLayoutMk cId="0" sldId="2147483718"/>
          </pc:sldLayoutMkLst>
        </pc:sldLayoutChg>
        <pc:sldLayoutChg chg="add">
          <pc:chgData name="Thomas Sinclair" userId="S::thomass@aie.edu.au::ea7e17c6-715c-40d9-8261-37f47b5b9a01" providerId="AD" clId="Web-{38A67309-6AB5-8352-A9FB-8D32253A9051}" dt="2021-09-23T04:57:55.822" v="0"/>
          <pc:sldLayoutMkLst>
            <pc:docMk/>
            <pc:sldMasterMk cId="0" sldId="2147483711"/>
            <pc:sldLayoutMk cId="0" sldId="2147483719"/>
          </pc:sldLayoutMkLst>
        </pc:sldLayoutChg>
        <pc:sldLayoutChg chg="add">
          <pc:chgData name="Thomas Sinclair" userId="S::thomass@aie.edu.au::ea7e17c6-715c-40d9-8261-37f47b5b9a01" providerId="AD" clId="Web-{38A67309-6AB5-8352-A9FB-8D32253A9051}" dt="2021-09-23T04:57:55.822" v="0"/>
          <pc:sldLayoutMkLst>
            <pc:docMk/>
            <pc:sldMasterMk cId="0" sldId="2147483711"/>
            <pc:sldLayoutMk cId="0" sldId="2147483720"/>
          </pc:sldLayoutMkLst>
        </pc:sldLayoutChg>
        <pc:sldLayoutChg chg="add">
          <pc:chgData name="Thomas Sinclair" userId="S::thomass@aie.edu.au::ea7e17c6-715c-40d9-8261-37f47b5b9a01" providerId="AD" clId="Web-{38A67309-6AB5-8352-A9FB-8D32253A9051}" dt="2021-09-23T04:57:55.822" v="0"/>
          <pc:sldLayoutMkLst>
            <pc:docMk/>
            <pc:sldMasterMk cId="0" sldId="2147483711"/>
            <pc:sldLayoutMk cId="0" sldId="2147483721"/>
          </pc:sldLayoutMkLst>
        </pc:sldLayoutChg>
        <pc:sldLayoutChg chg="add">
          <pc:chgData name="Thomas Sinclair" userId="S::thomass@aie.edu.au::ea7e17c6-715c-40d9-8261-37f47b5b9a01" providerId="AD" clId="Web-{38A67309-6AB5-8352-A9FB-8D32253A9051}" dt="2021-09-23T04:57:55.822" v="0"/>
          <pc:sldLayoutMkLst>
            <pc:docMk/>
            <pc:sldMasterMk cId="0" sldId="2147483711"/>
            <pc:sldLayoutMk cId="0" sldId="2147483722"/>
          </pc:sldLayoutMkLst>
        </pc:sldLayoutChg>
        <pc:sldLayoutChg chg="add">
          <pc:chgData name="Thomas Sinclair" userId="S::thomass@aie.edu.au::ea7e17c6-715c-40d9-8261-37f47b5b9a01" providerId="AD" clId="Web-{38A67309-6AB5-8352-A9FB-8D32253A9051}" dt="2021-09-23T04:57:55.822" v="0"/>
          <pc:sldLayoutMkLst>
            <pc:docMk/>
            <pc:sldMasterMk cId="0" sldId="2147483711"/>
            <pc:sldLayoutMk cId="0" sldId="2147483723"/>
          </pc:sldLayoutMkLst>
        </pc:sldLayoutChg>
        <pc:sldLayoutChg chg="add">
          <pc:chgData name="Thomas Sinclair" userId="S::thomass@aie.edu.au::ea7e17c6-715c-40d9-8261-37f47b5b9a01" providerId="AD" clId="Web-{38A67309-6AB5-8352-A9FB-8D32253A9051}" dt="2021-09-23T04:57:55.822" v="0"/>
          <pc:sldLayoutMkLst>
            <pc:docMk/>
            <pc:sldMasterMk cId="0" sldId="2147483711"/>
            <pc:sldLayoutMk cId="0" sldId="2147483724"/>
          </pc:sldLayoutMkLst>
        </pc:sldLayoutChg>
        <pc:sldLayoutChg chg="add">
          <pc:chgData name="Thomas Sinclair" userId="S::thomass@aie.edu.au::ea7e17c6-715c-40d9-8261-37f47b5b9a01" providerId="AD" clId="Web-{38A67309-6AB5-8352-A9FB-8D32253A9051}" dt="2021-09-23T04:57:55.822" v="0"/>
          <pc:sldLayoutMkLst>
            <pc:docMk/>
            <pc:sldMasterMk cId="0" sldId="2147483711"/>
            <pc:sldLayoutMk cId="0" sldId="2147483725"/>
          </pc:sldLayoutMkLst>
        </pc:sldLayoutChg>
      </pc:sldMasterChg>
    </pc:docChg>
  </pc:docChgLst>
  <pc:docChgLst>
    <pc:chgData name="Thomas Sinclair" userId="S::thomass@aie.edu.au::ea7e17c6-715c-40d9-8261-37f47b5b9a01" providerId="AD" clId="Web-{3ACC66FB-F85F-8389-0CD2-187112F963DD}"/>
    <pc:docChg chg="modSld">
      <pc:chgData name="Thomas Sinclair" userId="S::thomass@aie.edu.au::ea7e17c6-715c-40d9-8261-37f47b5b9a01" providerId="AD" clId="Web-{3ACC66FB-F85F-8389-0CD2-187112F963DD}" dt="2021-09-23T00:07:47.520" v="8" actId="20577"/>
      <pc:docMkLst>
        <pc:docMk/>
      </pc:docMkLst>
      <pc:sldChg chg="modSp">
        <pc:chgData name="Thomas Sinclair" userId="S::thomass@aie.edu.au::ea7e17c6-715c-40d9-8261-37f47b5b9a01" providerId="AD" clId="Web-{3ACC66FB-F85F-8389-0CD2-187112F963DD}" dt="2021-09-22T23:56:44.105" v="2" actId="20577"/>
        <pc:sldMkLst>
          <pc:docMk/>
          <pc:sldMk cId="0" sldId="259"/>
        </pc:sldMkLst>
        <pc:spChg chg="mod">
          <ac:chgData name="Thomas Sinclair" userId="S::thomass@aie.edu.au::ea7e17c6-715c-40d9-8261-37f47b5b9a01" providerId="AD" clId="Web-{3ACC66FB-F85F-8389-0CD2-187112F963DD}" dt="2021-09-22T23:56:44.105" v="2" actId="20577"/>
          <ac:spMkLst>
            <pc:docMk/>
            <pc:sldMk cId="0" sldId="259"/>
            <ac:spMk id="227" creationId="{00000000-0000-0000-0000-000000000000}"/>
          </ac:spMkLst>
        </pc:spChg>
      </pc:sldChg>
      <pc:sldChg chg="modSp">
        <pc:chgData name="Thomas Sinclair" userId="S::thomass@aie.edu.au::ea7e17c6-715c-40d9-8261-37f47b5b9a01" providerId="AD" clId="Web-{3ACC66FB-F85F-8389-0CD2-187112F963DD}" dt="2021-09-23T00:07:47.520" v="8" actId="20577"/>
        <pc:sldMkLst>
          <pc:docMk/>
          <pc:sldMk cId="0" sldId="260"/>
        </pc:sldMkLst>
        <pc:spChg chg="mod">
          <ac:chgData name="Thomas Sinclair" userId="S::thomass@aie.edu.au::ea7e17c6-715c-40d9-8261-37f47b5b9a01" providerId="AD" clId="Web-{3ACC66FB-F85F-8389-0CD2-187112F963DD}" dt="2021-09-23T00:07:47.520" v="8" actId="20577"/>
          <ac:spMkLst>
            <pc:docMk/>
            <pc:sldMk cId="0" sldId="260"/>
            <ac:spMk id="233" creationId="{00000000-0000-0000-0000-000000000000}"/>
          </ac:spMkLst>
        </pc:spChg>
      </pc:sldChg>
    </pc:docChg>
  </pc:docChgLst>
  <pc:docChgLst>
    <pc:chgData name="Patrick Delmastro" userId="S::patrick.delmastro@aie.edu.au::80153e81-cca5-4785-8329-c43569ff9011" providerId="AD" clId="Web-{9506BF93-2829-E028-121D-DC2E444F9249}"/>
    <pc:docChg chg="addSld delSld modSld sldOrd">
      <pc:chgData name="Patrick Delmastro" userId="S::patrick.delmastro@aie.edu.au::80153e81-cca5-4785-8329-c43569ff9011" providerId="AD" clId="Web-{9506BF93-2829-E028-121D-DC2E444F9249}" dt="2021-09-17T05:22:47.737" v="59" actId="20577"/>
      <pc:docMkLst>
        <pc:docMk/>
      </pc:docMkLst>
      <pc:sldChg chg="addSp delSp modSp">
        <pc:chgData name="Patrick Delmastro" userId="S::patrick.delmastro@aie.edu.au::80153e81-cca5-4785-8329-c43569ff9011" providerId="AD" clId="Web-{9506BF93-2829-E028-121D-DC2E444F9249}" dt="2021-09-17T05:18:39.966" v="49"/>
        <pc:sldMkLst>
          <pc:docMk/>
          <pc:sldMk cId="0" sldId="256"/>
        </pc:sldMkLst>
        <pc:spChg chg="add del mod">
          <ac:chgData name="Patrick Delmastro" userId="S::patrick.delmastro@aie.edu.au::80153e81-cca5-4785-8329-c43569ff9011" providerId="AD" clId="Web-{9506BF93-2829-E028-121D-DC2E444F9249}" dt="2021-09-17T05:18:39.966" v="49"/>
          <ac:spMkLst>
            <pc:docMk/>
            <pc:sldMk cId="0" sldId="256"/>
            <ac:spMk id="3" creationId="{DDDD2017-0570-49E2-9EEA-A263CFAC9208}"/>
          </ac:spMkLst>
        </pc:spChg>
        <pc:spChg chg="add del">
          <ac:chgData name="Patrick Delmastro" userId="S::patrick.delmastro@aie.edu.au::80153e81-cca5-4785-8329-c43569ff9011" providerId="AD" clId="Web-{9506BF93-2829-E028-121D-DC2E444F9249}" dt="2021-09-17T05:18:38.200" v="48"/>
          <ac:spMkLst>
            <pc:docMk/>
            <pc:sldMk cId="0" sldId="256"/>
            <ac:spMk id="4" creationId="{196890EC-8615-46DE-959F-3B9A8DD5E7B7}"/>
          </ac:spMkLst>
        </pc:spChg>
        <pc:spChg chg="add del">
          <ac:chgData name="Patrick Delmastro" userId="S::patrick.delmastro@aie.edu.au::80153e81-cca5-4785-8329-c43569ff9011" providerId="AD" clId="Web-{9506BF93-2829-E028-121D-DC2E444F9249}" dt="2021-09-17T05:18:39.966" v="49"/>
          <ac:spMkLst>
            <pc:docMk/>
            <pc:sldMk cId="0" sldId="256"/>
            <ac:spMk id="206" creationId="{00000000-0000-0000-0000-000000000000}"/>
          </ac:spMkLst>
        </pc:spChg>
      </pc:sldChg>
      <pc:sldChg chg="modSp">
        <pc:chgData name="Patrick Delmastro" userId="S::patrick.delmastro@aie.edu.au::80153e81-cca5-4785-8329-c43569ff9011" providerId="AD" clId="Web-{9506BF93-2829-E028-121D-DC2E444F9249}" dt="2021-09-17T05:22:47.737" v="59" actId="20577"/>
        <pc:sldMkLst>
          <pc:docMk/>
          <pc:sldMk cId="0" sldId="260"/>
        </pc:sldMkLst>
        <pc:spChg chg="mod">
          <ac:chgData name="Patrick Delmastro" userId="S::patrick.delmastro@aie.edu.au::80153e81-cca5-4785-8329-c43569ff9011" providerId="AD" clId="Web-{9506BF93-2829-E028-121D-DC2E444F9249}" dt="2021-09-17T05:22:47.737" v="59" actId="20577"/>
          <ac:spMkLst>
            <pc:docMk/>
            <pc:sldMk cId="0" sldId="260"/>
            <ac:spMk id="233" creationId="{00000000-0000-0000-0000-000000000000}"/>
          </ac:spMkLst>
        </pc:spChg>
        <pc:spChg chg="ord">
          <ac:chgData name="Patrick Delmastro" userId="S::patrick.delmastro@aie.edu.au::80153e81-cca5-4785-8329-c43569ff9011" providerId="AD" clId="Web-{9506BF93-2829-E028-121D-DC2E444F9249}" dt="2021-09-17T05:22:44.408" v="57"/>
          <ac:spMkLst>
            <pc:docMk/>
            <pc:sldMk cId="0" sldId="260"/>
            <ac:spMk id="234" creationId="{00000000-0000-0000-0000-000000000000}"/>
          </ac:spMkLst>
        </pc:spChg>
      </pc:sldChg>
      <pc:sldChg chg="addSp delSp modSp">
        <pc:chgData name="Patrick Delmastro" userId="S::patrick.delmastro@aie.edu.au::80153e81-cca5-4785-8329-c43569ff9011" providerId="AD" clId="Web-{9506BF93-2829-E028-121D-DC2E444F9249}" dt="2021-09-17T05:19:06.107" v="56"/>
        <pc:sldMkLst>
          <pc:docMk/>
          <pc:sldMk cId="1068382997" sldId="279"/>
        </pc:sldMkLst>
        <pc:spChg chg="mod">
          <ac:chgData name="Patrick Delmastro" userId="S::patrick.delmastro@aie.edu.au::80153e81-cca5-4785-8329-c43569ff9011" providerId="AD" clId="Web-{9506BF93-2829-E028-121D-DC2E444F9249}" dt="2021-09-17T05:18:28.809" v="43" actId="20577"/>
          <ac:spMkLst>
            <pc:docMk/>
            <pc:sldMk cId="1068382997" sldId="279"/>
            <ac:spMk id="5" creationId="{EED6A5E4-658B-4FBA-8A42-9CB78417F345}"/>
          </ac:spMkLst>
        </pc:spChg>
        <pc:spChg chg="mod">
          <ac:chgData name="Patrick Delmastro" userId="S::patrick.delmastro@aie.edu.au::80153e81-cca5-4785-8329-c43569ff9011" providerId="AD" clId="Web-{9506BF93-2829-E028-121D-DC2E444F9249}" dt="2021-09-17T05:18:26.528" v="42" actId="20577"/>
          <ac:spMkLst>
            <pc:docMk/>
            <pc:sldMk cId="1068382997" sldId="279"/>
            <ac:spMk id="6" creationId="{F1D419E8-F26F-4BF7-A85B-45E7C97B3676}"/>
          </ac:spMkLst>
        </pc:spChg>
        <pc:spChg chg="mod">
          <ac:chgData name="Patrick Delmastro" userId="S::patrick.delmastro@aie.edu.au::80153e81-cca5-4785-8329-c43569ff9011" providerId="AD" clId="Web-{9506BF93-2829-E028-121D-DC2E444F9249}" dt="2021-09-17T05:18:24.231" v="41" actId="20577"/>
          <ac:spMkLst>
            <pc:docMk/>
            <pc:sldMk cId="1068382997" sldId="279"/>
            <ac:spMk id="7" creationId="{EE2122EE-E666-4D39-B521-F265625FD367}"/>
          </ac:spMkLst>
        </pc:spChg>
        <pc:spChg chg="mod">
          <ac:chgData name="Patrick Delmastro" userId="S::patrick.delmastro@aie.edu.au::80153e81-cca5-4785-8329-c43569ff9011" providerId="AD" clId="Web-{9506BF93-2829-E028-121D-DC2E444F9249}" dt="2021-09-17T05:18:21.028" v="37" actId="20577"/>
          <ac:spMkLst>
            <pc:docMk/>
            <pc:sldMk cId="1068382997" sldId="279"/>
            <ac:spMk id="8" creationId="{8E58F15B-98B0-4C2D-8794-FF156C80D242}"/>
          </ac:spMkLst>
        </pc:spChg>
        <pc:spChg chg="add">
          <ac:chgData name="Patrick Delmastro" userId="S::patrick.delmastro@aie.edu.au::80153e81-cca5-4785-8329-c43569ff9011" providerId="AD" clId="Web-{9506BF93-2829-E028-121D-DC2E444F9249}" dt="2021-09-17T05:17:28.371" v="30"/>
          <ac:spMkLst>
            <pc:docMk/>
            <pc:sldMk cId="1068382997" sldId="279"/>
            <ac:spMk id="10" creationId="{3CF6C903-E35F-471D-8F2F-FC84F2AB8D72}"/>
          </ac:spMkLst>
        </pc:spChg>
        <pc:spChg chg="add">
          <ac:chgData name="Patrick Delmastro" userId="S::patrick.delmastro@aie.edu.au::80153e81-cca5-4785-8329-c43569ff9011" providerId="AD" clId="Web-{9506BF93-2829-E028-121D-DC2E444F9249}" dt="2021-09-17T05:17:28.371" v="30"/>
          <ac:spMkLst>
            <pc:docMk/>
            <pc:sldMk cId="1068382997" sldId="279"/>
            <ac:spMk id="12" creationId="{209C5240-54D9-45C6-A495-3D8675C6D287}"/>
          </ac:spMkLst>
        </pc:spChg>
        <pc:spChg chg="add">
          <ac:chgData name="Patrick Delmastro" userId="S::patrick.delmastro@aie.edu.au::80153e81-cca5-4785-8329-c43569ff9011" providerId="AD" clId="Web-{9506BF93-2829-E028-121D-DC2E444F9249}" dt="2021-09-17T05:17:28.371" v="30"/>
          <ac:spMkLst>
            <pc:docMk/>
            <pc:sldMk cId="1068382997" sldId="279"/>
            <ac:spMk id="13" creationId="{06FB6258-FCCE-4CC5-A904-2568B62CB5F1}"/>
          </ac:spMkLst>
        </pc:spChg>
        <pc:spChg chg="add">
          <ac:chgData name="Patrick Delmastro" userId="S::patrick.delmastro@aie.edu.au::80153e81-cca5-4785-8329-c43569ff9011" providerId="AD" clId="Web-{9506BF93-2829-E028-121D-DC2E444F9249}" dt="2021-09-17T05:17:34.043" v="31"/>
          <ac:spMkLst>
            <pc:docMk/>
            <pc:sldMk cId="1068382997" sldId="279"/>
            <ac:spMk id="16" creationId="{199475FA-ADAF-42CF-88FF-DC00E7641DEE}"/>
          </ac:spMkLst>
        </pc:spChg>
        <pc:spChg chg="add">
          <ac:chgData name="Patrick Delmastro" userId="S::patrick.delmastro@aie.edu.au::80153e81-cca5-4785-8329-c43569ff9011" providerId="AD" clId="Web-{9506BF93-2829-E028-121D-DC2E444F9249}" dt="2021-09-17T05:17:34.043" v="31"/>
          <ac:spMkLst>
            <pc:docMk/>
            <pc:sldMk cId="1068382997" sldId="279"/>
            <ac:spMk id="17" creationId="{8CC2674A-B014-424F-93C3-97383E25CDE8}"/>
          </ac:spMkLst>
        </pc:spChg>
        <pc:spChg chg="add">
          <ac:chgData name="Patrick Delmastro" userId="S::patrick.delmastro@aie.edu.au::80153e81-cca5-4785-8329-c43569ff9011" providerId="AD" clId="Web-{9506BF93-2829-E028-121D-DC2E444F9249}" dt="2021-09-17T05:17:34.043" v="31"/>
          <ac:spMkLst>
            <pc:docMk/>
            <pc:sldMk cId="1068382997" sldId="279"/>
            <ac:spMk id="18" creationId="{CEB1B83B-D98F-4D5F-AEF8-198D6806C09A}"/>
          </ac:spMkLst>
        </pc:spChg>
        <pc:grpChg chg="add del">
          <ac:chgData name="Patrick Delmastro" userId="S::patrick.delmastro@aie.edu.au::80153e81-cca5-4785-8329-c43569ff9011" providerId="AD" clId="Web-{9506BF93-2829-E028-121D-DC2E444F9249}" dt="2021-09-17T05:19:04.966" v="55"/>
          <ac:grpSpMkLst>
            <pc:docMk/>
            <pc:sldMk cId="1068382997" sldId="279"/>
            <ac:grpSpMk id="9" creationId="{E18089F1-A62D-49BD-9111-CAE7B803858B}"/>
          </ac:grpSpMkLst>
        </pc:grpChg>
        <pc:grpChg chg="add">
          <ac:chgData name="Patrick Delmastro" userId="S::patrick.delmastro@aie.edu.au::80153e81-cca5-4785-8329-c43569ff9011" providerId="AD" clId="Web-{9506BF93-2829-E028-121D-DC2E444F9249}" dt="2021-09-17T05:17:28.371" v="30"/>
          <ac:grpSpMkLst>
            <pc:docMk/>
            <pc:sldMk cId="1068382997" sldId="279"/>
            <ac:grpSpMk id="11" creationId="{88423037-642C-4B2D-AAD7-5BA42DE13448}"/>
          </ac:grpSpMkLst>
        </pc:grpChg>
        <pc:grpChg chg="add del">
          <ac:chgData name="Patrick Delmastro" userId="S::patrick.delmastro@aie.edu.au::80153e81-cca5-4785-8329-c43569ff9011" providerId="AD" clId="Web-{9506BF93-2829-E028-121D-DC2E444F9249}" dt="2021-09-17T05:19:06.107" v="56"/>
          <ac:grpSpMkLst>
            <pc:docMk/>
            <pc:sldMk cId="1068382997" sldId="279"/>
            <ac:grpSpMk id="14" creationId="{DAE3A1FB-22D4-40EF-AB93-CAA596C63E95}"/>
          </ac:grpSpMkLst>
        </pc:grpChg>
        <pc:grpChg chg="add">
          <ac:chgData name="Patrick Delmastro" userId="S::patrick.delmastro@aie.edu.au::80153e81-cca5-4785-8329-c43569ff9011" providerId="AD" clId="Web-{9506BF93-2829-E028-121D-DC2E444F9249}" dt="2021-09-17T05:17:34.043" v="31"/>
          <ac:grpSpMkLst>
            <pc:docMk/>
            <pc:sldMk cId="1068382997" sldId="279"/>
            <ac:grpSpMk id="15" creationId="{99437EC9-80DC-4B31-879B-5ACB2EF8F87A}"/>
          </ac:grpSpMkLst>
        </pc:grpChg>
      </pc:sldChg>
      <pc:sldChg chg="modSp">
        <pc:chgData name="Patrick Delmastro" userId="S::patrick.delmastro@aie.edu.au::80153e81-cca5-4785-8329-c43569ff9011" providerId="AD" clId="Web-{9506BF93-2829-E028-121D-DC2E444F9249}" dt="2021-09-17T05:19:02.560" v="54" actId="20577"/>
        <pc:sldMkLst>
          <pc:docMk/>
          <pc:sldMk cId="2504494441" sldId="283"/>
        </pc:sldMkLst>
        <pc:spChg chg="mod">
          <ac:chgData name="Patrick Delmastro" userId="S::patrick.delmastro@aie.edu.au::80153e81-cca5-4785-8329-c43569ff9011" providerId="AD" clId="Web-{9506BF93-2829-E028-121D-DC2E444F9249}" dt="2021-09-17T05:19:02.560" v="54" actId="20577"/>
          <ac:spMkLst>
            <pc:docMk/>
            <pc:sldMk cId="2504494441" sldId="283"/>
            <ac:spMk id="5" creationId="{DDED981F-4639-4D3D-A43E-0E3B87809D11}"/>
          </ac:spMkLst>
        </pc:spChg>
      </pc:sldChg>
      <pc:sldChg chg="addSp delSp modSp add del">
        <pc:chgData name="Patrick Delmastro" userId="S::patrick.delmastro@aie.edu.au::80153e81-cca5-4785-8329-c43569ff9011" providerId="AD" clId="Web-{9506BF93-2829-E028-121D-DC2E444F9249}" dt="2021-09-17T05:18:50.341" v="52"/>
        <pc:sldMkLst>
          <pc:docMk/>
          <pc:sldMk cId="1584401154" sldId="315"/>
        </pc:sldMkLst>
        <pc:spChg chg="del topLvl">
          <ac:chgData name="Patrick Delmastro" userId="S::patrick.delmastro@aie.edu.au::80153e81-cca5-4785-8329-c43569ff9011" providerId="AD" clId="Web-{9506BF93-2829-E028-121D-DC2E444F9249}" dt="2021-09-17T05:15:12.399" v="8"/>
          <ac:spMkLst>
            <pc:docMk/>
            <pc:sldMk cId="1584401154" sldId="315"/>
            <ac:spMk id="11" creationId="{8E1F625F-CC84-4DC1-9D94-F022802EDA24}"/>
          </ac:spMkLst>
        </pc:spChg>
        <pc:spChg chg="mod topLvl">
          <ac:chgData name="Patrick Delmastro" userId="S::patrick.delmastro@aie.edu.au::80153e81-cca5-4785-8329-c43569ff9011" providerId="AD" clId="Web-{9506BF93-2829-E028-121D-DC2E444F9249}" dt="2021-09-17T05:18:43.528" v="51"/>
          <ac:spMkLst>
            <pc:docMk/>
            <pc:sldMk cId="1584401154" sldId="315"/>
            <ac:spMk id="12" creationId="{DD583A61-C682-4FBB-A46C-903CC13F4DB5}"/>
          </ac:spMkLst>
        </pc:spChg>
        <pc:grpChg chg="add del mod">
          <ac:chgData name="Patrick Delmastro" userId="S::patrick.delmastro@aie.edu.au::80153e81-cca5-4785-8329-c43569ff9011" providerId="AD" clId="Web-{9506BF93-2829-E028-121D-DC2E444F9249}" dt="2021-09-17T05:15:12.399" v="8"/>
          <ac:grpSpMkLst>
            <pc:docMk/>
            <pc:sldMk cId="1584401154" sldId="315"/>
            <ac:grpSpMk id="10" creationId="{81191BCC-5AFC-43BD-B83D-4D7D5D6EC07E}"/>
          </ac:grpSpMkLst>
        </pc:grpChg>
      </pc:sldChg>
      <pc:sldChg chg="add del ord">
        <pc:chgData name="Patrick Delmastro" userId="S::patrick.delmastro@aie.edu.au::80153e81-cca5-4785-8329-c43569ff9011" providerId="AD" clId="Web-{9506BF93-2829-E028-121D-DC2E444F9249}" dt="2021-09-17T05:18:32.497" v="45"/>
        <pc:sldMkLst>
          <pc:docMk/>
          <pc:sldMk cId="2879801197" sldId="315"/>
        </pc:sldMkLst>
      </pc:sldChg>
      <pc:sldMasterChg chg="addSldLayout">
        <pc:chgData name="Patrick Delmastro" userId="S::patrick.delmastro@aie.edu.au::80153e81-cca5-4785-8329-c43569ff9011" providerId="AD" clId="Web-{9506BF93-2829-E028-121D-DC2E444F9249}" dt="2021-09-17T05:14:33.211" v="0"/>
        <pc:sldMasterMkLst>
          <pc:docMk/>
          <pc:sldMasterMk cId="0" sldId="2147483678"/>
        </pc:sldMasterMkLst>
        <pc:sldLayoutChg chg="add">
          <pc:chgData name="Patrick Delmastro" userId="S::patrick.delmastro@aie.edu.au::80153e81-cca5-4785-8329-c43569ff9011" providerId="AD" clId="Web-{9506BF93-2829-E028-121D-DC2E444F9249}" dt="2021-09-17T05:14:33.211" v="0"/>
          <pc:sldLayoutMkLst>
            <pc:docMk/>
            <pc:sldMasterMk cId="0" sldId="2147483678"/>
            <pc:sldLayoutMk cId="0" sldId="2147483659"/>
          </pc:sldLayoutMkLst>
        </pc:sldLayoutChg>
      </pc:sldMasterChg>
    </pc:docChg>
  </pc:docChgLst>
  <pc:docChgLst>
    <pc:chgData name="Dan Miller" userId="9312318d-6fc1-4aa1-bf63-b61f87e21e71" providerId="ADAL" clId="{8B9F1A1B-56C5-497B-8791-75F7DB5223DD}"/>
    <pc:docChg chg="modSld">
      <pc:chgData name="Dan Miller" userId="9312318d-6fc1-4aa1-bf63-b61f87e21e71" providerId="ADAL" clId="{8B9F1A1B-56C5-497B-8791-75F7DB5223DD}" dt="2020-11-25T01:47:38.938" v="48" actId="6549"/>
      <pc:docMkLst>
        <pc:docMk/>
      </pc:docMkLst>
      <pc:sldChg chg="modSp mod">
        <pc:chgData name="Dan Miller" userId="9312318d-6fc1-4aa1-bf63-b61f87e21e71" providerId="ADAL" clId="{8B9F1A1B-56C5-497B-8791-75F7DB5223DD}" dt="2020-11-25T01:47:38.938" v="48" actId="6549"/>
        <pc:sldMkLst>
          <pc:docMk/>
          <pc:sldMk cId="0" sldId="278"/>
        </pc:sldMkLst>
        <pc:spChg chg="mod">
          <ac:chgData name="Dan Miller" userId="9312318d-6fc1-4aa1-bf63-b61f87e21e71" providerId="ADAL" clId="{8B9F1A1B-56C5-497B-8791-75F7DB5223DD}" dt="2020-11-25T01:12:20.739" v="45"/>
          <ac:spMkLst>
            <pc:docMk/>
            <pc:sldMk cId="0" sldId="278"/>
            <ac:spMk id="419" creationId="{00000000-0000-0000-0000-000000000000}"/>
          </ac:spMkLst>
        </pc:spChg>
        <pc:spChg chg="mod">
          <ac:chgData name="Dan Miller" userId="9312318d-6fc1-4aa1-bf63-b61f87e21e71" providerId="ADAL" clId="{8B9F1A1B-56C5-497B-8791-75F7DB5223DD}" dt="2020-11-25T01:47:38.938" v="48" actId="6549"/>
          <ac:spMkLst>
            <pc:docMk/>
            <pc:sldMk cId="0" sldId="278"/>
            <ac:spMk id="420" creationId="{00000000-0000-0000-0000-000000000000}"/>
          </ac:spMkLst>
        </pc:spChg>
      </pc:sldChg>
    </pc:docChg>
  </pc:docChgLst>
  <pc:docChgLst>
    <pc:chgData name="Patrick Delmastro" userId="S::patrick.delmastro@aie.edu.au::80153e81-cca5-4785-8329-c43569ff9011" providerId="AD" clId="Web-{0AF0C3C6-EAEB-801E-C7D7-CE0F61CD6EF8}"/>
    <pc:docChg chg="modSld">
      <pc:chgData name="Patrick Delmastro" userId="S::patrick.delmastro@aie.edu.au::80153e81-cca5-4785-8329-c43569ff9011" providerId="AD" clId="Web-{0AF0C3C6-EAEB-801E-C7D7-CE0F61CD6EF8}" dt="2021-08-06T04:06:49.664" v="193" actId="20577"/>
      <pc:docMkLst>
        <pc:docMk/>
      </pc:docMkLst>
      <pc:sldChg chg="modSp">
        <pc:chgData name="Patrick Delmastro" userId="S::patrick.delmastro@aie.edu.au::80153e81-cca5-4785-8329-c43569ff9011" providerId="AD" clId="Web-{0AF0C3C6-EAEB-801E-C7D7-CE0F61CD6EF8}" dt="2021-08-06T03:56:19.523" v="184" actId="20577"/>
        <pc:sldMkLst>
          <pc:docMk/>
          <pc:sldMk cId="0" sldId="266"/>
        </pc:sldMkLst>
        <pc:spChg chg="mod">
          <ac:chgData name="Patrick Delmastro" userId="S::patrick.delmastro@aie.edu.au::80153e81-cca5-4785-8329-c43569ff9011" providerId="AD" clId="Web-{0AF0C3C6-EAEB-801E-C7D7-CE0F61CD6EF8}" dt="2021-08-06T03:56:09.851" v="182" actId="20577"/>
          <ac:spMkLst>
            <pc:docMk/>
            <pc:sldMk cId="0" sldId="266"/>
            <ac:spMk id="282" creationId="{00000000-0000-0000-0000-000000000000}"/>
          </ac:spMkLst>
        </pc:spChg>
        <pc:spChg chg="mod">
          <ac:chgData name="Patrick Delmastro" userId="S::patrick.delmastro@aie.edu.au::80153e81-cca5-4785-8329-c43569ff9011" providerId="AD" clId="Web-{0AF0C3C6-EAEB-801E-C7D7-CE0F61CD6EF8}" dt="2021-08-06T03:56:19.523" v="184" actId="20577"/>
          <ac:spMkLst>
            <pc:docMk/>
            <pc:sldMk cId="0" sldId="266"/>
            <ac:spMk id="286" creationId="{00000000-0000-0000-0000-000000000000}"/>
          </ac:spMkLst>
        </pc:spChg>
      </pc:sldChg>
      <pc:sldChg chg="addSp delSp modSp">
        <pc:chgData name="Patrick Delmastro" userId="S::patrick.delmastro@aie.edu.au::80153e81-cca5-4785-8329-c43569ff9011" providerId="AD" clId="Web-{0AF0C3C6-EAEB-801E-C7D7-CE0F61CD6EF8}" dt="2021-08-06T04:06:49.664" v="193" actId="20577"/>
        <pc:sldMkLst>
          <pc:docMk/>
          <pc:sldMk cId="0" sldId="278"/>
        </pc:sldMkLst>
        <pc:spChg chg="mod">
          <ac:chgData name="Patrick Delmastro" userId="S::patrick.delmastro@aie.edu.au::80153e81-cca5-4785-8329-c43569ff9011" providerId="AD" clId="Web-{0AF0C3C6-EAEB-801E-C7D7-CE0F61CD6EF8}" dt="2021-08-06T04:06:49.664" v="193" actId="20577"/>
          <ac:spMkLst>
            <pc:docMk/>
            <pc:sldMk cId="0" sldId="278"/>
            <ac:spMk id="5" creationId="{7CC2A167-665B-4844-AF42-C94D388384EA}"/>
          </ac:spMkLst>
        </pc:spChg>
        <pc:spChg chg="mod">
          <ac:chgData name="Patrick Delmastro" userId="S::patrick.delmastro@aie.edu.au::80153e81-cca5-4785-8329-c43569ff9011" providerId="AD" clId="Web-{0AF0C3C6-EAEB-801E-C7D7-CE0F61CD6EF8}" dt="2021-08-06T03:16:37.166" v="103" actId="20577"/>
          <ac:spMkLst>
            <pc:docMk/>
            <pc:sldMk cId="0" sldId="278"/>
            <ac:spMk id="419" creationId="{00000000-0000-0000-0000-000000000000}"/>
          </ac:spMkLst>
        </pc:spChg>
        <pc:spChg chg="mod">
          <ac:chgData name="Patrick Delmastro" userId="S::patrick.delmastro@aie.edu.au::80153e81-cca5-4785-8329-c43569ff9011" providerId="AD" clId="Web-{0AF0C3C6-EAEB-801E-C7D7-CE0F61CD6EF8}" dt="2021-08-06T03:16:53.526" v="105" actId="1076"/>
          <ac:spMkLst>
            <pc:docMk/>
            <pc:sldMk cId="0" sldId="278"/>
            <ac:spMk id="420" creationId="{00000000-0000-0000-0000-000000000000}"/>
          </ac:spMkLst>
        </pc:spChg>
        <pc:picChg chg="add mod">
          <ac:chgData name="Patrick Delmastro" userId="S::patrick.delmastro@aie.edu.au::80153e81-cca5-4785-8329-c43569ff9011" providerId="AD" clId="Web-{0AF0C3C6-EAEB-801E-C7D7-CE0F61CD6EF8}" dt="2021-08-06T03:24:40.425" v="178" actId="1076"/>
          <ac:picMkLst>
            <pc:docMk/>
            <pc:sldMk cId="0" sldId="278"/>
            <ac:picMk id="2" creationId="{0282229E-4EC7-41FF-8008-EB3DDBF79708}"/>
          </ac:picMkLst>
        </pc:picChg>
        <pc:picChg chg="del mod">
          <ac:chgData name="Patrick Delmastro" userId="S::patrick.delmastro@aie.edu.au::80153e81-cca5-4785-8329-c43569ff9011" providerId="AD" clId="Web-{0AF0C3C6-EAEB-801E-C7D7-CE0F61CD6EF8}" dt="2021-08-06T03:23:58.268" v="165"/>
          <ac:picMkLst>
            <pc:docMk/>
            <pc:sldMk cId="0" sldId="278"/>
            <ac:picMk id="6" creationId="{1B814D6E-D48B-46FE-BC48-F4C9AEB23FF1}"/>
          </ac:picMkLst>
        </pc:picChg>
      </pc:sldChg>
    </pc:docChg>
  </pc:docChgLst>
  <pc:docChgLst>
    <pc:chgData name="Patrick Delmastro" userId="S::patrick.delmastro@aie.edu.au::80153e81-cca5-4785-8329-c43569ff9011" providerId="AD" clId="Web-{EAACD9DD-4B29-B81A-2AEF-2BD909586975}"/>
    <pc:docChg chg="modSld">
      <pc:chgData name="Patrick Delmastro" userId="S::patrick.delmastro@aie.edu.au::80153e81-cca5-4785-8329-c43569ff9011" providerId="AD" clId="Web-{EAACD9DD-4B29-B81A-2AEF-2BD909586975}" dt="2021-09-14T02:49:38.981" v="8" actId="20577"/>
      <pc:docMkLst>
        <pc:docMk/>
      </pc:docMkLst>
      <pc:sldChg chg="addSp delSp modSp">
        <pc:chgData name="Patrick Delmastro" userId="S::patrick.delmastro@aie.edu.au::80153e81-cca5-4785-8329-c43569ff9011" providerId="AD" clId="Web-{EAACD9DD-4B29-B81A-2AEF-2BD909586975}" dt="2021-09-14T02:49:38.981" v="8" actId="20577"/>
        <pc:sldMkLst>
          <pc:docMk/>
          <pc:sldMk cId="0" sldId="278"/>
        </pc:sldMkLst>
        <pc:spChg chg="add">
          <ac:chgData name="Patrick Delmastro" userId="S::patrick.delmastro@aie.edu.au::80153e81-cca5-4785-8329-c43569ff9011" providerId="AD" clId="Web-{EAACD9DD-4B29-B81A-2AEF-2BD909586975}" dt="2021-09-14T02:48:47.933" v="1"/>
          <ac:spMkLst>
            <pc:docMk/>
            <pc:sldMk cId="0" sldId="278"/>
            <ac:spMk id="8" creationId="{DC5F2876-427E-413E-8410-7D01E2AF1568}"/>
          </ac:spMkLst>
        </pc:spChg>
        <pc:spChg chg="add">
          <ac:chgData name="Patrick Delmastro" userId="S::patrick.delmastro@aie.edu.au::80153e81-cca5-4785-8329-c43569ff9011" providerId="AD" clId="Web-{EAACD9DD-4B29-B81A-2AEF-2BD909586975}" dt="2021-09-14T02:48:47.933" v="1"/>
          <ac:spMkLst>
            <pc:docMk/>
            <pc:sldMk cId="0" sldId="278"/>
            <ac:spMk id="16" creationId="{058E6051-FB3E-46C2-987E-92C56A0760BD}"/>
          </ac:spMkLst>
        </pc:spChg>
        <pc:spChg chg="add">
          <ac:chgData name="Patrick Delmastro" userId="S::patrick.delmastro@aie.edu.au::80153e81-cca5-4785-8329-c43569ff9011" providerId="AD" clId="Web-{EAACD9DD-4B29-B81A-2AEF-2BD909586975}" dt="2021-09-14T02:48:47.933" v="1"/>
          <ac:spMkLst>
            <pc:docMk/>
            <pc:sldMk cId="0" sldId="278"/>
            <ac:spMk id="17" creationId="{F8FE9943-374D-4E70-B792-770E7711FFB8}"/>
          </ac:spMkLst>
        </pc:spChg>
        <pc:spChg chg="add">
          <ac:chgData name="Patrick Delmastro" userId="S::patrick.delmastro@aie.edu.au::80153e81-cca5-4785-8329-c43569ff9011" providerId="AD" clId="Web-{EAACD9DD-4B29-B81A-2AEF-2BD909586975}" dt="2021-09-14T02:48:47.933" v="1"/>
          <ac:spMkLst>
            <pc:docMk/>
            <pc:sldMk cId="0" sldId="278"/>
            <ac:spMk id="18" creationId="{A3C47AE4-5962-45C6-94EF-279EFFE35031}"/>
          </ac:spMkLst>
        </pc:spChg>
        <pc:spChg chg="add">
          <ac:chgData name="Patrick Delmastro" userId="S::patrick.delmastro@aie.edu.au::80153e81-cca5-4785-8329-c43569ff9011" providerId="AD" clId="Web-{EAACD9DD-4B29-B81A-2AEF-2BD909586975}" dt="2021-09-14T02:48:47.933" v="1"/>
          <ac:spMkLst>
            <pc:docMk/>
            <pc:sldMk cId="0" sldId="278"/>
            <ac:spMk id="19" creationId="{D9A84281-02AF-47C6-9C1A-3DE1B48895B9}"/>
          </ac:spMkLst>
        </pc:spChg>
        <pc:spChg chg="add mod">
          <ac:chgData name="Patrick Delmastro" userId="S::patrick.delmastro@aie.edu.au::80153e81-cca5-4785-8329-c43569ff9011" providerId="AD" clId="Web-{EAACD9DD-4B29-B81A-2AEF-2BD909586975}" dt="2021-09-14T02:49:38.981" v="8" actId="20577"/>
          <ac:spMkLst>
            <pc:docMk/>
            <pc:sldMk cId="0" sldId="278"/>
            <ac:spMk id="22" creationId="{F8E52E78-2EA8-4908-8108-7A8FAE2B7BF9}"/>
          </ac:spMkLst>
        </pc:spChg>
        <pc:grpChg chg="add">
          <ac:chgData name="Patrick Delmastro" userId="S::patrick.delmastro@aie.edu.au::80153e81-cca5-4785-8329-c43569ff9011" providerId="AD" clId="Web-{EAACD9DD-4B29-B81A-2AEF-2BD909586975}" dt="2021-09-14T02:48:47.933" v="1"/>
          <ac:grpSpMkLst>
            <pc:docMk/>
            <pc:sldMk cId="0" sldId="278"/>
            <ac:grpSpMk id="7" creationId="{27FAD74C-1CCD-490A-844A-1D9BC9F7C1C9}"/>
          </ac:grpSpMkLst>
        </pc:grpChg>
        <pc:picChg chg="del mod">
          <ac:chgData name="Patrick Delmastro" userId="S::patrick.delmastro@aie.edu.au::80153e81-cca5-4785-8329-c43569ff9011" providerId="AD" clId="Web-{EAACD9DD-4B29-B81A-2AEF-2BD909586975}" dt="2021-09-14T02:48:55.762" v="2"/>
          <ac:picMkLst>
            <pc:docMk/>
            <pc:sldMk cId="0" sldId="278"/>
            <ac:picMk id="4" creationId="{0ADEBB8F-AAF0-4A3A-8792-9BAB5571CEB4}"/>
          </ac:picMkLst>
        </pc:picChg>
        <pc:picChg chg="add">
          <ac:chgData name="Patrick Delmastro" userId="S::patrick.delmastro@aie.edu.au::80153e81-cca5-4785-8329-c43569ff9011" providerId="AD" clId="Web-{EAACD9DD-4B29-B81A-2AEF-2BD909586975}" dt="2021-09-14T02:48:47.933" v="1"/>
          <ac:picMkLst>
            <pc:docMk/>
            <pc:sldMk cId="0" sldId="278"/>
            <ac:picMk id="9" creationId="{75F689FD-F2D9-461F-9588-DA5B8F1BF6E3}"/>
          </ac:picMkLst>
        </pc:picChg>
        <pc:picChg chg="add">
          <ac:chgData name="Patrick Delmastro" userId="S::patrick.delmastro@aie.edu.au::80153e81-cca5-4785-8329-c43569ff9011" providerId="AD" clId="Web-{EAACD9DD-4B29-B81A-2AEF-2BD909586975}" dt="2021-09-14T02:48:47.933" v="1"/>
          <ac:picMkLst>
            <pc:docMk/>
            <pc:sldMk cId="0" sldId="278"/>
            <ac:picMk id="10" creationId="{879F3762-FAA8-418A-9603-A6F1E6B018CD}"/>
          </ac:picMkLst>
        </pc:picChg>
        <pc:picChg chg="add">
          <ac:chgData name="Patrick Delmastro" userId="S::patrick.delmastro@aie.edu.au::80153e81-cca5-4785-8329-c43569ff9011" providerId="AD" clId="Web-{EAACD9DD-4B29-B81A-2AEF-2BD909586975}" dt="2021-09-14T02:48:47.933" v="1"/>
          <ac:picMkLst>
            <pc:docMk/>
            <pc:sldMk cId="0" sldId="278"/>
            <ac:picMk id="11" creationId="{006DCDEF-A0CC-4EE8-82D4-B42B01128982}"/>
          </ac:picMkLst>
        </pc:picChg>
        <pc:picChg chg="add">
          <ac:chgData name="Patrick Delmastro" userId="S::patrick.delmastro@aie.edu.au::80153e81-cca5-4785-8329-c43569ff9011" providerId="AD" clId="Web-{EAACD9DD-4B29-B81A-2AEF-2BD909586975}" dt="2021-09-14T02:48:47.933" v="1"/>
          <ac:picMkLst>
            <pc:docMk/>
            <pc:sldMk cId="0" sldId="278"/>
            <ac:picMk id="12" creationId="{2233FAEB-8C02-4D60-AFEB-F87EA193FE9A}"/>
          </ac:picMkLst>
        </pc:picChg>
        <pc:picChg chg="add">
          <ac:chgData name="Patrick Delmastro" userId="S::patrick.delmastro@aie.edu.au::80153e81-cca5-4785-8329-c43569ff9011" providerId="AD" clId="Web-{EAACD9DD-4B29-B81A-2AEF-2BD909586975}" dt="2021-09-14T02:48:47.933" v="1"/>
          <ac:picMkLst>
            <pc:docMk/>
            <pc:sldMk cId="0" sldId="278"/>
            <ac:picMk id="20" creationId="{B0B6840E-CC50-48F8-B4AC-72F8F76FD47B}"/>
          </ac:picMkLst>
        </pc:picChg>
        <pc:cxnChg chg="add">
          <ac:chgData name="Patrick Delmastro" userId="S::patrick.delmastro@aie.edu.au::80153e81-cca5-4785-8329-c43569ff9011" providerId="AD" clId="Web-{EAACD9DD-4B29-B81A-2AEF-2BD909586975}" dt="2021-09-14T02:48:47.933" v="1"/>
          <ac:cxnSpMkLst>
            <pc:docMk/>
            <pc:sldMk cId="0" sldId="278"/>
            <ac:cxnSpMk id="13" creationId="{404C0755-A185-4BE2-A9FC-A552D0810A66}"/>
          </ac:cxnSpMkLst>
        </pc:cxnChg>
        <pc:cxnChg chg="add">
          <ac:chgData name="Patrick Delmastro" userId="S::patrick.delmastro@aie.edu.au::80153e81-cca5-4785-8329-c43569ff9011" providerId="AD" clId="Web-{EAACD9DD-4B29-B81A-2AEF-2BD909586975}" dt="2021-09-14T02:48:47.933" v="1"/>
          <ac:cxnSpMkLst>
            <pc:docMk/>
            <pc:sldMk cId="0" sldId="278"/>
            <ac:cxnSpMk id="14" creationId="{C4B7523E-E848-4CE7-BC7E-D66772A970BE}"/>
          </ac:cxnSpMkLst>
        </pc:cxnChg>
        <pc:cxnChg chg="add">
          <ac:chgData name="Patrick Delmastro" userId="S::patrick.delmastro@aie.edu.au::80153e81-cca5-4785-8329-c43569ff9011" providerId="AD" clId="Web-{EAACD9DD-4B29-B81A-2AEF-2BD909586975}" dt="2021-09-14T02:48:47.933" v="1"/>
          <ac:cxnSpMkLst>
            <pc:docMk/>
            <pc:sldMk cId="0" sldId="278"/>
            <ac:cxnSpMk id="15" creationId="{705D216F-6E30-41D7-B174-ED4F6FF4B97B}"/>
          </ac:cxnSpMkLst>
        </pc:cxnChg>
        <pc:cxnChg chg="add">
          <ac:chgData name="Patrick Delmastro" userId="S::patrick.delmastro@aie.edu.au::80153e81-cca5-4785-8329-c43569ff9011" providerId="AD" clId="Web-{EAACD9DD-4B29-B81A-2AEF-2BD909586975}" dt="2021-09-14T02:48:47.933" v="1"/>
          <ac:cxnSpMkLst>
            <pc:docMk/>
            <pc:sldMk cId="0" sldId="278"/>
            <ac:cxnSpMk id="21" creationId="{2D2775FF-C5CB-421E-BB34-D24CEC6B24A2}"/>
          </ac:cxnSpMkLst>
        </pc:cxnChg>
      </pc:sldChg>
    </pc:docChg>
  </pc:docChgLst>
  <pc:docChgLst>
    <pc:chgData name="Patrick Delmastro" userId="S::patrick.delmastro@aie.edu.au::80153e81-cca5-4785-8329-c43569ff9011" providerId="AD" clId="Web-{41A57B50-71FA-E3CA-C2CE-FFC238B315A7}"/>
    <pc:docChg chg="modSld">
      <pc:chgData name="Patrick Delmastro" userId="S::patrick.delmastro@aie.edu.au::80153e81-cca5-4785-8329-c43569ff9011" providerId="AD" clId="Web-{41A57B50-71FA-E3CA-C2CE-FFC238B315A7}" dt="2021-06-25T05:37:56.695" v="1" actId="20577"/>
      <pc:docMkLst>
        <pc:docMk/>
      </pc:docMkLst>
      <pc:sldChg chg="modSp">
        <pc:chgData name="Patrick Delmastro" userId="S::patrick.delmastro@aie.edu.au::80153e81-cca5-4785-8329-c43569ff9011" providerId="AD" clId="Web-{41A57B50-71FA-E3CA-C2CE-FFC238B315A7}" dt="2021-06-25T05:37:56.695" v="1" actId="20577"/>
        <pc:sldMkLst>
          <pc:docMk/>
          <pc:sldMk cId="0" sldId="257"/>
        </pc:sldMkLst>
        <pc:spChg chg="mod">
          <ac:chgData name="Patrick Delmastro" userId="S::patrick.delmastro@aie.edu.au::80153e81-cca5-4785-8329-c43569ff9011" providerId="AD" clId="Web-{41A57B50-71FA-E3CA-C2CE-FFC238B315A7}" dt="2021-06-25T05:37:56.695" v="1" actId="20577"/>
          <ac:spMkLst>
            <pc:docMk/>
            <pc:sldMk cId="0" sldId="257"/>
            <ac:spMk id="213" creationId="{00000000-0000-0000-0000-000000000000}"/>
          </ac:spMkLst>
        </pc:spChg>
      </pc:sldChg>
    </pc:docChg>
  </pc:docChgLst>
  <pc:docChgLst>
    <pc:chgData name="Dan Miller" userId="9312318d-6fc1-4aa1-bf63-b61f87e21e71" providerId="ADAL" clId="{3F582F4A-4294-45FA-8039-982CCC7AD165}"/>
    <pc:docChg chg="undo custSel addSld delSld modSld sldOrd">
      <pc:chgData name="Dan Miller" userId="9312318d-6fc1-4aa1-bf63-b61f87e21e71" providerId="ADAL" clId="{3F582F4A-4294-45FA-8039-982CCC7AD165}" dt="2021-07-06T02:36:30.129" v="298" actId="47"/>
      <pc:docMkLst>
        <pc:docMk/>
      </pc:docMkLst>
      <pc:sldChg chg="modSp mod">
        <pc:chgData name="Dan Miller" userId="9312318d-6fc1-4aa1-bf63-b61f87e21e71" providerId="ADAL" clId="{3F582F4A-4294-45FA-8039-982CCC7AD165}" dt="2021-07-02T03:22:19.054" v="285" actId="120"/>
        <pc:sldMkLst>
          <pc:docMk/>
          <pc:sldMk cId="0" sldId="264"/>
        </pc:sldMkLst>
        <pc:spChg chg="mod">
          <ac:chgData name="Dan Miller" userId="9312318d-6fc1-4aa1-bf63-b61f87e21e71" providerId="ADAL" clId="{3F582F4A-4294-45FA-8039-982CCC7AD165}" dt="2021-07-02T03:22:19.054" v="285" actId="120"/>
          <ac:spMkLst>
            <pc:docMk/>
            <pc:sldMk cId="0" sldId="264"/>
            <ac:spMk id="261" creationId="{00000000-0000-0000-0000-000000000000}"/>
          </ac:spMkLst>
        </pc:spChg>
      </pc:sldChg>
      <pc:sldChg chg="modSp mod">
        <pc:chgData name="Dan Miller" userId="9312318d-6fc1-4aa1-bf63-b61f87e21e71" providerId="ADAL" clId="{3F582F4A-4294-45FA-8039-982CCC7AD165}" dt="2021-07-02T03:24:09.704" v="297" actId="20577"/>
        <pc:sldMkLst>
          <pc:docMk/>
          <pc:sldMk cId="0" sldId="276"/>
        </pc:sldMkLst>
        <pc:spChg chg="mod">
          <ac:chgData name="Dan Miller" userId="9312318d-6fc1-4aa1-bf63-b61f87e21e71" providerId="ADAL" clId="{3F582F4A-4294-45FA-8039-982CCC7AD165}" dt="2021-07-02T03:24:09.704" v="297" actId="20577"/>
          <ac:spMkLst>
            <pc:docMk/>
            <pc:sldMk cId="0" sldId="276"/>
            <ac:spMk id="404" creationId="{00000000-0000-0000-0000-000000000000}"/>
          </ac:spMkLst>
        </pc:spChg>
      </pc:sldChg>
      <pc:sldChg chg="modSp mod">
        <pc:chgData name="Dan Miller" userId="9312318d-6fc1-4aa1-bf63-b61f87e21e71" providerId="ADAL" clId="{3F582F4A-4294-45FA-8039-982CCC7AD165}" dt="2021-07-02T01:43:09.965" v="105" actId="20577"/>
        <pc:sldMkLst>
          <pc:docMk/>
          <pc:sldMk cId="0" sldId="277"/>
        </pc:sldMkLst>
        <pc:spChg chg="mod">
          <ac:chgData name="Dan Miller" userId="9312318d-6fc1-4aa1-bf63-b61f87e21e71" providerId="ADAL" clId="{3F582F4A-4294-45FA-8039-982CCC7AD165}" dt="2021-07-02T01:43:09.965" v="105" actId="20577"/>
          <ac:spMkLst>
            <pc:docMk/>
            <pc:sldMk cId="0" sldId="277"/>
            <ac:spMk id="414" creationId="{00000000-0000-0000-0000-000000000000}"/>
          </ac:spMkLst>
        </pc:spChg>
      </pc:sldChg>
      <pc:sldChg chg="modSp mod">
        <pc:chgData name="Dan Miller" userId="9312318d-6fc1-4aa1-bf63-b61f87e21e71" providerId="ADAL" clId="{3F582F4A-4294-45FA-8039-982CCC7AD165}" dt="2021-07-02T02:09:37.473" v="238" actId="6549"/>
        <pc:sldMkLst>
          <pc:docMk/>
          <pc:sldMk cId="0" sldId="278"/>
        </pc:sldMkLst>
        <pc:spChg chg="mod">
          <ac:chgData name="Dan Miller" userId="9312318d-6fc1-4aa1-bf63-b61f87e21e71" providerId="ADAL" clId="{3F582F4A-4294-45FA-8039-982CCC7AD165}" dt="2021-07-02T02:09:37.473" v="238" actId="6549"/>
          <ac:spMkLst>
            <pc:docMk/>
            <pc:sldMk cId="0" sldId="278"/>
            <ac:spMk id="419" creationId="{00000000-0000-0000-0000-000000000000}"/>
          </ac:spMkLst>
        </pc:spChg>
      </pc:sldChg>
      <pc:sldChg chg="new del">
        <pc:chgData name="Dan Miller" userId="9312318d-6fc1-4aa1-bf63-b61f87e21e71" providerId="ADAL" clId="{3F582F4A-4294-45FA-8039-982CCC7AD165}" dt="2021-07-01T23:26:35.387" v="2" actId="47"/>
        <pc:sldMkLst>
          <pc:docMk/>
          <pc:sldMk cId="154482595" sldId="286"/>
        </pc:sldMkLst>
      </pc:sldChg>
      <pc:sldChg chg="modSp add mod ord">
        <pc:chgData name="Dan Miller" userId="9312318d-6fc1-4aa1-bf63-b61f87e21e71" providerId="ADAL" clId="{3F582F4A-4294-45FA-8039-982CCC7AD165}" dt="2021-07-01T23:26:53.017" v="20" actId="20577"/>
        <pc:sldMkLst>
          <pc:docMk/>
          <pc:sldMk cId="3604254977" sldId="309"/>
        </pc:sldMkLst>
        <pc:spChg chg="mod">
          <ac:chgData name="Dan Miller" userId="9312318d-6fc1-4aa1-bf63-b61f87e21e71" providerId="ADAL" clId="{3F582F4A-4294-45FA-8039-982CCC7AD165}" dt="2021-07-01T23:26:53.017" v="20" actId="20577"/>
          <ac:spMkLst>
            <pc:docMk/>
            <pc:sldMk cId="3604254977" sldId="309"/>
            <ac:spMk id="5" creationId="{1C8796AF-8B06-4F1B-A618-25F3C7D00C9D}"/>
          </ac:spMkLst>
        </pc:spChg>
      </pc:sldChg>
      <pc:sldChg chg="new del">
        <pc:chgData name="Dan Miller" userId="9312318d-6fc1-4aa1-bf63-b61f87e21e71" providerId="ADAL" clId="{3F582F4A-4294-45FA-8039-982CCC7AD165}" dt="2021-07-01T23:27:28.838" v="23" actId="47"/>
        <pc:sldMkLst>
          <pc:docMk/>
          <pc:sldMk cId="1101030178" sldId="310"/>
        </pc:sldMkLst>
      </pc:sldChg>
      <pc:sldChg chg="modSp add mod">
        <pc:chgData name="Dan Miller" userId="9312318d-6fc1-4aa1-bf63-b61f87e21e71" providerId="ADAL" clId="{3F582F4A-4294-45FA-8039-982CCC7AD165}" dt="2021-07-01T23:27:33.690" v="27" actId="20577"/>
        <pc:sldMkLst>
          <pc:docMk/>
          <pc:sldMk cId="315186246" sldId="311"/>
        </pc:sldMkLst>
        <pc:spChg chg="mod">
          <ac:chgData name="Dan Miller" userId="9312318d-6fc1-4aa1-bf63-b61f87e21e71" providerId="ADAL" clId="{3F582F4A-4294-45FA-8039-982CCC7AD165}" dt="2021-07-01T23:27:33.690" v="27" actId="20577"/>
          <ac:spMkLst>
            <pc:docMk/>
            <pc:sldMk cId="315186246" sldId="311"/>
            <ac:spMk id="5" creationId="{1C8796AF-8B06-4F1B-A618-25F3C7D00C9D}"/>
          </ac:spMkLst>
        </pc:spChg>
      </pc:sldChg>
      <pc:sldChg chg="modSp add mod">
        <pc:chgData name="Dan Miller" userId="9312318d-6fc1-4aa1-bf63-b61f87e21e71" providerId="ADAL" clId="{3F582F4A-4294-45FA-8039-982CCC7AD165}" dt="2021-07-02T00:51:05.979" v="64" actId="20577"/>
        <pc:sldMkLst>
          <pc:docMk/>
          <pc:sldMk cId="902211943" sldId="312"/>
        </pc:sldMkLst>
        <pc:spChg chg="mod">
          <ac:chgData name="Dan Miller" userId="9312318d-6fc1-4aa1-bf63-b61f87e21e71" providerId="ADAL" clId="{3F582F4A-4294-45FA-8039-982CCC7AD165}" dt="2021-07-02T00:51:05.979" v="64" actId="20577"/>
          <ac:spMkLst>
            <pc:docMk/>
            <pc:sldMk cId="902211943" sldId="312"/>
            <ac:spMk id="5" creationId="{1C8796AF-8B06-4F1B-A618-25F3C7D00C9D}"/>
          </ac:spMkLst>
        </pc:spChg>
      </pc:sldChg>
      <pc:sldChg chg="modSp add mod">
        <pc:chgData name="Dan Miller" userId="9312318d-6fc1-4aa1-bf63-b61f87e21e71" providerId="ADAL" clId="{3F582F4A-4294-45FA-8039-982CCC7AD165}" dt="2021-07-02T01:43:02.165" v="95" actId="20577"/>
        <pc:sldMkLst>
          <pc:docMk/>
          <pc:sldMk cId="229268277" sldId="313"/>
        </pc:sldMkLst>
        <pc:spChg chg="mod">
          <ac:chgData name="Dan Miller" userId="9312318d-6fc1-4aa1-bf63-b61f87e21e71" providerId="ADAL" clId="{3F582F4A-4294-45FA-8039-982CCC7AD165}" dt="2021-07-02T01:43:02.165" v="95" actId="20577"/>
          <ac:spMkLst>
            <pc:docMk/>
            <pc:sldMk cId="229268277" sldId="313"/>
            <ac:spMk id="5" creationId="{1C8796AF-8B06-4F1B-A618-25F3C7D00C9D}"/>
          </ac:spMkLst>
        </pc:spChg>
      </pc:sldChg>
      <pc:sldChg chg="modSp add mod">
        <pc:chgData name="Dan Miller" userId="9312318d-6fc1-4aa1-bf63-b61f87e21e71" providerId="ADAL" clId="{3F582F4A-4294-45FA-8039-982CCC7AD165}" dt="2021-07-02T02:19:18.406" v="283" actId="20577"/>
        <pc:sldMkLst>
          <pc:docMk/>
          <pc:sldMk cId="4132010561" sldId="314"/>
        </pc:sldMkLst>
        <pc:spChg chg="mod">
          <ac:chgData name="Dan Miller" userId="9312318d-6fc1-4aa1-bf63-b61f87e21e71" providerId="ADAL" clId="{3F582F4A-4294-45FA-8039-982CCC7AD165}" dt="2021-07-02T02:19:18.406" v="283" actId="20577"/>
          <ac:spMkLst>
            <pc:docMk/>
            <pc:sldMk cId="4132010561" sldId="314"/>
            <ac:spMk id="5" creationId="{1C8796AF-8B06-4F1B-A618-25F3C7D00C9D}"/>
          </ac:spMkLst>
        </pc:spChg>
      </pc:sldChg>
      <pc:sldChg chg="add del">
        <pc:chgData name="Dan Miller" userId="9312318d-6fc1-4aa1-bf63-b61f87e21e71" providerId="ADAL" clId="{3F582F4A-4294-45FA-8039-982CCC7AD165}" dt="2021-07-06T02:36:30.129" v="298" actId="47"/>
        <pc:sldMkLst>
          <pc:docMk/>
          <pc:sldMk cId="3411148149" sldId="315"/>
        </pc:sldMkLst>
      </pc:sldChg>
      <pc:sldMasterChg chg="delSldLayout">
        <pc:chgData name="Dan Miller" userId="9312318d-6fc1-4aa1-bf63-b61f87e21e71" providerId="ADAL" clId="{3F582F4A-4294-45FA-8039-982CCC7AD165}" dt="2021-07-01T23:26:35.387" v="2" actId="47"/>
        <pc:sldMasterMkLst>
          <pc:docMk/>
          <pc:sldMasterMk cId="0" sldId="2147483678"/>
        </pc:sldMasterMkLst>
        <pc:sldLayoutChg chg="del">
          <pc:chgData name="Dan Miller" userId="9312318d-6fc1-4aa1-bf63-b61f87e21e71" providerId="ADAL" clId="{3F582F4A-4294-45FA-8039-982CCC7AD165}" dt="2021-07-01T23:26:35.387" v="2" actId="47"/>
          <pc:sldLayoutMkLst>
            <pc:docMk/>
            <pc:sldMasterMk cId="0" sldId="2147483678"/>
            <pc:sldLayoutMk cId="0" sldId="2147483659"/>
          </pc:sldLayoutMkLst>
        </pc:sldLayoutChg>
      </pc:sldMasterChg>
    </pc:docChg>
  </pc:docChgLst>
  <pc:docChgLst>
    <pc:chgData name="Thomas Sinclair" userId="S::thomass@aie.edu.au::ea7e17c6-715c-40d9-8261-37f47b5b9a01" providerId="AD" clId="Web-{EE793671-2302-E70E-AD7A-40C362883BC3}"/>
    <pc:docChg chg="modSld">
      <pc:chgData name="Thomas Sinclair" userId="S::thomass@aie.edu.au::ea7e17c6-715c-40d9-8261-37f47b5b9a01" providerId="AD" clId="Web-{EE793671-2302-E70E-AD7A-40C362883BC3}" dt="2019-11-07T22:26:50.375" v="7" actId="20577"/>
      <pc:docMkLst>
        <pc:docMk/>
      </pc:docMkLst>
      <pc:sldChg chg="modSp">
        <pc:chgData name="Thomas Sinclair" userId="S::thomass@aie.edu.au::ea7e17c6-715c-40d9-8261-37f47b5b9a01" providerId="AD" clId="Web-{EE793671-2302-E70E-AD7A-40C362883BC3}" dt="2019-11-07T22:26:50.375" v="7" actId="20577"/>
        <pc:sldMkLst>
          <pc:docMk/>
          <pc:sldMk cId="0" sldId="261"/>
        </pc:sldMkLst>
        <pc:spChg chg="mod">
          <ac:chgData name="Thomas Sinclair" userId="S::thomass@aie.edu.au::ea7e17c6-715c-40d9-8261-37f47b5b9a01" providerId="AD" clId="Web-{EE793671-2302-E70E-AD7A-40C362883BC3}" dt="2019-11-07T22:26:50.375" v="7" actId="20577"/>
          <ac:spMkLst>
            <pc:docMk/>
            <pc:sldMk cId="0" sldId="261"/>
            <ac:spMk id="239" creationId="{00000000-0000-0000-0000-000000000000}"/>
          </ac:spMkLst>
        </pc:spChg>
      </pc:sldChg>
    </pc:docChg>
  </pc:docChgLst>
  <pc:docChgLst>
    <pc:chgData name="Patrick Delmastro" userId="S::patrick.delmastro@aie.edu.au::80153e81-cca5-4785-8329-c43569ff9011" providerId="AD" clId="Web-{54076A03-A8BA-EFAA-9C27-4B5ECD85A1F0}"/>
    <pc:docChg chg="modSld">
      <pc:chgData name="Patrick Delmastro" userId="S::patrick.delmastro@aie.edu.au::80153e81-cca5-4785-8329-c43569ff9011" providerId="AD" clId="Web-{54076A03-A8BA-EFAA-9C27-4B5ECD85A1F0}" dt="2022-11-15T00:21:56.665" v="56" actId="1076"/>
      <pc:docMkLst>
        <pc:docMk/>
      </pc:docMkLst>
      <pc:sldChg chg="addSp delSp modSp">
        <pc:chgData name="Patrick Delmastro" userId="S::patrick.delmastro@aie.edu.au::80153e81-cca5-4785-8329-c43569ff9011" providerId="AD" clId="Web-{54076A03-A8BA-EFAA-9C27-4B5ECD85A1F0}" dt="2022-11-15T00:19:46.364" v="41" actId="20577"/>
        <pc:sldMkLst>
          <pc:docMk/>
          <pc:sldMk cId="0" sldId="278"/>
        </pc:sldMkLst>
        <pc:spChg chg="mod">
          <ac:chgData name="Patrick Delmastro" userId="S::patrick.delmastro@aie.edu.au::80153e81-cca5-4785-8329-c43569ff9011" providerId="AD" clId="Web-{54076A03-A8BA-EFAA-9C27-4B5ECD85A1F0}" dt="2022-11-15T00:19:46.364" v="41" actId="20577"/>
          <ac:spMkLst>
            <pc:docMk/>
            <pc:sldMk cId="0" sldId="278"/>
            <ac:spMk id="5" creationId="{7CC2A167-665B-4844-AF42-C94D388384EA}"/>
          </ac:spMkLst>
        </pc:spChg>
        <pc:spChg chg="mod">
          <ac:chgData name="Patrick Delmastro" userId="S::patrick.delmastro@aie.edu.au::80153e81-cca5-4785-8329-c43569ff9011" providerId="AD" clId="Web-{54076A03-A8BA-EFAA-9C27-4B5ECD85A1F0}" dt="2022-11-15T00:18:34.143" v="24" actId="1076"/>
          <ac:spMkLst>
            <pc:docMk/>
            <pc:sldMk cId="0" sldId="278"/>
            <ac:spMk id="16" creationId="{058E6051-FB3E-46C2-987E-92C56A0760BD}"/>
          </ac:spMkLst>
        </pc:spChg>
        <pc:spChg chg="mod">
          <ac:chgData name="Patrick Delmastro" userId="S::patrick.delmastro@aie.edu.au::80153e81-cca5-4785-8329-c43569ff9011" providerId="AD" clId="Web-{54076A03-A8BA-EFAA-9C27-4B5ECD85A1F0}" dt="2022-11-15T00:18:21.362" v="20" actId="1076"/>
          <ac:spMkLst>
            <pc:docMk/>
            <pc:sldMk cId="0" sldId="278"/>
            <ac:spMk id="17" creationId="{F8FE9943-374D-4E70-B792-770E7711FFB8}"/>
          </ac:spMkLst>
        </pc:spChg>
        <pc:spChg chg="mod">
          <ac:chgData name="Patrick Delmastro" userId="S::patrick.delmastro@aie.edu.au::80153e81-cca5-4785-8329-c43569ff9011" providerId="AD" clId="Web-{54076A03-A8BA-EFAA-9C27-4B5ECD85A1F0}" dt="2022-11-15T00:19:12.895" v="34" actId="1076"/>
          <ac:spMkLst>
            <pc:docMk/>
            <pc:sldMk cId="0" sldId="278"/>
            <ac:spMk id="18" creationId="{A3C47AE4-5962-45C6-94EF-279EFFE35031}"/>
          </ac:spMkLst>
        </pc:spChg>
        <pc:spChg chg="mod">
          <ac:chgData name="Patrick Delmastro" userId="S::patrick.delmastro@aie.edu.au::80153e81-cca5-4785-8329-c43569ff9011" providerId="AD" clId="Web-{54076A03-A8BA-EFAA-9C27-4B5ECD85A1F0}" dt="2022-11-15T00:19:07.941" v="33" actId="1076"/>
          <ac:spMkLst>
            <pc:docMk/>
            <pc:sldMk cId="0" sldId="278"/>
            <ac:spMk id="19" creationId="{D9A84281-02AF-47C6-9C1A-3DE1B48895B9}"/>
          </ac:spMkLst>
        </pc:spChg>
        <pc:spChg chg="mod">
          <ac:chgData name="Patrick Delmastro" userId="S::patrick.delmastro@aie.edu.au::80153e81-cca5-4785-8329-c43569ff9011" providerId="AD" clId="Web-{54076A03-A8BA-EFAA-9C27-4B5ECD85A1F0}" dt="2022-11-15T00:18:40.706" v="26" actId="1076"/>
          <ac:spMkLst>
            <pc:docMk/>
            <pc:sldMk cId="0" sldId="278"/>
            <ac:spMk id="22" creationId="{F8E52E78-2EA8-4908-8108-7A8FAE2B7BF9}"/>
          </ac:spMkLst>
        </pc:spChg>
        <pc:spChg chg="mod">
          <ac:chgData name="Patrick Delmastro" userId="S::patrick.delmastro@aie.edu.au::80153e81-cca5-4785-8329-c43569ff9011" providerId="AD" clId="Web-{54076A03-A8BA-EFAA-9C27-4B5ECD85A1F0}" dt="2022-11-15T00:19:33.755" v="39" actId="14100"/>
          <ac:spMkLst>
            <pc:docMk/>
            <pc:sldMk cId="0" sldId="278"/>
            <ac:spMk id="420" creationId="{00000000-0000-0000-0000-000000000000}"/>
          </ac:spMkLst>
        </pc:spChg>
        <pc:grpChg chg="add del mod">
          <ac:chgData name="Patrick Delmastro" userId="S::patrick.delmastro@aie.edu.au::80153e81-cca5-4785-8329-c43569ff9011" providerId="AD" clId="Web-{54076A03-A8BA-EFAA-9C27-4B5ECD85A1F0}" dt="2022-11-15T00:19:03.613" v="32" actId="1076"/>
          <ac:grpSpMkLst>
            <pc:docMk/>
            <pc:sldMk cId="0" sldId="278"/>
            <ac:grpSpMk id="7" creationId="{27FAD74C-1CCD-490A-844A-1D9BC9F7C1C9}"/>
          </ac:grpSpMkLst>
        </pc:grpChg>
        <pc:picChg chg="mod">
          <ac:chgData name="Patrick Delmastro" userId="S::patrick.delmastro@aie.edu.au::80153e81-cca5-4785-8329-c43569ff9011" providerId="AD" clId="Web-{54076A03-A8BA-EFAA-9C27-4B5ECD85A1F0}" dt="2022-11-15T00:17:51.455" v="12" actId="1076"/>
          <ac:picMkLst>
            <pc:docMk/>
            <pc:sldMk cId="0" sldId="278"/>
            <ac:picMk id="9" creationId="{75F689FD-F2D9-461F-9588-DA5B8F1BF6E3}"/>
          </ac:picMkLst>
        </pc:picChg>
        <pc:picChg chg="mod">
          <ac:chgData name="Patrick Delmastro" userId="S::patrick.delmastro@aie.edu.au::80153e81-cca5-4785-8329-c43569ff9011" providerId="AD" clId="Web-{54076A03-A8BA-EFAA-9C27-4B5ECD85A1F0}" dt="2022-11-15T00:18:18.362" v="19" actId="1076"/>
          <ac:picMkLst>
            <pc:docMk/>
            <pc:sldMk cId="0" sldId="278"/>
            <ac:picMk id="10" creationId="{879F3762-FAA8-418A-9603-A6F1E6B018CD}"/>
          </ac:picMkLst>
        </pc:picChg>
        <pc:cxnChg chg="mod">
          <ac:chgData name="Patrick Delmastro" userId="S::patrick.delmastro@aie.edu.au::80153e81-cca5-4785-8329-c43569ff9011" providerId="AD" clId="Web-{54076A03-A8BA-EFAA-9C27-4B5ECD85A1F0}" dt="2022-11-15T00:17:44.548" v="11" actId="1076"/>
          <ac:cxnSpMkLst>
            <pc:docMk/>
            <pc:sldMk cId="0" sldId="278"/>
            <ac:cxnSpMk id="13" creationId="{404C0755-A185-4BE2-A9FC-A552D0810A66}"/>
          </ac:cxnSpMkLst>
        </pc:cxnChg>
        <pc:cxnChg chg="mod">
          <ac:chgData name="Patrick Delmastro" userId="S::patrick.delmastro@aie.edu.au::80153e81-cca5-4785-8329-c43569ff9011" providerId="AD" clId="Web-{54076A03-A8BA-EFAA-9C27-4B5ECD85A1F0}" dt="2022-11-15T00:18:04.283" v="14" actId="1076"/>
          <ac:cxnSpMkLst>
            <pc:docMk/>
            <pc:sldMk cId="0" sldId="278"/>
            <ac:cxnSpMk id="14" creationId="{C4B7523E-E848-4CE7-BC7E-D66772A970BE}"/>
          </ac:cxnSpMkLst>
        </pc:cxnChg>
        <pc:cxnChg chg="del mod">
          <ac:chgData name="Patrick Delmastro" userId="S::patrick.delmastro@aie.edu.au::80153e81-cca5-4785-8329-c43569ff9011" providerId="AD" clId="Web-{54076A03-A8BA-EFAA-9C27-4B5ECD85A1F0}" dt="2022-11-15T00:16:56.281" v="2"/>
          <ac:cxnSpMkLst>
            <pc:docMk/>
            <pc:sldMk cId="0" sldId="278"/>
            <ac:cxnSpMk id="15" creationId="{705D216F-6E30-41D7-B174-ED4F6FF4B97B}"/>
          </ac:cxnSpMkLst>
        </pc:cxnChg>
        <pc:cxnChg chg="add del mod">
          <ac:chgData name="Patrick Delmastro" userId="S::patrick.delmastro@aie.edu.au::80153e81-cca5-4785-8329-c43569ff9011" providerId="AD" clId="Web-{54076A03-A8BA-EFAA-9C27-4B5ECD85A1F0}" dt="2022-11-15T00:17:58.361" v="13" actId="1076"/>
          <ac:cxnSpMkLst>
            <pc:docMk/>
            <pc:sldMk cId="0" sldId="278"/>
            <ac:cxnSpMk id="21" creationId="{2D2775FF-C5CB-421E-BB34-D24CEC6B24A2}"/>
          </ac:cxnSpMkLst>
        </pc:cxnChg>
      </pc:sldChg>
      <pc:sldChg chg="addSp modSp">
        <pc:chgData name="Patrick Delmastro" userId="S::patrick.delmastro@aie.edu.au::80153e81-cca5-4785-8329-c43569ff9011" providerId="AD" clId="Web-{54076A03-A8BA-EFAA-9C27-4B5ECD85A1F0}" dt="2022-11-15T00:21:56.665" v="56" actId="1076"/>
        <pc:sldMkLst>
          <pc:docMk/>
          <pc:sldMk cId="3486143153" sldId="315"/>
        </pc:sldMkLst>
        <pc:spChg chg="mod">
          <ac:chgData name="Patrick Delmastro" userId="S::patrick.delmastro@aie.edu.au::80153e81-cca5-4785-8329-c43569ff9011" providerId="AD" clId="Web-{54076A03-A8BA-EFAA-9C27-4B5ECD85A1F0}" dt="2022-11-15T00:21:31.493" v="43" actId="1076"/>
          <ac:spMkLst>
            <pc:docMk/>
            <pc:sldMk cId="3486143153" sldId="315"/>
            <ac:spMk id="3" creationId="{FCA8D31C-A7DE-4B15-9528-B1198F38D4BB}"/>
          </ac:spMkLst>
        </pc:spChg>
        <pc:spChg chg="add mod">
          <ac:chgData name="Patrick Delmastro" userId="S::patrick.delmastro@aie.edu.au::80153e81-cca5-4785-8329-c43569ff9011" providerId="AD" clId="Web-{54076A03-A8BA-EFAA-9C27-4B5ECD85A1F0}" dt="2022-11-15T00:21:56.665" v="56" actId="1076"/>
          <ac:spMkLst>
            <pc:docMk/>
            <pc:sldMk cId="3486143153" sldId="315"/>
            <ac:spMk id="7" creationId="{BF2BF4C7-FE73-F8D8-2740-AB6FA9AEDC0C}"/>
          </ac:spMkLst>
        </pc:spChg>
        <pc:spChg chg="mod">
          <ac:chgData name="Patrick Delmastro" userId="S::patrick.delmastro@aie.edu.au::80153e81-cca5-4785-8329-c43569ff9011" providerId="AD" clId="Web-{54076A03-A8BA-EFAA-9C27-4B5ECD85A1F0}" dt="2022-11-15T00:21:31.508" v="44" actId="1076"/>
          <ac:spMkLst>
            <pc:docMk/>
            <pc:sldMk cId="3486143153" sldId="315"/>
            <ac:spMk id="10" creationId="{BA669CF1-9F9C-453F-B2CD-51725C991CCD}"/>
          </ac:spMkLst>
        </pc:spChg>
        <pc:spChg chg="mod">
          <ac:chgData name="Patrick Delmastro" userId="S::patrick.delmastro@aie.edu.au::80153e81-cca5-4785-8329-c43569ff9011" providerId="AD" clId="Web-{54076A03-A8BA-EFAA-9C27-4B5ECD85A1F0}" dt="2022-11-15T00:21:39.977" v="52" actId="1076"/>
          <ac:spMkLst>
            <pc:docMk/>
            <pc:sldMk cId="3486143153" sldId="315"/>
            <ac:spMk id="16" creationId="{61AEFF07-167F-495C-9D4E-8928F3A0CF1D}"/>
          </ac:spMkLst>
        </pc:spChg>
        <pc:spChg chg="mod">
          <ac:chgData name="Patrick Delmastro" userId="S::patrick.delmastro@aie.edu.au::80153e81-cca5-4785-8329-c43569ff9011" providerId="AD" clId="Web-{54076A03-A8BA-EFAA-9C27-4B5ECD85A1F0}" dt="2022-11-15T00:21:39.977" v="53" actId="1076"/>
          <ac:spMkLst>
            <pc:docMk/>
            <pc:sldMk cId="3486143153" sldId="315"/>
            <ac:spMk id="17" creationId="{2F6C7BB7-9B1E-4A6F-9B9D-6173268D8932}"/>
          </ac:spMkLst>
        </pc:spChg>
        <pc:spChg chg="mod">
          <ac:chgData name="Patrick Delmastro" userId="S::patrick.delmastro@aie.edu.au::80153e81-cca5-4785-8329-c43569ff9011" providerId="AD" clId="Web-{54076A03-A8BA-EFAA-9C27-4B5ECD85A1F0}" dt="2022-11-15T00:21:39.993" v="54" actId="1076"/>
          <ac:spMkLst>
            <pc:docMk/>
            <pc:sldMk cId="3486143153" sldId="315"/>
            <ac:spMk id="18" creationId="{18C301C4-4DE6-4D93-9B3F-7A1BEAC217B6}"/>
          </ac:spMkLst>
        </pc:spChg>
        <pc:spChg chg="mod">
          <ac:chgData name="Patrick Delmastro" userId="S::patrick.delmastro@aie.edu.au::80153e81-cca5-4785-8329-c43569ff9011" providerId="AD" clId="Web-{54076A03-A8BA-EFAA-9C27-4B5ECD85A1F0}" dt="2022-11-15T00:21:31.508" v="45" actId="1076"/>
          <ac:spMkLst>
            <pc:docMk/>
            <pc:sldMk cId="3486143153" sldId="315"/>
            <ac:spMk id="19" creationId="{1AB3F67D-EA42-49A3-87A3-EDA1741AE36D}"/>
          </ac:spMkLst>
        </pc:spChg>
        <pc:picChg chg="mod">
          <ac:chgData name="Patrick Delmastro" userId="S::patrick.delmastro@aie.edu.au::80153e81-cca5-4785-8329-c43569ff9011" providerId="AD" clId="Web-{54076A03-A8BA-EFAA-9C27-4B5ECD85A1F0}" dt="2022-11-15T00:21:31.571" v="46" actId="1076"/>
          <ac:picMkLst>
            <pc:docMk/>
            <pc:sldMk cId="3486143153" sldId="315"/>
            <ac:picMk id="2" creationId="{08939534-38B3-440C-A038-000667F59B51}"/>
          </ac:picMkLst>
        </pc:picChg>
        <pc:picChg chg="mod">
          <ac:chgData name="Patrick Delmastro" userId="S::patrick.delmastro@aie.edu.au::80153e81-cca5-4785-8329-c43569ff9011" providerId="AD" clId="Web-{54076A03-A8BA-EFAA-9C27-4B5ECD85A1F0}" dt="2022-11-15T00:21:31.633" v="47" actId="1076"/>
          <ac:picMkLst>
            <pc:docMk/>
            <pc:sldMk cId="3486143153" sldId="315"/>
            <ac:picMk id="4" creationId="{B153E2A2-B391-43DA-95BF-A0AEBA646E61}"/>
          </ac:picMkLst>
        </pc:picChg>
        <pc:picChg chg="mod">
          <ac:chgData name="Patrick Delmastro" userId="S::patrick.delmastro@aie.edu.au::80153e81-cca5-4785-8329-c43569ff9011" providerId="AD" clId="Web-{54076A03-A8BA-EFAA-9C27-4B5ECD85A1F0}" dt="2022-11-15T00:21:31.696" v="48" actId="1076"/>
          <ac:picMkLst>
            <pc:docMk/>
            <pc:sldMk cId="3486143153" sldId="315"/>
            <ac:picMk id="5" creationId="{86A7B254-18A9-4754-A76F-3C20182D7244}"/>
          </ac:picMkLst>
        </pc:picChg>
        <pc:picChg chg="mod">
          <ac:chgData name="Patrick Delmastro" userId="S::patrick.delmastro@aie.edu.au::80153e81-cca5-4785-8329-c43569ff9011" providerId="AD" clId="Web-{54076A03-A8BA-EFAA-9C27-4B5ECD85A1F0}" dt="2022-11-15T00:21:39.821" v="49" actId="1076"/>
          <ac:picMkLst>
            <pc:docMk/>
            <pc:sldMk cId="3486143153" sldId="315"/>
            <ac:picMk id="6" creationId="{4B6ED455-8DF4-4072-AE86-83BF76E6D380}"/>
          </ac:picMkLst>
        </pc:picChg>
        <pc:picChg chg="mod">
          <ac:chgData name="Patrick Delmastro" userId="S::patrick.delmastro@aie.edu.au::80153e81-cca5-4785-8329-c43569ff9011" providerId="AD" clId="Web-{54076A03-A8BA-EFAA-9C27-4B5ECD85A1F0}" dt="2022-11-15T00:21:39.899" v="50" actId="1076"/>
          <ac:picMkLst>
            <pc:docMk/>
            <pc:sldMk cId="3486143153" sldId="315"/>
            <ac:picMk id="8" creationId="{20F8F23D-5A77-442F-AD50-CDDA761C10A6}"/>
          </ac:picMkLst>
        </pc:picChg>
        <pc:picChg chg="mod">
          <ac:chgData name="Patrick Delmastro" userId="S::patrick.delmastro@aie.edu.au::80153e81-cca5-4785-8329-c43569ff9011" providerId="AD" clId="Web-{54076A03-A8BA-EFAA-9C27-4B5ECD85A1F0}" dt="2022-11-15T00:21:39.962" v="51" actId="1076"/>
          <ac:picMkLst>
            <pc:docMk/>
            <pc:sldMk cId="3486143153" sldId="315"/>
            <ac:picMk id="14" creationId="{D79D36A6-BAB0-4338-B3ED-142260BA7658}"/>
          </ac:picMkLst>
        </pc:picChg>
      </pc:sldChg>
    </pc:docChg>
  </pc:docChgLst>
  <pc:docChgLst>
    <pc:chgData name="Thomas Sinclair" userId="S::thomass@aie.edu.au::ea7e17c6-715c-40d9-8261-37f47b5b9a01" providerId="AD" clId="Web-{754512BA-3C2D-8738-AD46-0554823DD696}"/>
    <pc:docChg chg="modSld">
      <pc:chgData name="Thomas Sinclair" userId="S::thomass@aie.edu.au::ea7e17c6-715c-40d9-8261-37f47b5b9a01" providerId="AD" clId="Web-{754512BA-3C2D-8738-AD46-0554823DD696}" dt="2019-11-14T22:39:53.962" v="15" actId="20577"/>
      <pc:docMkLst>
        <pc:docMk/>
      </pc:docMkLst>
      <pc:sldChg chg="modSp">
        <pc:chgData name="Thomas Sinclair" userId="S::thomass@aie.edu.au::ea7e17c6-715c-40d9-8261-37f47b5b9a01" providerId="AD" clId="Web-{754512BA-3C2D-8738-AD46-0554823DD696}" dt="2019-11-14T22:32:10.149" v="6" actId="20577"/>
        <pc:sldMkLst>
          <pc:docMk/>
          <pc:sldMk cId="0" sldId="268"/>
        </pc:sldMkLst>
        <pc:spChg chg="mod">
          <ac:chgData name="Thomas Sinclair" userId="S::thomass@aie.edu.au::ea7e17c6-715c-40d9-8261-37f47b5b9a01" providerId="AD" clId="Web-{754512BA-3C2D-8738-AD46-0554823DD696}" dt="2019-11-14T22:32:10.149" v="6" actId="20577"/>
          <ac:spMkLst>
            <pc:docMk/>
            <pc:sldMk cId="0" sldId="268"/>
            <ac:spMk id="306" creationId="{00000000-0000-0000-0000-000000000000}"/>
          </ac:spMkLst>
        </pc:spChg>
      </pc:sldChg>
      <pc:sldChg chg="modSp">
        <pc:chgData name="Thomas Sinclair" userId="S::thomass@aie.edu.au::ea7e17c6-715c-40d9-8261-37f47b5b9a01" providerId="AD" clId="Web-{754512BA-3C2D-8738-AD46-0554823DD696}" dt="2019-11-14T22:39:46.290" v="10" actId="20577"/>
        <pc:sldMkLst>
          <pc:docMk/>
          <pc:sldMk cId="0" sldId="276"/>
        </pc:sldMkLst>
        <pc:spChg chg="mod">
          <ac:chgData name="Thomas Sinclair" userId="S::thomass@aie.edu.au::ea7e17c6-715c-40d9-8261-37f47b5b9a01" providerId="AD" clId="Web-{754512BA-3C2D-8738-AD46-0554823DD696}" dt="2019-11-14T22:39:46.290" v="10" actId="20577"/>
          <ac:spMkLst>
            <pc:docMk/>
            <pc:sldMk cId="0" sldId="276"/>
            <ac:spMk id="407" creationId="{00000000-0000-0000-0000-000000000000}"/>
          </ac:spMkLst>
        </pc:spChg>
      </pc:sldChg>
      <pc:sldChg chg="modSp">
        <pc:chgData name="Thomas Sinclair" userId="S::thomass@aie.edu.au::ea7e17c6-715c-40d9-8261-37f47b5b9a01" providerId="AD" clId="Web-{754512BA-3C2D-8738-AD46-0554823DD696}" dt="2019-11-14T22:39:53.962" v="15" actId="20577"/>
        <pc:sldMkLst>
          <pc:docMk/>
          <pc:sldMk cId="0" sldId="278"/>
        </pc:sldMkLst>
        <pc:spChg chg="mod">
          <ac:chgData name="Thomas Sinclair" userId="S::thomass@aie.edu.au::ea7e17c6-715c-40d9-8261-37f47b5b9a01" providerId="AD" clId="Web-{754512BA-3C2D-8738-AD46-0554823DD696}" dt="2019-11-14T22:39:53.962" v="15" actId="20577"/>
          <ac:spMkLst>
            <pc:docMk/>
            <pc:sldMk cId="0" sldId="278"/>
            <ac:spMk id="420" creationId="{00000000-0000-0000-0000-000000000000}"/>
          </ac:spMkLst>
        </pc:spChg>
      </pc:sldChg>
      <pc:sldChg chg="modSp">
        <pc:chgData name="Thomas Sinclair" userId="S::thomass@aie.edu.au::ea7e17c6-715c-40d9-8261-37f47b5b9a01" providerId="AD" clId="Web-{754512BA-3C2D-8738-AD46-0554823DD696}" dt="2019-11-14T22:31:28.477" v="4" actId="20577"/>
        <pc:sldMkLst>
          <pc:docMk/>
          <pc:sldMk cId="223815541" sldId="280"/>
        </pc:sldMkLst>
        <pc:spChg chg="mod">
          <ac:chgData name="Thomas Sinclair" userId="S::thomass@aie.edu.au::ea7e17c6-715c-40d9-8261-37f47b5b9a01" providerId="AD" clId="Web-{754512BA-3C2D-8738-AD46-0554823DD696}" dt="2019-11-14T22:31:28.477" v="4" actId="20577"/>
          <ac:spMkLst>
            <pc:docMk/>
            <pc:sldMk cId="223815541" sldId="280"/>
            <ac:spMk id="332" creationId="{00000000-0000-0000-0000-000000000000}"/>
          </ac:spMkLst>
        </pc:spChg>
      </pc:sldChg>
    </pc:docChg>
  </pc:docChgLst>
  <pc:docChgLst>
    <pc:chgData name="Dan Miller" userId="9312318d-6fc1-4aa1-bf63-b61f87e21e71" providerId="ADAL" clId="{48344A09-9B03-4EC5-9A35-279FA66E5F49}"/>
    <pc:docChg chg="custSel modSld">
      <pc:chgData name="Dan Miller" userId="9312318d-6fc1-4aa1-bf63-b61f87e21e71" providerId="ADAL" clId="{48344A09-9B03-4EC5-9A35-279FA66E5F49}" dt="2019-10-14T02:17:08.114" v="33"/>
      <pc:docMkLst>
        <pc:docMk/>
      </pc:docMkLst>
      <pc:sldChg chg="modSp">
        <pc:chgData name="Dan Miller" userId="9312318d-6fc1-4aa1-bf63-b61f87e21e71" providerId="ADAL" clId="{48344A09-9B03-4EC5-9A35-279FA66E5F49}" dt="2019-10-14T01:41:23.197" v="0" actId="20577"/>
        <pc:sldMkLst>
          <pc:docMk/>
          <pc:sldMk cId="0" sldId="260"/>
        </pc:sldMkLst>
        <pc:spChg chg="mod">
          <ac:chgData name="Dan Miller" userId="9312318d-6fc1-4aa1-bf63-b61f87e21e71" providerId="ADAL" clId="{48344A09-9B03-4EC5-9A35-279FA66E5F49}" dt="2019-10-14T01:41:23.197" v="0" actId="20577"/>
          <ac:spMkLst>
            <pc:docMk/>
            <pc:sldMk cId="0" sldId="260"/>
            <ac:spMk id="234" creationId="{00000000-0000-0000-0000-000000000000}"/>
          </ac:spMkLst>
        </pc:spChg>
      </pc:sldChg>
      <pc:sldChg chg="modSp addCm modCm">
        <pc:chgData name="Dan Miller" userId="9312318d-6fc1-4aa1-bf63-b61f87e21e71" providerId="ADAL" clId="{48344A09-9B03-4EC5-9A35-279FA66E5F49}" dt="2019-10-14T01:45:03.973" v="9"/>
        <pc:sldMkLst>
          <pc:docMk/>
          <pc:sldMk cId="0" sldId="261"/>
        </pc:sldMkLst>
        <pc:graphicFrameChg chg="modGraphic">
          <ac:chgData name="Dan Miller" userId="9312318d-6fc1-4aa1-bf63-b61f87e21e71" providerId="ADAL" clId="{48344A09-9B03-4EC5-9A35-279FA66E5F49}" dt="2019-10-14T01:43:00.630" v="6" actId="20577"/>
          <ac:graphicFrameMkLst>
            <pc:docMk/>
            <pc:sldMk cId="0" sldId="261"/>
            <ac:graphicFrameMk id="240" creationId="{00000000-0000-0000-0000-000000000000}"/>
          </ac:graphicFrameMkLst>
        </pc:graphicFrameChg>
      </pc:sldChg>
      <pc:sldChg chg="modSp">
        <pc:chgData name="Dan Miller" userId="9312318d-6fc1-4aa1-bf63-b61f87e21e71" providerId="ADAL" clId="{48344A09-9B03-4EC5-9A35-279FA66E5F49}" dt="2019-10-14T01:45:10.582" v="15" actId="20577"/>
        <pc:sldMkLst>
          <pc:docMk/>
          <pc:sldMk cId="0" sldId="262"/>
        </pc:sldMkLst>
        <pc:graphicFrameChg chg="modGraphic">
          <ac:chgData name="Dan Miller" userId="9312318d-6fc1-4aa1-bf63-b61f87e21e71" providerId="ADAL" clId="{48344A09-9B03-4EC5-9A35-279FA66E5F49}" dt="2019-10-14T01:45:10.582" v="15" actId="20577"/>
          <ac:graphicFrameMkLst>
            <pc:docMk/>
            <pc:sldMk cId="0" sldId="262"/>
            <ac:graphicFrameMk id="246" creationId="{00000000-0000-0000-0000-000000000000}"/>
          </ac:graphicFrameMkLst>
        </pc:graphicFrameChg>
      </pc:sldChg>
      <pc:sldChg chg="addCm modCm">
        <pc:chgData name="Dan Miller" userId="9312318d-6fc1-4aa1-bf63-b61f87e21e71" providerId="ADAL" clId="{48344A09-9B03-4EC5-9A35-279FA66E5F49}" dt="2019-10-14T02:17:08.114" v="33"/>
        <pc:sldMkLst>
          <pc:docMk/>
          <pc:sldMk cId="0" sldId="277"/>
        </pc:sldMkLst>
      </pc:sldChg>
      <pc:sldChg chg="addCm modCm">
        <pc:chgData name="Dan Miller" userId="9312318d-6fc1-4aa1-bf63-b61f87e21e71" providerId="ADAL" clId="{48344A09-9B03-4EC5-9A35-279FA66E5F49}" dt="2019-10-14T01:53:50.844" v="20"/>
        <pc:sldMkLst>
          <pc:docMk/>
          <pc:sldMk cId="1977009700" sldId="281"/>
        </pc:sldMkLst>
      </pc:sldChg>
    </pc:docChg>
  </pc:docChgLst>
  <pc:docChgLst>
    <pc:chgData name="Patrick Delmastro" userId="S::patrick.delmastro@aie.edu.au::80153e81-cca5-4785-8329-c43569ff9011" providerId="AD" clId="Web-{26110A49-E5EC-3652-CB4B-4280421FFF6E}"/>
    <pc:docChg chg="addSld delSld modSld">
      <pc:chgData name="Patrick Delmastro" userId="S::patrick.delmastro@aie.edu.au::80153e81-cca5-4785-8329-c43569ff9011" providerId="AD" clId="Web-{26110A49-E5EC-3652-CB4B-4280421FFF6E}" dt="2021-11-10T05:08:03.039" v="58" actId="20577"/>
      <pc:docMkLst>
        <pc:docMk/>
      </pc:docMkLst>
      <pc:sldChg chg="del">
        <pc:chgData name="Patrick Delmastro" userId="S::patrick.delmastro@aie.edu.au::80153e81-cca5-4785-8329-c43569ff9011" providerId="AD" clId="Web-{26110A49-E5EC-3652-CB4B-4280421FFF6E}" dt="2021-11-10T05:05:08.598" v="34"/>
        <pc:sldMkLst>
          <pc:docMk/>
          <pc:sldMk cId="0" sldId="270"/>
        </pc:sldMkLst>
      </pc:sldChg>
      <pc:sldChg chg="del">
        <pc:chgData name="Patrick Delmastro" userId="S::patrick.delmastro@aie.edu.au::80153e81-cca5-4785-8329-c43569ff9011" providerId="AD" clId="Web-{26110A49-E5EC-3652-CB4B-4280421FFF6E}" dt="2021-11-10T05:06:56.241" v="53"/>
        <pc:sldMkLst>
          <pc:docMk/>
          <pc:sldMk cId="2191999467" sldId="282"/>
        </pc:sldMkLst>
      </pc:sldChg>
      <pc:sldChg chg="addSp delSp modSp add">
        <pc:chgData name="Patrick Delmastro" userId="S::patrick.delmastro@aie.edu.au::80153e81-cca5-4785-8329-c43569ff9011" providerId="AD" clId="Web-{26110A49-E5EC-3652-CB4B-4280421FFF6E}" dt="2021-11-10T05:04:24.050" v="33"/>
        <pc:sldMkLst>
          <pc:docMk/>
          <pc:sldMk cId="3595876546" sldId="316"/>
        </pc:sldMkLst>
        <pc:spChg chg="add mod">
          <ac:chgData name="Patrick Delmastro" userId="S::patrick.delmastro@aie.edu.au::80153e81-cca5-4785-8329-c43569ff9011" providerId="AD" clId="Web-{26110A49-E5EC-3652-CB4B-4280421FFF6E}" dt="2021-11-10T05:02:51.548" v="11" actId="1076"/>
          <ac:spMkLst>
            <pc:docMk/>
            <pc:sldMk cId="3595876546" sldId="316"/>
            <ac:spMk id="5" creationId="{CE833C0F-7EF9-4AD7-8D3D-2ACD8978CF45}"/>
          </ac:spMkLst>
        </pc:spChg>
        <pc:spChg chg="add mod">
          <ac:chgData name="Patrick Delmastro" userId="S::patrick.delmastro@aie.edu.au::80153e81-cca5-4785-8329-c43569ff9011" providerId="AD" clId="Web-{26110A49-E5EC-3652-CB4B-4280421FFF6E}" dt="2021-11-10T05:02:51.563" v="12" actId="1076"/>
          <ac:spMkLst>
            <pc:docMk/>
            <pc:sldMk cId="3595876546" sldId="316"/>
            <ac:spMk id="9" creationId="{3C2931EB-9811-4171-9122-0CD6F0F78565}"/>
          </ac:spMkLst>
        </pc:spChg>
        <pc:graphicFrameChg chg="add mod modGraphic">
          <ac:chgData name="Patrick Delmastro" userId="S::patrick.delmastro@aie.edu.au::80153e81-cca5-4785-8329-c43569ff9011" providerId="AD" clId="Web-{26110A49-E5EC-3652-CB4B-4280421FFF6E}" dt="2021-11-10T05:04:13.768" v="31"/>
          <ac:graphicFrameMkLst>
            <pc:docMk/>
            <pc:sldMk cId="3595876546" sldId="316"/>
            <ac:graphicFrameMk id="4" creationId="{9A52BDE0-4A75-4263-BA5F-6B3AA11CF317}"/>
          </ac:graphicFrameMkLst>
        </pc:graphicFrameChg>
        <pc:graphicFrameChg chg="modGraphic">
          <ac:chgData name="Patrick Delmastro" userId="S::patrick.delmastro@aie.edu.au::80153e81-cca5-4785-8329-c43569ff9011" providerId="AD" clId="Web-{26110A49-E5EC-3652-CB4B-4280421FFF6E}" dt="2021-11-10T05:02:55.314" v="13"/>
          <ac:graphicFrameMkLst>
            <pc:docMk/>
            <pc:sldMk cId="3595876546" sldId="316"/>
            <ac:graphicFrameMk id="7" creationId="{97A5ACC3-4305-4335-B5DA-924C2D651D4F}"/>
          </ac:graphicFrameMkLst>
        </pc:graphicFrameChg>
        <pc:graphicFrameChg chg="del">
          <ac:chgData name="Patrick Delmastro" userId="S::patrick.delmastro@aie.edu.au::80153e81-cca5-4785-8329-c43569ff9011" providerId="AD" clId="Web-{26110A49-E5EC-3652-CB4B-4280421FFF6E}" dt="2021-11-10T05:03:51.268" v="23"/>
          <ac:graphicFrameMkLst>
            <pc:docMk/>
            <pc:sldMk cId="3595876546" sldId="316"/>
            <ac:graphicFrameMk id="13" creationId="{F9986CDF-55CE-4784-90C5-702308B712E9}"/>
          </ac:graphicFrameMkLst>
        </pc:graphicFrameChg>
        <pc:graphicFrameChg chg="mod modGraphic">
          <ac:chgData name="Patrick Delmastro" userId="S::patrick.delmastro@aie.edu.au::80153e81-cca5-4785-8329-c43569ff9011" providerId="AD" clId="Web-{26110A49-E5EC-3652-CB4B-4280421FFF6E}" dt="2021-11-10T05:04:24.050" v="33"/>
          <ac:graphicFrameMkLst>
            <pc:docMk/>
            <pc:sldMk cId="3595876546" sldId="316"/>
            <ac:graphicFrameMk id="18" creationId="{3AE18A4C-3F4A-4EFD-ADDA-2EC5999EFF8A}"/>
          </ac:graphicFrameMkLst>
        </pc:graphicFrameChg>
      </pc:sldChg>
      <pc:sldChg chg="addSp delSp modSp add">
        <pc:chgData name="Patrick Delmastro" userId="S::patrick.delmastro@aie.edu.au::80153e81-cca5-4785-8329-c43569ff9011" providerId="AD" clId="Web-{26110A49-E5EC-3652-CB4B-4280421FFF6E}" dt="2021-11-10T05:08:03.039" v="58" actId="20577"/>
        <pc:sldMkLst>
          <pc:docMk/>
          <pc:sldMk cId="3327116760" sldId="317"/>
        </pc:sldMkLst>
        <pc:spChg chg="add del mod">
          <ac:chgData name="Patrick Delmastro" userId="S::patrick.delmastro@aie.edu.au::80153e81-cca5-4785-8329-c43569ff9011" providerId="AD" clId="Web-{26110A49-E5EC-3652-CB4B-4280421FFF6E}" dt="2021-11-10T05:01:41.406" v="3"/>
          <ac:spMkLst>
            <pc:docMk/>
            <pc:sldMk cId="3327116760" sldId="317"/>
            <ac:spMk id="5" creationId="{2CE75A4D-84E4-4633-8265-3BEC6496F62A}"/>
          </ac:spMkLst>
        </pc:spChg>
        <pc:spChg chg="del">
          <ac:chgData name="Patrick Delmastro" userId="S::patrick.delmastro@aie.edu.au::80153e81-cca5-4785-8329-c43569ff9011" providerId="AD" clId="Web-{26110A49-E5EC-3652-CB4B-4280421FFF6E}" dt="2021-11-10T05:01:39.374" v="2"/>
          <ac:spMkLst>
            <pc:docMk/>
            <pc:sldMk cId="3327116760" sldId="317"/>
            <ac:spMk id="6" creationId="{67C285D0-13E5-477D-87C4-795E392D9BE5}"/>
          </ac:spMkLst>
        </pc:spChg>
        <pc:spChg chg="add mod">
          <ac:chgData name="Patrick Delmastro" userId="S::patrick.delmastro@aie.edu.au::80153e81-cca5-4785-8329-c43569ff9011" providerId="AD" clId="Web-{26110A49-E5EC-3652-CB4B-4280421FFF6E}" dt="2021-11-10T05:08:03.039" v="58" actId="20577"/>
          <ac:spMkLst>
            <pc:docMk/>
            <pc:sldMk cId="3327116760" sldId="317"/>
            <ac:spMk id="7" creationId="{8FB5601B-C241-4EA4-805E-BC7F75406F0C}"/>
          </ac:spMkLst>
        </pc:spChg>
        <pc:spChg chg="mod">
          <ac:chgData name="Patrick Delmastro" userId="S::patrick.delmastro@aie.edu.au::80153e81-cca5-4785-8329-c43569ff9011" providerId="AD" clId="Web-{26110A49-E5EC-3652-CB4B-4280421FFF6E}" dt="2021-11-10T05:01:53.187" v="6" actId="20577"/>
          <ac:spMkLst>
            <pc:docMk/>
            <pc:sldMk cId="3327116760" sldId="317"/>
            <ac:spMk id="16" creationId="{0FD8B14E-7CCF-42C8-9E9F-051852995464}"/>
          </ac:spMkLst>
        </pc:spChg>
        <pc:graphicFrameChg chg="del">
          <ac:chgData name="Patrick Delmastro" userId="S::patrick.delmastro@aie.edu.au::80153e81-cca5-4785-8329-c43569ff9011" providerId="AD" clId="Web-{26110A49-E5EC-3652-CB4B-4280421FFF6E}" dt="2021-11-10T05:03:32.346" v="20"/>
          <ac:graphicFrameMkLst>
            <pc:docMk/>
            <pc:sldMk cId="3327116760" sldId="317"/>
            <ac:graphicFrameMk id="13" creationId="{F9986CDF-55CE-4784-90C5-702308B712E9}"/>
          </ac:graphicFrameMkLst>
        </pc:graphicFrameChg>
        <pc:graphicFrameChg chg="mod modGraphic">
          <ac:chgData name="Patrick Delmastro" userId="S::patrick.delmastro@aie.edu.au::80153e81-cca5-4785-8329-c43569ff9011" providerId="AD" clId="Web-{26110A49-E5EC-3652-CB4B-4280421FFF6E}" dt="2021-11-10T05:03:41.533" v="22"/>
          <ac:graphicFrameMkLst>
            <pc:docMk/>
            <pc:sldMk cId="3327116760" sldId="317"/>
            <ac:graphicFrameMk id="18" creationId="{3AE18A4C-3F4A-4EFD-ADDA-2EC5999EFF8A}"/>
          </ac:graphicFrameMkLst>
        </pc:graphicFrameChg>
      </pc:sldChg>
      <pc:sldChg chg="delSp modSp add replId">
        <pc:chgData name="Patrick Delmastro" userId="S::patrick.delmastro@aie.edu.au::80153e81-cca5-4785-8329-c43569ff9011" providerId="AD" clId="Web-{26110A49-E5EC-3652-CB4B-4280421FFF6E}" dt="2021-11-10T05:06:18.131" v="50"/>
        <pc:sldMkLst>
          <pc:docMk/>
          <pc:sldMk cId="114908517" sldId="318"/>
        </pc:sldMkLst>
        <pc:spChg chg="del">
          <ac:chgData name="Patrick Delmastro" userId="S::patrick.delmastro@aie.edu.au::80153e81-cca5-4785-8329-c43569ff9011" providerId="AD" clId="Web-{26110A49-E5EC-3652-CB4B-4280421FFF6E}" dt="2021-11-10T05:05:46.833" v="43"/>
          <ac:spMkLst>
            <pc:docMk/>
            <pc:sldMk cId="114908517" sldId="318"/>
            <ac:spMk id="5" creationId="{CE833C0F-7EF9-4AD7-8D3D-2ACD8978CF45}"/>
          </ac:spMkLst>
        </pc:spChg>
        <pc:spChg chg="del">
          <ac:chgData name="Patrick Delmastro" userId="S::patrick.delmastro@aie.edu.au::80153e81-cca5-4785-8329-c43569ff9011" providerId="AD" clId="Web-{26110A49-E5EC-3652-CB4B-4280421FFF6E}" dt="2021-11-10T05:05:47.771" v="44"/>
          <ac:spMkLst>
            <pc:docMk/>
            <pc:sldMk cId="114908517" sldId="318"/>
            <ac:spMk id="9" creationId="{3C2931EB-9811-4171-9122-0CD6F0F78565}"/>
          </ac:spMkLst>
        </pc:spChg>
        <pc:graphicFrameChg chg="del">
          <ac:chgData name="Patrick Delmastro" userId="S::patrick.delmastro@aie.edu.au::80153e81-cca5-4785-8329-c43569ff9011" providerId="AD" clId="Web-{26110A49-E5EC-3652-CB4B-4280421FFF6E}" dt="2021-11-10T05:05:45.442" v="42"/>
          <ac:graphicFrameMkLst>
            <pc:docMk/>
            <pc:sldMk cId="114908517" sldId="318"/>
            <ac:graphicFrameMk id="4" creationId="{9A52BDE0-4A75-4263-BA5F-6B3AA11CF317}"/>
          </ac:graphicFrameMkLst>
        </pc:graphicFrameChg>
        <pc:graphicFrameChg chg="mod modGraphic">
          <ac:chgData name="Patrick Delmastro" userId="S::patrick.delmastro@aie.edu.au::80153e81-cca5-4785-8329-c43569ff9011" providerId="AD" clId="Web-{26110A49-E5EC-3652-CB4B-4280421FFF6E}" dt="2021-11-10T05:06:18.131" v="50"/>
          <ac:graphicFrameMkLst>
            <pc:docMk/>
            <pc:sldMk cId="114908517" sldId="318"/>
            <ac:graphicFrameMk id="18" creationId="{3AE18A4C-3F4A-4EFD-ADDA-2EC5999EFF8A}"/>
          </ac:graphicFrameMkLst>
        </pc:graphicFrameChg>
      </pc:sldChg>
      <pc:sldChg chg="addSp delSp modSp add replId">
        <pc:chgData name="Patrick Delmastro" userId="S::patrick.delmastro@aie.edu.au::80153e81-cca5-4785-8329-c43569ff9011" providerId="AD" clId="Web-{26110A49-E5EC-3652-CB4B-4280421FFF6E}" dt="2021-11-10T05:06:52.710" v="52" actId="20577"/>
        <pc:sldMkLst>
          <pc:docMk/>
          <pc:sldMk cId="1784616864" sldId="319"/>
        </pc:sldMkLst>
        <pc:spChg chg="add del mod">
          <ac:chgData name="Patrick Delmastro" userId="S::patrick.delmastro@aie.edu.au::80153e81-cca5-4785-8329-c43569ff9011" providerId="AD" clId="Web-{26110A49-E5EC-3652-CB4B-4280421FFF6E}" dt="2021-11-10T05:05:29.536" v="38"/>
          <ac:spMkLst>
            <pc:docMk/>
            <pc:sldMk cId="1784616864" sldId="319"/>
            <ac:spMk id="5" creationId="{7B90C413-1CC9-4893-BCF9-9E9D71F79308}"/>
          </ac:spMkLst>
        </pc:spChg>
        <pc:spChg chg="add mod">
          <ac:chgData name="Patrick Delmastro" userId="S::patrick.delmastro@aie.edu.au::80153e81-cca5-4785-8329-c43569ff9011" providerId="AD" clId="Web-{26110A49-E5EC-3652-CB4B-4280421FFF6E}" dt="2021-11-10T05:06:52.710" v="52" actId="20577"/>
          <ac:spMkLst>
            <pc:docMk/>
            <pc:sldMk cId="1784616864" sldId="319"/>
            <ac:spMk id="6" creationId="{CAF30E4F-0D42-4D37-B9D6-097F0CBC2C2E}"/>
          </ac:spMkLst>
        </pc:spChg>
        <pc:spChg chg="del">
          <ac:chgData name="Patrick Delmastro" userId="S::patrick.delmastro@aie.edu.au::80153e81-cca5-4785-8329-c43569ff9011" providerId="AD" clId="Web-{26110A49-E5EC-3652-CB4B-4280421FFF6E}" dt="2021-11-10T05:05:27.505" v="37"/>
          <ac:spMkLst>
            <pc:docMk/>
            <pc:sldMk cId="1784616864" sldId="319"/>
            <ac:spMk id="7" creationId="{8FB5601B-C241-4EA4-805E-BC7F75406F0C}"/>
          </ac:spMkLst>
        </pc:spChg>
      </pc:sldChg>
    </pc:docChg>
  </pc:docChgLst>
  <pc:docChgLst>
    <pc:chgData name="Patrick Delmastro" userId="S::patrick.delmastro@aie.edu.au::80153e81-cca5-4785-8329-c43569ff9011" providerId="AD" clId="Web-{42C80E2F-B788-0ADC-0378-BC89C38A65C3}"/>
    <pc:docChg chg="modSld">
      <pc:chgData name="Patrick Delmastro" userId="S::patrick.delmastro@aie.edu.au::80153e81-cca5-4785-8329-c43569ff9011" providerId="AD" clId="Web-{42C80E2F-B788-0ADC-0378-BC89C38A65C3}" dt="2021-09-01T05:52:03.796" v="44" actId="20577"/>
      <pc:docMkLst>
        <pc:docMk/>
      </pc:docMkLst>
      <pc:sldChg chg="modSp">
        <pc:chgData name="Patrick Delmastro" userId="S::patrick.delmastro@aie.edu.au::80153e81-cca5-4785-8329-c43569ff9011" providerId="AD" clId="Web-{42C80E2F-B788-0ADC-0378-BC89C38A65C3}" dt="2021-09-01T05:52:03.796" v="44" actId="20577"/>
        <pc:sldMkLst>
          <pc:docMk/>
          <pc:sldMk cId="0" sldId="278"/>
        </pc:sldMkLst>
        <pc:spChg chg="mod">
          <ac:chgData name="Patrick Delmastro" userId="S::patrick.delmastro@aie.edu.au::80153e81-cca5-4785-8329-c43569ff9011" providerId="AD" clId="Web-{42C80E2F-B788-0ADC-0378-BC89C38A65C3}" dt="2021-09-01T05:52:03.796" v="44" actId="20577"/>
          <ac:spMkLst>
            <pc:docMk/>
            <pc:sldMk cId="0" sldId="278"/>
            <ac:spMk id="420" creationId="{00000000-0000-0000-0000-000000000000}"/>
          </ac:spMkLst>
        </pc:spChg>
      </pc:sldChg>
    </pc:docChg>
  </pc:docChgLst>
  <pc:docChgLst>
    <pc:chgData name="Patrick Delmastro" userId="S::patrick.delmastro@aie.edu.au::80153e81-cca5-4785-8329-c43569ff9011" providerId="AD" clId="Web-{C81AEF14-7043-546E-6419-CC1980721CD8}"/>
    <pc:docChg chg="modSld">
      <pc:chgData name="Patrick Delmastro" userId="S::patrick.delmastro@aie.edu.au::80153e81-cca5-4785-8329-c43569ff9011" providerId="AD" clId="Web-{C81AEF14-7043-546E-6419-CC1980721CD8}" dt="2021-08-11T05:18:28.650" v="4" actId="20577"/>
      <pc:docMkLst>
        <pc:docMk/>
      </pc:docMkLst>
      <pc:sldChg chg="modSp">
        <pc:chgData name="Patrick Delmastro" userId="S::patrick.delmastro@aie.edu.au::80153e81-cca5-4785-8329-c43569ff9011" providerId="AD" clId="Web-{C81AEF14-7043-546E-6419-CC1980721CD8}" dt="2021-08-11T05:18:28.650" v="4" actId="20577"/>
        <pc:sldMkLst>
          <pc:docMk/>
          <pc:sldMk cId="0" sldId="278"/>
        </pc:sldMkLst>
        <pc:spChg chg="mod">
          <ac:chgData name="Patrick Delmastro" userId="S::patrick.delmastro@aie.edu.au::80153e81-cca5-4785-8329-c43569ff9011" providerId="AD" clId="Web-{C81AEF14-7043-546E-6419-CC1980721CD8}" dt="2021-08-11T05:18:28.650" v="4" actId="20577"/>
          <ac:spMkLst>
            <pc:docMk/>
            <pc:sldMk cId="0" sldId="278"/>
            <ac:spMk id="5" creationId="{7CC2A167-665B-4844-AF42-C94D388384EA}"/>
          </ac:spMkLst>
        </pc:spChg>
      </pc:sldChg>
    </pc:docChg>
  </pc:docChgLst>
  <pc:docChgLst>
    <pc:chgData name="Patrick Delmastro" userId="S::patrick.delmastro@aie.edu.au::80153e81-cca5-4785-8329-c43569ff9011" providerId="AD" clId="Web-{43C56120-6BDB-6877-12D1-B591F2F51A5A}"/>
    <pc:docChg chg="addSld delSld modSld sldOrd">
      <pc:chgData name="Patrick Delmastro" userId="S::patrick.delmastro@aie.edu.au::80153e81-cca5-4785-8329-c43569ff9011" providerId="AD" clId="Web-{43C56120-6BDB-6877-12D1-B591F2F51A5A}" dt="2021-06-10T04:40:37.782" v="793" actId="20577"/>
      <pc:docMkLst>
        <pc:docMk/>
      </pc:docMkLst>
      <pc:sldChg chg="modSp">
        <pc:chgData name="Patrick Delmastro" userId="S::patrick.delmastro@aie.edu.au::80153e81-cca5-4785-8329-c43569ff9011" providerId="AD" clId="Web-{43C56120-6BDB-6877-12D1-B591F2F51A5A}" dt="2021-06-10T04:39:00.360" v="777" actId="20577"/>
        <pc:sldMkLst>
          <pc:docMk/>
          <pc:sldMk cId="0" sldId="257"/>
        </pc:sldMkLst>
        <pc:spChg chg="mod">
          <ac:chgData name="Patrick Delmastro" userId="S::patrick.delmastro@aie.edu.au::80153e81-cca5-4785-8329-c43569ff9011" providerId="AD" clId="Web-{43C56120-6BDB-6877-12D1-B591F2F51A5A}" dt="2021-06-10T04:39:00.360" v="777" actId="20577"/>
          <ac:spMkLst>
            <pc:docMk/>
            <pc:sldMk cId="0" sldId="257"/>
            <ac:spMk id="213" creationId="{00000000-0000-0000-0000-000000000000}"/>
          </ac:spMkLst>
        </pc:spChg>
      </pc:sldChg>
      <pc:sldChg chg="modSp ord">
        <pc:chgData name="Patrick Delmastro" userId="S::patrick.delmastro@aie.edu.au::80153e81-cca5-4785-8329-c43569ff9011" providerId="AD" clId="Web-{43C56120-6BDB-6877-12D1-B591F2F51A5A}" dt="2021-06-10T04:35:13.139" v="709"/>
        <pc:sldMkLst>
          <pc:docMk/>
          <pc:sldMk cId="0" sldId="258"/>
        </pc:sldMkLst>
        <pc:spChg chg="mod">
          <ac:chgData name="Patrick Delmastro" userId="S::patrick.delmastro@aie.edu.au::80153e81-cca5-4785-8329-c43569ff9011" providerId="AD" clId="Web-{43C56120-6BDB-6877-12D1-B591F2F51A5A}" dt="2021-06-10T02:09:54.495" v="1" actId="20577"/>
          <ac:spMkLst>
            <pc:docMk/>
            <pc:sldMk cId="0" sldId="258"/>
            <ac:spMk id="218" creationId="{00000000-0000-0000-0000-000000000000}"/>
          </ac:spMkLst>
        </pc:spChg>
        <pc:spChg chg="mod">
          <ac:chgData name="Patrick Delmastro" userId="S::patrick.delmastro@aie.edu.au::80153e81-cca5-4785-8329-c43569ff9011" providerId="AD" clId="Web-{43C56120-6BDB-6877-12D1-B591F2F51A5A}" dt="2021-06-10T02:46:37.853" v="380" actId="20577"/>
          <ac:spMkLst>
            <pc:docMk/>
            <pc:sldMk cId="0" sldId="258"/>
            <ac:spMk id="219" creationId="{00000000-0000-0000-0000-000000000000}"/>
          </ac:spMkLst>
        </pc:spChg>
      </pc:sldChg>
      <pc:sldChg chg="modSp ord">
        <pc:chgData name="Patrick Delmastro" userId="S::patrick.delmastro@aie.edu.au::80153e81-cca5-4785-8329-c43569ff9011" providerId="AD" clId="Web-{43C56120-6BDB-6877-12D1-B591F2F51A5A}" dt="2021-06-10T04:35:13.139" v="708"/>
        <pc:sldMkLst>
          <pc:docMk/>
          <pc:sldMk cId="0" sldId="259"/>
        </pc:sldMkLst>
        <pc:spChg chg="mod">
          <ac:chgData name="Patrick Delmastro" userId="S::patrick.delmastro@aie.edu.au::80153e81-cca5-4785-8329-c43569ff9011" providerId="AD" clId="Web-{43C56120-6BDB-6877-12D1-B591F2F51A5A}" dt="2021-06-10T02:10:03.214" v="6" actId="20577"/>
          <ac:spMkLst>
            <pc:docMk/>
            <pc:sldMk cId="0" sldId="259"/>
            <ac:spMk id="226" creationId="{00000000-0000-0000-0000-000000000000}"/>
          </ac:spMkLst>
        </pc:spChg>
      </pc:sldChg>
      <pc:sldChg chg="modSp">
        <pc:chgData name="Patrick Delmastro" userId="S::patrick.delmastro@aie.edu.au::80153e81-cca5-4785-8329-c43569ff9011" providerId="AD" clId="Web-{43C56120-6BDB-6877-12D1-B591F2F51A5A}" dt="2021-06-10T03:25:09.082" v="396" actId="20577"/>
        <pc:sldMkLst>
          <pc:docMk/>
          <pc:sldMk cId="0" sldId="260"/>
        </pc:sldMkLst>
        <pc:spChg chg="mod">
          <ac:chgData name="Patrick Delmastro" userId="S::patrick.delmastro@aie.edu.au::80153e81-cca5-4785-8329-c43569ff9011" providerId="AD" clId="Web-{43C56120-6BDB-6877-12D1-B591F2F51A5A}" dt="2021-06-10T02:10:18.870" v="12" actId="20577"/>
          <ac:spMkLst>
            <pc:docMk/>
            <pc:sldMk cId="0" sldId="260"/>
            <ac:spMk id="232" creationId="{00000000-0000-0000-0000-000000000000}"/>
          </ac:spMkLst>
        </pc:spChg>
        <pc:spChg chg="mod">
          <ac:chgData name="Patrick Delmastro" userId="S::patrick.delmastro@aie.edu.au::80153e81-cca5-4785-8329-c43569ff9011" providerId="AD" clId="Web-{43C56120-6BDB-6877-12D1-B591F2F51A5A}" dt="2021-06-10T03:25:09.082" v="396" actId="20577"/>
          <ac:spMkLst>
            <pc:docMk/>
            <pc:sldMk cId="0" sldId="260"/>
            <ac:spMk id="233" creationId="{00000000-0000-0000-0000-000000000000}"/>
          </ac:spMkLst>
        </pc:spChg>
      </pc:sldChg>
      <pc:sldChg chg="modSp">
        <pc:chgData name="Patrick Delmastro" userId="S::patrick.delmastro@aie.edu.au::80153e81-cca5-4785-8329-c43569ff9011" providerId="AD" clId="Web-{43C56120-6BDB-6877-12D1-B591F2F51A5A}" dt="2021-06-10T04:20:21.536" v="706" actId="1076"/>
        <pc:sldMkLst>
          <pc:docMk/>
          <pc:sldMk cId="0" sldId="261"/>
        </pc:sldMkLst>
        <pc:spChg chg="mod">
          <ac:chgData name="Patrick Delmastro" userId="S::patrick.delmastro@aie.edu.au::80153e81-cca5-4785-8329-c43569ff9011" providerId="AD" clId="Web-{43C56120-6BDB-6877-12D1-B591F2F51A5A}" dt="2021-06-10T02:10:25.260" v="14" actId="20577"/>
          <ac:spMkLst>
            <pc:docMk/>
            <pc:sldMk cId="0" sldId="261"/>
            <ac:spMk id="241" creationId="{00000000-0000-0000-0000-000000000000}"/>
          </ac:spMkLst>
        </pc:spChg>
        <pc:graphicFrameChg chg="mod modGraphic">
          <ac:chgData name="Patrick Delmastro" userId="S::patrick.delmastro@aie.edu.au::80153e81-cca5-4785-8329-c43569ff9011" providerId="AD" clId="Web-{43C56120-6BDB-6877-12D1-B591F2F51A5A}" dt="2021-06-10T04:20:21.536" v="706" actId="1076"/>
          <ac:graphicFrameMkLst>
            <pc:docMk/>
            <pc:sldMk cId="0" sldId="261"/>
            <ac:graphicFrameMk id="240" creationId="{00000000-0000-0000-0000-000000000000}"/>
          </ac:graphicFrameMkLst>
        </pc:graphicFrameChg>
      </pc:sldChg>
      <pc:sldChg chg="modSp">
        <pc:chgData name="Patrick Delmastro" userId="S::patrick.delmastro@aie.edu.au::80153e81-cca5-4785-8329-c43569ff9011" providerId="AD" clId="Web-{43C56120-6BDB-6877-12D1-B591F2F51A5A}" dt="2021-06-10T03:26:29.895" v="443"/>
        <pc:sldMkLst>
          <pc:docMk/>
          <pc:sldMk cId="0" sldId="262"/>
        </pc:sldMkLst>
        <pc:spChg chg="mod">
          <ac:chgData name="Patrick Delmastro" userId="S::patrick.delmastro@aie.edu.au::80153e81-cca5-4785-8329-c43569ff9011" providerId="AD" clId="Web-{43C56120-6BDB-6877-12D1-B591F2F51A5A}" dt="2021-06-10T02:10:30.214" v="16" actId="20577"/>
          <ac:spMkLst>
            <pc:docMk/>
            <pc:sldMk cId="0" sldId="262"/>
            <ac:spMk id="247" creationId="{00000000-0000-0000-0000-000000000000}"/>
          </ac:spMkLst>
        </pc:spChg>
        <pc:graphicFrameChg chg="mod modGraphic">
          <ac:chgData name="Patrick Delmastro" userId="S::patrick.delmastro@aie.edu.au::80153e81-cca5-4785-8329-c43569ff9011" providerId="AD" clId="Web-{43C56120-6BDB-6877-12D1-B591F2F51A5A}" dt="2021-06-10T03:26:29.895" v="443"/>
          <ac:graphicFrameMkLst>
            <pc:docMk/>
            <pc:sldMk cId="0" sldId="262"/>
            <ac:graphicFrameMk id="246" creationId="{00000000-0000-0000-0000-000000000000}"/>
          </ac:graphicFrameMkLst>
        </pc:graphicFrameChg>
      </pc:sldChg>
      <pc:sldChg chg="modSp">
        <pc:chgData name="Patrick Delmastro" userId="S::patrick.delmastro@aie.edu.au::80153e81-cca5-4785-8329-c43569ff9011" providerId="AD" clId="Web-{43C56120-6BDB-6877-12D1-B591F2F51A5A}" dt="2021-06-10T04:20:08.130" v="703" actId="1076"/>
        <pc:sldMkLst>
          <pc:docMk/>
          <pc:sldMk cId="0" sldId="263"/>
        </pc:sldMkLst>
        <pc:spChg chg="mod">
          <ac:chgData name="Patrick Delmastro" userId="S::patrick.delmastro@aie.edu.au::80153e81-cca5-4785-8329-c43569ff9011" providerId="AD" clId="Web-{43C56120-6BDB-6877-12D1-B591F2F51A5A}" dt="2021-06-10T04:19:51.036" v="701" actId="20577"/>
          <ac:spMkLst>
            <pc:docMk/>
            <pc:sldMk cId="0" sldId="263"/>
            <ac:spMk id="5" creationId="{DDED981F-4639-4D3D-A43E-0E3B87809D11}"/>
          </ac:spMkLst>
        </pc:spChg>
        <pc:spChg chg="mod">
          <ac:chgData name="Patrick Delmastro" userId="S::patrick.delmastro@aie.edu.au::80153e81-cca5-4785-8329-c43569ff9011" providerId="AD" clId="Web-{43C56120-6BDB-6877-12D1-B591F2F51A5A}" dt="2021-06-10T02:10:21.432" v="13" actId="20577"/>
          <ac:spMkLst>
            <pc:docMk/>
            <pc:sldMk cId="0" sldId="263"/>
            <ac:spMk id="253" creationId="{00000000-0000-0000-0000-000000000000}"/>
          </ac:spMkLst>
        </pc:spChg>
        <pc:spChg chg="mod">
          <ac:chgData name="Patrick Delmastro" userId="S::patrick.delmastro@aie.edu.au::80153e81-cca5-4785-8329-c43569ff9011" providerId="AD" clId="Web-{43C56120-6BDB-6877-12D1-B591F2F51A5A}" dt="2021-06-10T02:11:35.589" v="21" actId="20577"/>
          <ac:spMkLst>
            <pc:docMk/>
            <pc:sldMk cId="0" sldId="263"/>
            <ac:spMk id="254" creationId="{00000000-0000-0000-0000-000000000000}"/>
          </ac:spMkLst>
        </pc:spChg>
        <pc:graphicFrameChg chg="mod">
          <ac:chgData name="Patrick Delmastro" userId="S::patrick.delmastro@aie.edu.au::80153e81-cca5-4785-8329-c43569ff9011" providerId="AD" clId="Web-{43C56120-6BDB-6877-12D1-B591F2F51A5A}" dt="2021-06-10T04:20:08.130" v="703" actId="1076"/>
          <ac:graphicFrameMkLst>
            <pc:docMk/>
            <pc:sldMk cId="0" sldId="263"/>
            <ac:graphicFrameMk id="252" creationId="{00000000-0000-0000-0000-000000000000}"/>
          </ac:graphicFrameMkLst>
        </pc:graphicFrameChg>
      </pc:sldChg>
      <pc:sldChg chg="modSp">
        <pc:chgData name="Patrick Delmastro" userId="S::patrick.delmastro@aie.edu.au::80153e81-cca5-4785-8329-c43569ff9011" providerId="AD" clId="Web-{43C56120-6BDB-6877-12D1-B591F2F51A5A}" dt="2021-06-10T03:25:29.066" v="403" actId="14100"/>
        <pc:sldMkLst>
          <pc:docMk/>
          <pc:sldMk cId="0" sldId="264"/>
        </pc:sldMkLst>
        <pc:spChg chg="mod">
          <ac:chgData name="Patrick Delmastro" userId="S::patrick.delmastro@aie.edu.au::80153e81-cca5-4785-8329-c43569ff9011" providerId="AD" clId="Web-{43C56120-6BDB-6877-12D1-B591F2F51A5A}" dt="2021-06-10T02:10:37.339" v="19" actId="20577"/>
          <ac:spMkLst>
            <pc:docMk/>
            <pc:sldMk cId="0" sldId="264"/>
            <ac:spMk id="259" creationId="{00000000-0000-0000-0000-000000000000}"/>
          </ac:spMkLst>
        </pc:spChg>
        <pc:spChg chg="mod">
          <ac:chgData name="Patrick Delmastro" userId="S::patrick.delmastro@aie.edu.au::80153e81-cca5-4785-8329-c43569ff9011" providerId="AD" clId="Web-{43C56120-6BDB-6877-12D1-B591F2F51A5A}" dt="2021-06-10T03:25:20.504" v="399" actId="1076"/>
          <ac:spMkLst>
            <pc:docMk/>
            <pc:sldMk cId="0" sldId="264"/>
            <ac:spMk id="261" creationId="{00000000-0000-0000-0000-000000000000}"/>
          </ac:spMkLst>
        </pc:spChg>
        <pc:picChg chg="mod">
          <ac:chgData name="Patrick Delmastro" userId="S::patrick.delmastro@aie.edu.au::80153e81-cca5-4785-8329-c43569ff9011" providerId="AD" clId="Web-{43C56120-6BDB-6877-12D1-B591F2F51A5A}" dt="2021-06-10T03:25:29.066" v="403" actId="14100"/>
          <ac:picMkLst>
            <pc:docMk/>
            <pc:sldMk cId="0" sldId="264"/>
            <ac:picMk id="260" creationId="{00000000-0000-0000-0000-000000000000}"/>
          </ac:picMkLst>
        </pc:picChg>
      </pc:sldChg>
      <pc:sldChg chg="modSp">
        <pc:chgData name="Patrick Delmastro" userId="S::patrick.delmastro@aie.edu.au::80153e81-cca5-4785-8329-c43569ff9011" providerId="AD" clId="Web-{43C56120-6BDB-6877-12D1-B591F2F51A5A}" dt="2021-06-10T03:25:46.754" v="423" actId="14100"/>
        <pc:sldMkLst>
          <pc:docMk/>
          <pc:sldMk cId="0" sldId="265"/>
        </pc:sldMkLst>
        <pc:spChg chg="mod">
          <ac:chgData name="Patrick Delmastro" userId="S::patrick.delmastro@aie.edu.au::80153e81-cca5-4785-8329-c43569ff9011" providerId="AD" clId="Web-{43C56120-6BDB-6877-12D1-B591F2F51A5A}" dt="2021-06-10T03:25:46.754" v="421" actId="14100"/>
          <ac:spMkLst>
            <pc:docMk/>
            <pc:sldMk cId="0" sldId="265"/>
            <ac:spMk id="270" creationId="{00000000-0000-0000-0000-000000000000}"/>
          </ac:spMkLst>
        </pc:spChg>
        <pc:spChg chg="mod">
          <ac:chgData name="Patrick Delmastro" userId="S::patrick.delmastro@aie.edu.au::80153e81-cca5-4785-8329-c43569ff9011" providerId="AD" clId="Web-{43C56120-6BDB-6877-12D1-B591F2F51A5A}" dt="2021-06-10T03:25:46.754" v="420" actId="14100"/>
          <ac:spMkLst>
            <pc:docMk/>
            <pc:sldMk cId="0" sldId="265"/>
            <ac:spMk id="271" creationId="{00000000-0000-0000-0000-000000000000}"/>
          </ac:spMkLst>
        </pc:spChg>
        <pc:grpChg chg="mod">
          <ac:chgData name="Patrick Delmastro" userId="S::patrick.delmastro@aie.edu.au::80153e81-cca5-4785-8329-c43569ff9011" providerId="AD" clId="Web-{43C56120-6BDB-6877-12D1-B591F2F51A5A}" dt="2021-06-10T03:25:46.754" v="419" actId="14100"/>
          <ac:grpSpMkLst>
            <pc:docMk/>
            <pc:sldMk cId="0" sldId="265"/>
            <ac:grpSpMk id="6" creationId="{D082FE1F-3D33-4B97-8930-96B3573B7675}"/>
          </ac:grpSpMkLst>
        </pc:grpChg>
        <pc:picChg chg="mod">
          <ac:chgData name="Patrick Delmastro" userId="S::patrick.delmastro@aie.edu.au::80153e81-cca5-4785-8329-c43569ff9011" providerId="AD" clId="Web-{43C56120-6BDB-6877-12D1-B591F2F51A5A}" dt="2021-06-10T03:25:46.754" v="423" actId="14100"/>
          <ac:picMkLst>
            <pc:docMk/>
            <pc:sldMk cId="0" sldId="265"/>
            <ac:picMk id="266" creationId="{00000000-0000-0000-0000-000000000000}"/>
          </ac:picMkLst>
        </pc:picChg>
        <pc:picChg chg="mod">
          <ac:chgData name="Patrick Delmastro" userId="S::patrick.delmastro@aie.edu.au::80153e81-cca5-4785-8329-c43569ff9011" providerId="AD" clId="Web-{43C56120-6BDB-6877-12D1-B591F2F51A5A}" dt="2021-06-10T03:25:46.754" v="422" actId="14100"/>
          <ac:picMkLst>
            <pc:docMk/>
            <pc:sldMk cId="0" sldId="265"/>
            <ac:picMk id="267" creationId="{00000000-0000-0000-0000-000000000000}"/>
          </ac:picMkLst>
        </pc:picChg>
      </pc:sldChg>
      <pc:sldChg chg="modSp">
        <pc:chgData name="Patrick Delmastro" userId="S::patrick.delmastro@aie.edu.au::80153e81-cca5-4785-8329-c43569ff9011" providerId="AD" clId="Web-{43C56120-6BDB-6877-12D1-B591F2F51A5A}" dt="2021-06-10T03:26:04.739" v="433" actId="1076"/>
        <pc:sldMkLst>
          <pc:docMk/>
          <pc:sldMk cId="0" sldId="266"/>
        </pc:sldMkLst>
        <pc:spChg chg="mod">
          <ac:chgData name="Patrick Delmastro" userId="S::patrick.delmastro@aie.edu.au::80153e81-cca5-4785-8329-c43569ff9011" providerId="AD" clId="Web-{43C56120-6BDB-6877-12D1-B591F2F51A5A}" dt="2021-06-10T03:26:04.739" v="431" actId="1076"/>
          <ac:spMkLst>
            <pc:docMk/>
            <pc:sldMk cId="0" sldId="266"/>
            <ac:spMk id="15" creationId="{780DCB49-15E0-47A1-BC82-A70748C9732F}"/>
          </ac:spMkLst>
        </pc:spChg>
        <pc:spChg chg="mod">
          <ac:chgData name="Patrick Delmastro" userId="S::patrick.delmastro@aie.edu.au::80153e81-cca5-4785-8329-c43569ff9011" providerId="AD" clId="Web-{43C56120-6BDB-6877-12D1-B591F2F51A5A}" dt="2021-06-10T03:26:04.739" v="430" actId="1076"/>
          <ac:spMkLst>
            <pc:docMk/>
            <pc:sldMk cId="0" sldId="266"/>
            <ac:spMk id="16" creationId="{5697FA8A-C732-4E2F-A267-56CE708174D6}"/>
          </ac:spMkLst>
        </pc:spChg>
        <pc:spChg chg="mod">
          <ac:chgData name="Patrick Delmastro" userId="S::patrick.delmastro@aie.edu.au::80153e81-cca5-4785-8329-c43569ff9011" providerId="AD" clId="Web-{43C56120-6BDB-6877-12D1-B591F2F51A5A}" dt="2021-06-10T02:15:34.854" v="64" actId="20577"/>
          <ac:spMkLst>
            <pc:docMk/>
            <pc:sldMk cId="0" sldId="266"/>
            <ac:spMk id="282" creationId="{00000000-0000-0000-0000-000000000000}"/>
          </ac:spMkLst>
        </pc:spChg>
        <pc:spChg chg="mod">
          <ac:chgData name="Patrick Delmastro" userId="S::patrick.delmastro@aie.edu.au::80153e81-cca5-4785-8329-c43569ff9011" providerId="AD" clId="Web-{43C56120-6BDB-6877-12D1-B591F2F51A5A}" dt="2021-06-10T02:15:37.901" v="65" actId="20577"/>
          <ac:spMkLst>
            <pc:docMk/>
            <pc:sldMk cId="0" sldId="266"/>
            <ac:spMk id="286" creationId="{00000000-0000-0000-0000-000000000000}"/>
          </ac:spMkLst>
        </pc:spChg>
        <pc:grpChg chg="mod">
          <ac:chgData name="Patrick Delmastro" userId="S::patrick.delmastro@aie.edu.au::80153e81-cca5-4785-8329-c43569ff9011" providerId="AD" clId="Web-{43C56120-6BDB-6877-12D1-B591F2F51A5A}" dt="2021-06-10T03:26:04.739" v="429" actId="1076"/>
          <ac:grpSpMkLst>
            <pc:docMk/>
            <pc:sldMk cId="0" sldId="266"/>
            <ac:grpSpMk id="4" creationId="{B6CF16C9-3ED1-4720-A4E9-5798CD010F26}"/>
          </ac:grpSpMkLst>
        </pc:grpChg>
        <pc:picChg chg="mod">
          <ac:chgData name="Patrick Delmastro" userId="S::patrick.delmastro@aie.edu.au::80153e81-cca5-4785-8329-c43569ff9011" providerId="AD" clId="Web-{43C56120-6BDB-6877-12D1-B591F2F51A5A}" dt="2021-06-10T03:26:04.739" v="433" actId="1076"/>
          <ac:picMkLst>
            <pc:docMk/>
            <pc:sldMk cId="0" sldId="266"/>
            <ac:picMk id="12" creationId="{373DB61D-7641-42BB-98FE-E930E01932C4}"/>
          </ac:picMkLst>
        </pc:picChg>
        <pc:picChg chg="mod">
          <ac:chgData name="Patrick Delmastro" userId="S::patrick.delmastro@aie.edu.au::80153e81-cca5-4785-8329-c43569ff9011" providerId="AD" clId="Web-{43C56120-6BDB-6877-12D1-B591F2F51A5A}" dt="2021-06-10T03:26:04.739" v="432" actId="1076"/>
          <ac:picMkLst>
            <pc:docMk/>
            <pc:sldMk cId="0" sldId="266"/>
            <ac:picMk id="13" creationId="{A087DB27-C258-43D0-B32F-B0640C1D9D41}"/>
          </ac:picMkLst>
        </pc:picChg>
      </pc:sldChg>
      <pc:sldChg chg="modSp">
        <pc:chgData name="Patrick Delmastro" userId="S::patrick.delmastro@aie.edu.au::80153e81-cca5-4785-8329-c43569ff9011" providerId="AD" clId="Web-{43C56120-6BDB-6877-12D1-B591F2F51A5A}" dt="2021-06-10T02:17:37.995" v="102" actId="1076"/>
        <pc:sldMkLst>
          <pc:docMk/>
          <pc:sldMk cId="0" sldId="268"/>
        </pc:sldMkLst>
        <pc:spChg chg="mod">
          <ac:chgData name="Patrick Delmastro" userId="S::patrick.delmastro@aie.edu.au::80153e81-cca5-4785-8329-c43569ff9011" providerId="AD" clId="Web-{43C56120-6BDB-6877-12D1-B591F2F51A5A}" dt="2021-06-10T02:16:22.995" v="73" actId="20577"/>
          <ac:spMkLst>
            <pc:docMk/>
            <pc:sldMk cId="0" sldId="268"/>
            <ac:spMk id="302" creationId="{00000000-0000-0000-0000-000000000000}"/>
          </ac:spMkLst>
        </pc:spChg>
        <pc:spChg chg="mod">
          <ac:chgData name="Patrick Delmastro" userId="S::patrick.delmastro@aie.edu.au::80153e81-cca5-4785-8329-c43569ff9011" providerId="AD" clId="Web-{43C56120-6BDB-6877-12D1-B591F2F51A5A}" dt="2021-06-10T02:17:13.041" v="90" actId="1076"/>
          <ac:spMkLst>
            <pc:docMk/>
            <pc:sldMk cId="0" sldId="268"/>
            <ac:spMk id="303" creationId="{00000000-0000-0000-0000-000000000000}"/>
          </ac:spMkLst>
        </pc:spChg>
        <pc:spChg chg="mod">
          <ac:chgData name="Patrick Delmastro" userId="S::patrick.delmastro@aie.edu.au::80153e81-cca5-4785-8329-c43569ff9011" providerId="AD" clId="Web-{43C56120-6BDB-6877-12D1-B591F2F51A5A}" dt="2021-06-10T02:17:37.995" v="102" actId="1076"/>
          <ac:spMkLst>
            <pc:docMk/>
            <pc:sldMk cId="0" sldId="268"/>
            <ac:spMk id="304" creationId="{00000000-0000-0000-0000-000000000000}"/>
          </ac:spMkLst>
        </pc:spChg>
        <pc:spChg chg="mod">
          <ac:chgData name="Patrick Delmastro" userId="S::patrick.delmastro@aie.edu.au::80153e81-cca5-4785-8329-c43569ff9011" providerId="AD" clId="Web-{43C56120-6BDB-6877-12D1-B591F2F51A5A}" dt="2021-06-10T02:17:35.823" v="101" actId="1076"/>
          <ac:spMkLst>
            <pc:docMk/>
            <pc:sldMk cId="0" sldId="268"/>
            <ac:spMk id="305" creationId="{00000000-0000-0000-0000-000000000000}"/>
          </ac:spMkLst>
        </pc:spChg>
        <pc:spChg chg="mod">
          <ac:chgData name="Patrick Delmastro" userId="S::patrick.delmastro@aie.edu.au::80153e81-cca5-4785-8329-c43569ff9011" providerId="AD" clId="Web-{43C56120-6BDB-6877-12D1-B591F2F51A5A}" dt="2021-06-10T02:17:34.041" v="100" actId="1076"/>
          <ac:spMkLst>
            <pc:docMk/>
            <pc:sldMk cId="0" sldId="268"/>
            <ac:spMk id="306" creationId="{00000000-0000-0000-0000-000000000000}"/>
          </ac:spMkLst>
        </pc:spChg>
        <pc:picChg chg="mod">
          <ac:chgData name="Patrick Delmastro" userId="S::patrick.delmastro@aie.edu.au::80153e81-cca5-4785-8329-c43569ff9011" providerId="AD" clId="Web-{43C56120-6BDB-6877-12D1-B591F2F51A5A}" dt="2021-06-10T02:17:28.698" v="99" actId="1076"/>
          <ac:picMkLst>
            <pc:docMk/>
            <pc:sldMk cId="0" sldId="268"/>
            <ac:picMk id="299" creationId="{00000000-0000-0000-0000-000000000000}"/>
          </ac:picMkLst>
        </pc:picChg>
        <pc:picChg chg="mod">
          <ac:chgData name="Patrick Delmastro" userId="S::patrick.delmastro@aie.edu.au::80153e81-cca5-4785-8329-c43569ff9011" providerId="AD" clId="Web-{43C56120-6BDB-6877-12D1-B591F2F51A5A}" dt="2021-06-10T02:17:27.666" v="98" actId="1076"/>
          <ac:picMkLst>
            <pc:docMk/>
            <pc:sldMk cId="0" sldId="268"/>
            <ac:picMk id="300" creationId="{00000000-0000-0000-0000-000000000000}"/>
          </ac:picMkLst>
        </pc:picChg>
        <pc:picChg chg="mod">
          <ac:chgData name="Patrick Delmastro" userId="S::patrick.delmastro@aie.edu.au::80153e81-cca5-4785-8329-c43569ff9011" providerId="AD" clId="Web-{43C56120-6BDB-6877-12D1-B591F2F51A5A}" dt="2021-06-10T02:17:20.635" v="96" actId="1076"/>
          <ac:picMkLst>
            <pc:docMk/>
            <pc:sldMk cId="0" sldId="268"/>
            <ac:picMk id="301" creationId="{00000000-0000-0000-0000-000000000000}"/>
          </ac:picMkLst>
        </pc:picChg>
      </pc:sldChg>
      <pc:sldChg chg="modSp">
        <pc:chgData name="Patrick Delmastro" userId="S::patrick.delmastro@aie.edu.au::80153e81-cca5-4785-8329-c43569ff9011" providerId="AD" clId="Web-{43C56120-6BDB-6877-12D1-B591F2F51A5A}" dt="2021-06-10T03:29:50.960" v="477" actId="1076"/>
        <pc:sldMkLst>
          <pc:docMk/>
          <pc:sldMk cId="0" sldId="270"/>
        </pc:sldMkLst>
        <pc:spChg chg="mod">
          <ac:chgData name="Patrick Delmastro" userId="S::patrick.delmastro@aie.edu.au::80153e81-cca5-4785-8329-c43569ff9011" providerId="AD" clId="Web-{43C56120-6BDB-6877-12D1-B591F2F51A5A}" dt="2021-06-10T03:29:50.960" v="477" actId="1076"/>
          <ac:spMkLst>
            <pc:docMk/>
            <pc:sldMk cId="0" sldId="270"/>
            <ac:spMk id="10" creationId="{7BDDA4CE-3CE4-4740-914E-5961E662040E}"/>
          </ac:spMkLst>
        </pc:spChg>
        <pc:spChg chg="mod">
          <ac:chgData name="Patrick Delmastro" userId="S::patrick.delmastro@aie.edu.au::80153e81-cca5-4785-8329-c43569ff9011" providerId="AD" clId="Web-{43C56120-6BDB-6877-12D1-B591F2F51A5A}" dt="2021-06-10T02:15:51.276" v="67" actId="20577"/>
          <ac:spMkLst>
            <pc:docMk/>
            <pc:sldMk cId="0" sldId="270"/>
            <ac:spMk id="16" creationId="{0FD8B14E-7CCF-42C8-9E9F-051852995464}"/>
          </ac:spMkLst>
        </pc:spChg>
        <pc:spChg chg="mod">
          <ac:chgData name="Patrick Delmastro" userId="S::patrick.delmastro@aie.edu.au::80153e81-cca5-4785-8329-c43569ff9011" providerId="AD" clId="Web-{43C56120-6BDB-6877-12D1-B591F2F51A5A}" dt="2021-06-10T03:29:50.944" v="475" actId="1076"/>
          <ac:spMkLst>
            <pc:docMk/>
            <pc:sldMk cId="0" sldId="270"/>
            <ac:spMk id="19" creationId="{2EF7B2F8-2378-42F1-8952-DD9443D358FE}"/>
          </ac:spMkLst>
        </pc:spChg>
        <pc:spChg chg="mod">
          <ac:chgData name="Patrick Delmastro" userId="S::patrick.delmastro@aie.edu.au::80153e81-cca5-4785-8329-c43569ff9011" providerId="AD" clId="Web-{43C56120-6BDB-6877-12D1-B591F2F51A5A}" dt="2021-06-10T03:29:50.944" v="476" actId="1076"/>
          <ac:spMkLst>
            <pc:docMk/>
            <pc:sldMk cId="0" sldId="270"/>
            <ac:spMk id="21" creationId="{2E312A83-5E9D-4389-9504-2ADA1156B42A}"/>
          </ac:spMkLst>
        </pc:spChg>
        <pc:graphicFrameChg chg="mod">
          <ac:chgData name="Patrick Delmastro" userId="S::patrick.delmastro@aie.edu.au::80153e81-cca5-4785-8329-c43569ff9011" providerId="AD" clId="Web-{43C56120-6BDB-6877-12D1-B591F2F51A5A}" dt="2021-06-10T03:29:50.897" v="473" actId="1076"/>
          <ac:graphicFrameMkLst>
            <pc:docMk/>
            <pc:sldMk cId="0" sldId="270"/>
            <ac:graphicFrameMk id="15" creationId="{A8006ECC-1C52-4E74-801B-E675685C0314}"/>
          </ac:graphicFrameMkLst>
        </pc:graphicFrameChg>
        <pc:graphicFrameChg chg="mod modGraphic">
          <ac:chgData name="Patrick Delmastro" userId="S::patrick.delmastro@aie.edu.au::80153e81-cca5-4785-8329-c43569ff9011" providerId="AD" clId="Web-{43C56120-6BDB-6877-12D1-B591F2F51A5A}" dt="2021-06-10T03:29:50.928" v="474" actId="1076"/>
          <ac:graphicFrameMkLst>
            <pc:docMk/>
            <pc:sldMk cId="0" sldId="270"/>
            <ac:graphicFrameMk id="18" creationId="{3AE18A4C-3F4A-4EFD-ADDA-2EC5999EFF8A}"/>
          </ac:graphicFrameMkLst>
        </pc:graphicFrameChg>
      </pc:sldChg>
      <pc:sldChg chg="addSp delSp modSp del">
        <pc:chgData name="Patrick Delmastro" userId="S::patrick.delmastro@aie.edu.au::80153e81-cca5-4785-8329-c43569ff9011" providerId="AD" clId="Web-{43C56120-6BDB-6877-12D1-B591F2F51A5A}" dt="2021-06-10T03:27:42.880" v="454"/>
        <pc:sldMkLst>
          <pc:docMk/>
          <pc:sldMk cId="0" sldId="273"/>
        </pc:sldMkLst>
        <pc:spChg chg="add mod">
          <ac:chgData name="Patrick Delmastro" userId="S::patrick.delmastro@aie.edu.au::80153e81-cca5-4785-8329-c43569ff9011" providerId="AD" clId="Web-{43C56120-6BDB-6877-12D1-B591F2F51A5A}" dt="2021-06-10T03:26:50.739" v="445" actId="20577"/>
          <ac:spMkLst>
            <pc:docMk/>
            <pc:sldMk cId="0" sldId="273"/>
            <ac:spMk id="3" creationId="{73B0CB86-EBF1-4905-B3EA-C689B0AEAFDE}"/>
          </ac:spMkLst>
        </pc:spChg>
        <pc:spChg chg="add">
          <ac:chgData name="Patrick Delmastro" userId="S::patrick.delmastro@aie.edu.au::80153e81-cca5-4785-8329-c43569ff9011" providerId="AD" clId="Web-{43C56120-6BDB-6877-12D1-B591F2F51A5A}" dt="2021-06-10T02:23:28.760" v="232"/>
          <ac:spMkLst>
            <pc:docMk/>
            <pc:sldMk cId="0" sldId="273"/>
            <ac:spMk id="5" creationId="{D5A5A164-698D-4C98-8868-72DCD3E59464}"/>
          </ac:spMkLst>
        </pc:spChg>
        <pc:spChg chg="add">
          <ac:chgData name="Patrick Delmastro" userId="S::patrick.delmastro@aie.edu.au::80153e81-cca5-4785-8329-c43569ff9011" providerId="AD" clId="Web-{43C56120-6BDB-6877-12D1-B591F2F51A5A}" dt="2021-06-10T02:23:28.776" v="233"/>
          <ac:spMkLst>
            <pc:docMk/>
            <pc:sldMk cId="0" sldId="273"/>
            <ac:spMk id="6" creationId="{A66149D1-BF60-4336-8168-E02A806DA32B}"/>
          </ac:spMkLst>
        </pc:spChg>
        <pc:spChg chg="add mod">
          <ac:chgData name="Patrick Delmastro" userId="S::patrick.delmastro@aie.edu.au::80153e81-cca5-4785-8329-c43569ff9011" providerId="AD" clId="Web-{43C56120-6BDB-6877-12D1-B591F2F51A5A}" dt="2021-06-10T02:24:01.666" v="243" actId="1076"/>
          <ac:spMkLst>
            <pc:docMk/>
            <pc:sldMk cId="0" sldId="273"/>
            <ac:spMk id="7" creationId="{DB5B33F1-14C5-4597-8F17-C402447058B0}"/>
          </ac:spMkLst>
        </pc:spChg>
        <pc:spChg chg="add">
          <ac:chgData name="Patrick Delmastro" userId="S::patrick.delmastro@aie.edu.au::80153e81-cca5-4785-8329-c43569ff9011" providerId="AD" clId="Web-{43C56120-6BDB-6877-12D1-B591F2F51A5A}" dt="2021-06-10T02:23:28.869" v="238"/>
          <ac:spMkLst>
            <pc:docMk/>
            <pc:sldMk cId="0" sldId="273"/>
            <ac:spMk id="11" creationId="{5F8F0E56-09A9-4F0C-8C57-3320DB4122AC}"/>
          </ac:spMkLst>
        </pc:spChg>
        <pc:spChg chg="add del mod">
          <ac:chgData name="Patrick Delmastro" userId="S::patrick.delmastro@aie.edu.au::80153e81-cca5-4785-8329-c43569ff9011" providerId="AD" clId="Web-{43C56120-6BDB-6877-12D1-B591F2F51A5A}" dt="2021-06-10T03:27:26.974" v="450"/>
          <ac:spMkLst>
            <pc:docMk/>
            <pc:sldMk cId="0" sldId="273"/>
            <ac:spMk id="13" creationId="{AF3DDFFC-F908-49C9-A6DF-1A286C9CF72F}"/>
          </ac:spMkLst>
        </pc:spChg>
        <pc:spChg chg="add del mod">
          <ac:chgData name="Patrick Delmastro" userId="S::patrick.delmastro@aie.edu.au::80153e81-cca5-4785-8329-c43569ff9011" providerId="AD" clId="Web-{43C56120-6BDB-6877-12D1-B591F2F51A5A}" dt="2021-06-10T03:27:27.708" v="451"/>
          <ac:spMkLst>
            <pc:docMk/>
            <pc:sldMk cId="0" sldId="273"/>
            <ac:spMk id="15" creationId="{54780AEE-04D1-4732-BA8E-6871DAF81A62}"/>
          </ac:spMkLst>
        </pc:spChg>
        <pc:spChg chg="add mod">
          <ac:chgData name="Patrick Delmastro" userId="S::patrick.delmastro@aie.edu.au::80153e81-cca5-4785-8329-c43569ff9011" providerId="AD" clId="Web-{43C56120-6BDB-6877-12D1-B591F2F51A5A}" dt="2021-06-10T03:27:28.958" v="452"/>
          <ac:spMkLst>
            <pc:docMk/>
            <pc:sldMk cId="0" sldId="273"/>
            <ac:spMk id="16" creationId="{4511E0A3-C8AD-4415-B302-0590F2A3B7EE}"/>
          </ac:spMkLst>
        </pc:spChg>
        <pc:spChg chg="add mod">
          <ac:chgData name="Patrick Delmastro" userId="S::patrick.delmastro@aie.edu.au::80153e81-cca5-4785-8329-c43569ff9011" providerId="AD" clId="Web-{43C56120-6BDB-6877-12D1-B591F2F51A5A}" dt="2021-06-10T03:27:28.974" v="453"/>
          <ac:spMkLst>
            <pc:docMk/>
            <pc:sldMk cId="0" sldId="273"/>
            <ac:spMk id="17" creationId="{E01412C7-AE3E-4972-80E3-E1B58B49AE66}"/>
          </ac:spMkLst>
        </pc:spChg>
        <pc:spChg chg="del mod">
          <ac:chgData name="Patrick Delmastro" userId="S::patrick.delmastro@aie.edu.au::80153e81-cca5-4785-8329-c43569ff9011" providerId="AD" clId="Web-{43C56120-6BDB-6877-12D1-B591F2F51A5A}" dt="2021-06-10T03:27:23.364" v="447"/>
          <ac:spMkLst>
            <pc:docMk/>
            <pc:sldMk cId="0" sldId="273"/>
            <ac:spMk id="352" creationId="{00000000-0000-0000-0000-000000000000}"/>
          </ac:spMkLst>
        </pc:spChg>
        <pc:spChg chg="del">
          <ac:chgData name="Patrick Delmastro" userId="S::patrick.delmastro@aie.edu.au::80153e81-cca5-4785-8329-c43569ff9011" providerId="AD" clId="Web-{43C56120-6BDB-6877-12D1-B591F2F51A5A}" dt="2021-06-10T02:23:27.213" v="227"/>
          <ac:spMkLst>
            <pc:docMk/>
            <pc:sldMk cId="0" sldId="273"/>
            <ac:spMk id="354" creationId="{00000000-0000-0000-0000-000000000000}"/>
          </ac:spMkLst>
        </pc:spChg>
        <pc:spChg chg="del">
          <ac:chgData name="Patrick Delmastro" userId="S::patrick.delmastro@aie.edu.au::80153e81-cca5-4785-8329-c43569ff9011" providerId="AD" clId="Web-{43C56120-6BDB-6877-12D1-B591F2F51A5A}" dt="2021-06-10T02:23:27.213" v="225"/>
          <ac:spMkLst>
            <pc:docMk/>
            <pc:sldMk cId="0" sldId="273"/>
            <ac:spMk id="356" creationId="{00000000-0000-0000-0000-000000000000}"/>
          </ac:spMkLst>
        </pc:spChg>
        <pc:spChg chg="del">
          <ac:chgData name="Patrick Delmastro" userId="S::patrick.delmastro@aie.edu.au::80153e81-cca5-4785-8329-c43569ff9011" providerId="AD" clId="Web-{43C56120-6BDB-6877-12D1-B591F2F51A5A}" dt="2021-06-10T02:23:27.213" v="224"/>
          <ac:spMkLst>
            <pc:docMk/>
            <pc:sldMk cId="0" sldId="273"/>
            <ac:spMk id="357" creationId="{00000000-0000-0000-0000-000000000000}"/>
          </ac:spMkLst>
        </pc:spChg>
        <pc:spChg chg="del">
          <ac:chgData name="Patrick Delmastro" userId="S::patrick.delmastro@aie.edu.au::80153e81-cca5-4785-8329-c43569ff9011" providerId="AD" clId="Web-{43C56120-6BDB-6877-12D1-B591F2F51A5A}" dt="2021-06-10T02:23:27.213" v="223"/>
          <ac:spMkLst>
            <pc:docMk/>
            <pc:sldMk cId="0" sldId="273"/>
            <ac:spMk id="358" creationId="{00000000-0000-0000-0000-000000000000}"/>
          </ac:spMkLst>
        </pc:spChg>
        <pc:spChg chg="del">
          <ac:chgData name="Patrick Delmastro" userId="S::patrick.delmastro@aie.edu.au::80153e81-cca5-4785-8329-c43569ff9011" providerId="AD" clId="Web-{43C56120-6BDB-6877-12D1-B591F2F51A5A}" dt="2021-06-10T02:23:27.213" v="219"/>
          <ac:spMkLst>
            <pc:docMk/>
            <pc:sldMk cId="0" sldId="273"/>
            <ac:spMk id="362" creationId="{00000000-0000-0000-0000-000000000000}"/>
          </ac:spMkLst>
        </pc:spChg>
        <pc:spChg chg="del mod">
          <ac:chgData name="Patrick Delmastro" userId="S::patrick.delmastro@aie.edu.au::80153e81-cca5-4785-8329-c43569ff9011" providerId="AD" clId="Web-{43C56120-6BDB-6877-12D1-B591F2F51A5A}" dt="2021-06-10T03:27:25.552" v="449"/>
          <ac:spMkLst>
            <pc:docMk/>
            <pc:sldMk cId="0" sldId="273"/>
            <ac:spMk id="363" creationId="{00000000-0000-0000-0000-000000000000}"/>
          </ac:spMkLst>
        </pc:spChg>
        <pc:picChg chg="add mod">
          <ac:chgData name="Patrick Delmastro" userId="S::patrick.delmastro@aie.edu.au::80153e81-cca5-4785-8329-c43569ff9011" providerId="AD" clId="Web-{43C56120-6BDB-6877-12D1-B591F2F51A5A}" dt="2021-06-10T02:23:52.010" v="242" actId="14100"/>
          <ac:picMkLst>
            <pc:docMk/>
            <pc:sldMk cId="0" sldId="273"/>
            <ac:picMk id="2" creationId="{8D06A1FB-8418-4203-B30A-1A3CC0FC6906}"/>
          </ac:picMkLst>
        </pc:picChg>
        <pc:picChg chg="add">
          <ac:chgData name="Patrick Delmastro" userId="S::patrick.delmastro@aie.edu.au::80153e81-cca5-4785-8329-c43569ff9011" providerId="AD" clId="Web-{43C56120-6BDB-6877-12D1-B591F2F51A5A}" dt="2021-06-10T02:23:28.744" v="231"/>
          <ac:picMkLst>
            <pc:docMk/>
            <pc:sldMk cId="0" sldId="273"/>
            <ac:picMk id="4" creationId="{F7C62F23-0BC6-4B52-A453-19BF6EDD5A3E}"/>
          </ac:picMkLst>
        </pc:picChg>
        <pc:picChg chg="add">
          <ac:chgData name="Patrick Delmastro" userId="S::patrick.delmastro@aie.edu.au::80153e81-cca5-4785-8329-c43569ff9011" providerId="AD" clId="Web-{43C56120-6BDB-6877-12D1-B591F2F51A5A}" dt="2021-06-10T02:23:28.807" v="235"/>
          <ac:picMkLst>
            <pc:docMk/>
            <pc:sldMk cId="0" sldId="273"/>
            <ac:picMk id="8" creationId="{49C92546-9C6F-4BCD-9421-9809C519B305}"/>
          </ac:picMkLst>
        </pc:picChg>
        <pc:picChg chg="add">
          <ac:chgData name="Patrick Delmastro" userId="S::patrick.delmastro@aie.edu.au::80153e81-cca5-4785-8329-c43569ff9011" providerId="AD" clId="Web-{43C56120-6BDB-6877-12D1-B591F2F51A5A}" dt="2021-06-10T02:23:28.838" v="236"/>
          <ac:picMkLst>
            <pc:docMk/>
            <pc:sldMk cId="0" sldId="273"/>
            <ac:picMk id="9" creationId="{2E6FB439-18FE-4492-A64D-67966D7C7A3C}"/>
          </ac:picMkLst>
        </pc:picChg>
        <pc:picChg chg="add">
          <ac:chgData name="Patrick Delmastro" userId="S::patrick.delmastro@aie.edu.au::80153e81-cca5-4785-8329-c43569ff9011" providerId="AD" clId="Web-{43C56120-6BDB-6877-12D1-B591F2F51A5A}" dt="2021-06-10T02:23:28.854" v="237"/>
          <ac:picMkLst>
            <pc:docMk/>
            <pc:sldMk cId="0" sldId="273"/>
            <ac:picMk id="10" creationId="{90553E65-DAC4-4D40-8B62-8F62D117025D}"/>
          </ac:picMkLst>
        </pc:picChg>
        <pc:picChg chg="del">
          <ac:chgData name="Patrick Delmastro" userId="S::patrick.delmastro@aie.edu.au::80153e81-cca5-4785-8329-c43569ff9011" providerId="AD" clId="Web-{43C56120-6BDB-6877-12D1-B591F2F51A5A}" dt="2021-06-10T02:23:27.213" v="228"/>
          <ac:picMkLst>
            <pc:docMk/>
            <pc:sldMk cId="0" sldId="273"/>
            <ac:picMk id="353" creationId="{00000000-0000-0000-0000-000000000000}"/>
          </ac:picMkLst>
        </pc:picChg>
        <pc:picChg chg="del">
          <ac:chgData name="Patrick Delmastro" userId="S::patrick.delmastro@aie.edu.au::80153e81-cca5-4785-8329-c43569ff9011" providerId="AD" clId="Web-{43C56120-6BDB-6877-12D1-B591F2F51A5A}" dt="2021-06-10T02:23:27.213" v="226"/>
          <ac:picMkLst>
            <pc:docMk/>
            <pc:sldMk cId="0" sldId="273"/>
            <ac:picMk id="355" creationId="{00000000-0000-0000-0000-000000000000}"/>
          </ac:picMkLst>
        </pc:picChg>
        <pc:picChg chg="del">
          <ac:chgData name="Patrick Delmastro" userId="S::patrick.delmastro@aie.edu.au::80153e81-cca5-4785-8329-c43569ff9011" providerId="AD" clId="Web-{43C56120-6BDB-6877-12D1-B591F2F51A5A}" dt="2021-06-10T02:23:27.213" v="222"/>
          <ac:picMkLst>
            <pc:docMk/>
            <pc:sldMk cId="0" sldId="273"/>
            <ac:picMk id="359" creationId="{00000000-0000-0000-0000-000000000000}"/>
          </ac:picMkLst>
        </pc:picChg>
        <pc:picChg chg="del">
          <ac:chgData name="Patrick Delmastro" userId="S::patrick.delmastro@aie.edu.au::80153e81-cca5-4785-8329-c43569ff9011" providerId="AD" clId="Web-{43C56120-6BDB-6877-12D1-B591F2F51A5A}" dt="2021-06-10T02:23:27.213" v="221"/>
          <ac:picMkLst>
            <pc:docMk/>
            <pc:sldMk cId="0" sldId="273"/>
            <ac:picMk id="360" creationId="{00000000-0000-0000-0000-000000000000}"/>
          </ac:picMkLst>
        </pc:picChg>
        <pc:picChg chg="del">
          <ac:chgData name="Patrick Delmastro" userId="S::patrick.delmastro@aie.edu.au::80153e81-cca5-4785-8329-c43569ff9011" providerId="AD" clId="Web-{43C56120-6BDB-6877-12D1-B591F2F51A5A}" dt="2021-06-10T02:23:27.213" v="220"/>
          <ac:picMkLst>
            <pc:docMk/>
            <pc:sldMk cId="0" sldId="273"/>
            <ac:picMk id="361" creationId="{00000000-0000-0000-0000-000000000000}"/>
          </ac:picMkLst>
        </pc:picChg>
      </pc:sldChg>
      <pc:sldChg chg="addSp delSp modSp">
        <pc:chgData name="Patrick Delmastro" userId="S::patrick.delmastro@aie.edu.au::80153e81-cca5-4785-8329-c43569ff9011" providerId="AD" clId="Web-{43C56120-6BDB-6877-12D1-B591F2F51A5A}" dt="2021-06-10T03:28:12.943" v="459" actId="1076"/>
        <pc:sldMkLst>
          <pc:docMk/>
          <pc:sldMk cId="0" sldId="275"/>
        </pc:sldMkLst>
        <pc:spChg chg="add">
          <ac:chgData name="Patrick Delmastro" userId="S::patrick.delmastro@aie.edu.au::80153e81-cca5-4785-8329-c43569ff9011" providerId="AD" clId="Web-{43C56120-6BDB-6877-12D1-B591F2F51A5A}" dt="2021-06-10T02:24:08.760" v="247"/>
          <ac:spMkLst>
            <pc:docMk/>
            <pc:sldMk cId="0" sldId="275"/>
            <ac:spMk id="3" creationId="{DE63E3F0-20DF-4593-BB40-1E84F027810D}"/>
          </ac:spMkLst>
        </pc:spChg>
        <pc:spChg chg="mod">
          <ac:chgData name="Patrick Delmastro" userId="S::patrick.delmastro@aie.edu.au::80153e81-cca5-4785-8329-c43569ff9011" providerId="AD" clId="Web-{43C56120-6BDB-6877-12D1-B591F2F51A5A}" dt="2021-06-10T02:22:14.916" v="184" actId="20577"/>
          <ac:spMkLst>
            <pc:docMk/>
            <pc:sldMk cId="0" sldId="275"/>
            <ac:spMk id="386" creationId="{00000000-0000-0000-0000-000000000000}"/>
          </ac:spMkLst>
        </pc:spChg>
        <pc:spChg chg="mod">
          <ac:chgData name="Patrick Delmastro" userId="S::patrick.delmastro@aie.edu.au::80153e81-cca5-4785-8329-c43569ff9011" providerId="AD" clId="Web-{43C56120-6BDB-6877-12D1-B591F2F51A5A}" dt="2021-06-10T03:26:48.192" v="444" actId="20577"/>
          <ac:spMkLst>
            <pc:docMk/>
            <pc:sldMk cId="0" sldId="275"/>
            <ac:spMk id="388" creationId="{00000000-0000-0000-0000-000000000000}"/>
          </ac:spMkLst>
        </pc:spChg>
        <pc:spChg chg="mod">
          <ac:chgData name="Patrick Delmastro" userId="S::patrick.delmastro@aie.edu.au::80153e81-cca5-4785-8329-c43569ff9011" providerId="AD" clId="Web-{43C56120-6BDB-6877-12D1-B591F2F51A5A}" dt="2021-06-10T02:23:01.885" v="211" actId="1076"/>
          <ac:spMkLst>
            <pc:docMk/>
            <pc:sldMk cId="0" sldId="275"/>
            <ac:spMk id="390" creationId="{00000000-0000-0000-0000-000000000000}"/>
          </ac:spMkLst>
        </pc:spChg>
        <pc:spChg chg="mod">
          <ac:chgData name="Patrick Delmastro" userId="S::patrick.delmastro@aie.edu.au::80153e81-cca5-4785-8329-c43569ff9011" providerId="AD" clId="Web-{43C56120-6BDB-6877-12D1-B591F2F51A5A}" dt="2021-06-10T02:22:33.213" v="189" actId="1076"/>
          <ac:spMkLst>
            <pc:docMk/>
            <pc:sldMk cId="0" sldId="275"/>
            <ac:spMk id="391" creationId="{00000000-0000-0000-0000-000000000000}"/>
          </ac:spMkLst>
        </pc:spChg>
        <pc:spChg chg="del">
          <ac:chgData name="Patrick Delmastro" userId="S::patrick.delmastro@aie.edu.au::80153e81-cca5-4785-8329-c43569ff9011" providerId="AD" clId="Web-{43C56120-6BDB-6877-12D1-B591F2F51A5A}" dt="2021-06-10T02:24:07.510" v="245"/>
          <ac:spMkLst>
            <pc:docMk/>
            <pc:sldMk cId="0" sldId="275"/>
            <ac:spMk id="392" creationId="{00000000-0000-0000-0000-000000000000}"/>
          </ac:spMkLst>
        </pc:spChg>
        <pc:spChg chg="mod">
          <ac:chgData name="Patrick Delmastro" userId="S::patrick.delmastro@aie.edu.au::80153e81-cca5-4785-8329-c43569ff9011" providerId="AD" clId="Web-{43C56120-6BDB-6877-12D1-B591F2F51A5A}" dt="2021-06-10T02:23:01.885" v="207" actId="1076"/>
          <ac:spMkLst>
            <pc:docMk/>
            <pc:sldMk cId="0" sldId="275"/>
            <ac:spMk id="396" creationId="{00000000-0000-0000-0000-000000000000}"/>
          </ac:spMkLst>
        </pc:spChg>
        <pc:spChg chg="mod">
          <ac:chgData name="Patrick Delmastro" userId="S::patrick.delmastro@aie.edu.au::80153e81-cca5-4785-8329-c43569ff9011" providerId="AD" clId="Web-{43C56120-6BDB-6877-12D1-B591F2F51A5A}" dt="2021-06-10T03:28:12.943" v="459" actId="1076"/>
          <ac:spMkLst>
            <pc:docMk/>
            <pc:sldMk cId="0" sldId="275"/>
            <ac:spMk id="397" creationId="{00000000-0000-0000-0000-000000000000}"/>
          </ac:spMkLst>
        </pc:spChg>
        <pc:picChg chg="add">
          <ac:chgData name="Patrick Delmastro" userId="S::patrick.delmastro@aie.edu.au::80153e81-cca5-4785-8329-c43569ff9011" providerId="AD" clId="Web-{43C56120-6BDB-6877-12D1-B591F2F51A5A}" dt="2021-06-10T02:24:08.744" v="246"/>
          <ac:picMkLst>
            <pc:docMk/>
            <pc:sldMk cId="0" sldId="275"/>
            <ac:picMk id="2" creationId="{4D56C8A9-F201-4BF8-8823-05BC7B95C3F5}"/>
          </ac:picMkLst>
        </pc:picChg>
        <pc:picChg chg="del mod">
          <ac:chgData name="Patrick Delmastro" userId="S::patrick.delmastro@aie.edu.au::80153e81-cca5-4785-8329-c43569ff9011" providerId="AD" clId="Web-{43C56120-6BDB-6877-12D1-B591F2F51A5A}" dt="2021-06-10T02:24:06.901" v="244"/>
          <ac:picMkLst>
            <pc:docMk/>
            <pc:sldMk cId="0" sldId="275"/>
            <ac:picMk id="387" creationId="{00000000-0000-0000-0000-000000000000}"/>
          </ac:picMkLst>
        </pc:picChg>
        <pc:picChg chg="mod">
          <ac:chgData name="Patrick Delmastro" userId="S::patrick.delmastro@aie.edu.au::80153e81-cca5-4785-8329-c43569ff9011" providerId="AD" clId="Web-{43C56120-6BDB-6877-12D1-B591F2F51A5A}" dt="2021-06-10T02:23:01.885" v="212" actId="1076"/>
          <ac:picMkLst>
            <pc:docMk/>
            <pc:sldMk cId="0" sldId="275"/>
            <ac:picMk id="389" creationId="{00000000-0000-0000-0000-000000000000}"/>
          </ac:picMkLst>
        </pc:picChg>
        <pc:picChg chg="mod">
          <ac:chgData name="Patrick Delmastro" userId="S::patrick.delmastro@aie.edu.au::80153e81-cca5-4785-8329-c43569ff9011" providerId="AD" clId="Web-{43C56120-6BDB-6877-12D1-B591F2F51A5A}" dt="2021-06-10T02:23:01.885" v="210" actId="1076"/>
          <ac:picMkLst>
            <pc:docMk/>
            <pc:sldMk cId="0" sldId="275"/>
            <ac:picMk id="393" creationId="{00000000-0000-0000-0000-000000000000}"/>
          </ac:picMkLst>
        </pc:picChg>
        <pc:picChg chg="mod">
          <ac:chgData name="Patrick Delmastro" userId="S::patrick.delmastro@aie.edu.au::80153e81-cca5-4785-8329-c43569ff9011" providerId="AD" clId="Web-{43C56120-6BDB-6877-12D1-B591F2F51A5A}" dt="2021-06-10T02:23:08.197" v="214" actId="1076"/>
          <ac:picMkLst>
            <pc:docMk/>
            <pc:sldMk cId="0" sldId="275"/>
            <ac:picMk id="394" creationId="{00000000-0000-0000-0000-000000000000}"/>
          </ac:picMkLst>
        </pc:picChg>
        <pc:picChg chg="mod">
          <ac:chgData name="Patrick Delmastro" userId="S::patrick.delmastro@aie.edu.au::80153e81-cca5-4785-8329-c43569ff9011" providerId="AD" clId="Web-{43C56120-6BDB-6877-12D1-B591F2F51A5A}" dt="2021-06-10T02:23:01.885" v="208" actId="1076"/>
          <ac:picMkLst>
            <pc:docMk/>
            <pc:sldMk cId="0" sldId="275"/>
            <ac:picMk id="395" creationId="{00000000-0000-0000-0000-000000000000}"/>
          </ac:picMkLst>
        </pc:picChg>
      </pc:sldChg>
      <pc:sldChg chg="delSp modSp">
        <pc:chgData name="Patrick Delmastro" userId="S::patrick.delmastro@aie.edu.au::80153e81-cca5-4785-8329-c43569ff9011" providerId="AD" clId="Web-{43C56120-6BDB-6877-12D1-B591F2F51A5A}" dt="2021-06-10T03:37:10.073" v="491" actId="20577"/>
        <pc:sldMkLst>
          <pc:docMk/>
          <pc:sldMk cId="0" sldId="276"/>
        </pc:sldMkLst>
        <pc:spChg chg="mod">
          <ac:chgData name="Patrick Delmastro" userId="S::patrick.delmastro@aie.edu.au::80153e81-cca5-4785-8329-c43569ff9011" providerId="AD" clId="Web-{43C56120-6BDB-6877-12D1-B591F2F51A5A}" dt="2021-06-10T03:37:10.073" v="491" actId="20577"/>
          <ac:spMkLst>
            <pc:docMk/>
            <pc:sldMk cId="0" sldId="276"/>
            <ac:spMk id="404" creationId="{00000000-0000-0000-0000-000000000000}"/>
          </ac:spMkLst>
        </pc:spChg>
        <pc:spChg chg="mod">
          <ac:chgData name="Patrick Delmastro" userId="S::patrick.delmastro@aie.edu.au::80153e81-cca5-4785-8329-c43569ff9011" providerId="AD" clId="Web-{43C56120-6BDB-6877-12D1-B591F2F51A5A}" dt="2021-06-10T02:25:50.072" v="269" actId="1076"/>
          <ac:spMkLst>
            <pc:docMk/>
            <pc:sldMk cId="0" sldId="276"/>
            <ac:spMk id="405" creationId="{00000000-0000-0000-0000-000000000000}"/>
          </ac:spMkLst>
        </pc:spChg>
        <pc:spChg chg="del">
          <ac:chgData name="Patrick Delmastro" userId="S::patrick.delmastro@aie.edu.au::80153e81-cca5-4785-8329-c43569ff9011" providerId="AD" clId="Web-{43C56120-6BDB-6877-12D1-B591F2F51A5A}" dt="2021-06-10T02:25:38.541" v="264"/>
          <ac:spMkLst>
            <pc:docMk/>
            <pc:sldMk cId="0" sldId="276"/>
            <ac:spMk id="406" creationId="{00000000-0000-0000-0000-000000000000}"/>
          </ac:spMkLst>
        </pc:spChg>
        <pc:spChg chg="mod">
          <ac:chgData name="Patrick Delmastro" userId="S::patrick.delmastro@aie.edu.au::80153e81-cca5-4785-8329-c43569ff9011" providerId="AD" clId="Web-{43C56120-6BDB-6877-12D1-B591F2F51A5A}" dt="2021-06-10T03:28:01.959" v="457" actId="1076"/>
          <ac:spMkLst>
            <pc:docMk/>
            <pc:sldMk cId="0" sldId="276"/>
            <ac:spMk id="407" creationId="{00000000-0000-0000-0000-000000000000}"/>
          </ac:spMkLst>
        </pc:spChg>
        <pc:picChg chg="mod">
          <ac:chgData name="Patrick Delmastro" userId="S::patrick.delmastro@aie.edu.au::80153e81-cca5-4785-8329-c43569ff9011" providerId="AD" clId="Web-{43C56120-6BDB-6877-12D1-B591F2F51A5A}" dt="2021-06-10T02:25:50.072" v="268" actId="1076"/>
          <ac:picMkLst>
            <pc:docMk/>
            <pc:sldMk cId="0" sldId="276"/>
            <ac:picMk id="403" creationId="{00000000-0000-0000-0000-000000000000}"/>
          </ac:picMkLst>
        </pc:picChg>
      </pc:sldChg>
      <pc:sldChg chg="modSp">
        <pc:chgData name="Patrick Delmastro" userId="S::patrick.delmastro@aie.edu.au::80153e81-cca5-4785-8329-c43569ff9011" providerId="AD" clId="Web-{43C56120-6BDB-6877-12D1-B591F2F51A5A}" dt="2021-06-10T02:26:15.994" v="275" actId="20577"/>
        <pc:sldMkLst>
          <pc:docMk/>
          <pc:sldMk cId="0" sldId="277"/>
        </pc:sldMkLst>
        <pc:spChg chg="mod">
          <ac:chgData name="Patrick Delmastro" userId="S::patrick.delmastro@aie.edu.au::80153e81-cca5-4785-8329-c43569ff9011" providerId="AD" clId="Web-{43C56120-6BDB-6877-12D1-B591F2F51A5A}" dt="2021-06-10T02:26:14.041" v="274" actId="20577"/>
          <ac:spMkLst>
            <pc:docMk/>
            <pc:sldMk cId="0" sldId="277"/>
            <ac:spMk id="413" creationId="{00000000-0000-0000-0000-000000000000}"/>
          </ac:spMkLst>
        </pc:spChg>
        <pc:spChg chg="mod">
          <ac:chgData name="Patrick Delmastro" userId="S::patrick.delmastro@aie.edu.au::80153e81-cca5-4785-8329-c43569ff9011" providerId="AD" clId="Web-{43C56120-6BDB-6877-12D1-B591F2F51A5A}" dt="2021-06-10T02:26:15.994" v="275" actId="20577"/>
          <ac:spMkLst>
            <pc:docMk/>
            <pc:sldMk cId="0" sldId="277"/>
            <ac:spMk id="414" creationId="{00000000-0000-0000-0000-000000000000}"/>
          </ac:spMkLst>
        </pc:spChg>
      </pc:sldChg>
      <pc:sldChg chg="addSp delSp modSp">
        <pc:chgData name="Patrick Delmastro" userId="S::patrick.delmastro@aie.edu.au::80153e81-cca5-4785-8329-c43569ff9011" providerId="AD" clId="Web-{43C56120-6BDB-6877-12D1-B591F2F51A5A}" dt="2021-06-10T04:38:44.687" v="776" actId="1076"/>
        <pc:sldMkLst>
          <pc:docMk/>
          <pc:sldMk cId="0" sldId="278"/>
        </pc:sldMkLst>
        <pc:spChg chg="add mod">
          <ac:chgData name="Patrick Delmastro" userId="S::patrick.delmastro@aie.edu.au::80153e81-cca5-4785-8329-c43569ff9011" providerId="AD" clId="Web-{43C56120-6BDB-6877-12D1-B591F2F51A5A}" dt="2021-06-10T04:38:42.734" v="775" actId="1076"/>
          <ac:spMkLst>
            <pc:docMk/>
            <pc:sldMk cId="0" sldId="278"/>
            <ac:spMk id="8" creationId="{2EC54158-05A8-4EE3-9823-E9313A607BC9}"/>
          </ac:spMkLst>
        </pc:spChg>
        <pc:spChg chg="mod">
          <ac:chgData name="Patrick Delmastro" userId="S::patrick.delmastro@aie.edu.au::80153e81-cca5-4785-8329-c43569ff9011" providerId="AD" clId="Web-{43C56120-6BDB-6877-12D1-B591F2F51A5A}" dt="2021-06-10T02:29:13.229" v="278" actId="20577"/>
          <ac:spMkLst>
            <pc:docMk/>
            <pc:sldMk cId="0" sldId="278"/>
            <ac:spMk id="419" creationId="{00000000-0000-0000-0000-000000000000}"/>
          </ac:spMkLst>
        </pc:spChg>
        <pc:spChg chg="mod">
          <ac:chgData name="Patrick Delmastro" userId="S::patrick.delmastro@aie.edu.au::80153e81-cca5-4785-8329-c43569ff9011" providerId="AD" clId="Web-{43C56120-6BDB-6877-12D1-B591F2F51A5A}" dt="2021-06-10T04:38:19.594" v="771" actId="20577"/>
          <ac:spMkLst>
            <pc:docMk/>
            <pc:sldMk cId="0" sldId="278"/>
            <ac:spMk id="420" creationId="{00000000-0000-0000-0000-000000000000}"/>
          </ac:spMkLst>
        </pc:spChg>
        <pc:spChg chg="mod">
          <ac:chgData name="Patrick Delmastro" userId="S::patrick.delmastro@aie.edu.au::80153e81-cca5-4785-8329-c43569ff9011" providerId="AD" clId="Web-{43C56120-6BDB-6877-12D1-B591F2F51A5A}" dt="2021-06-10T04:38:44.687" v="776" actId="1076"/>
          <ac:spMkLst>
            <pc:docMk/>
            <pc:sldMk cId="0" sldId="278"/>
            <ac:spMk id="421" creationId="{00000000-0000-0000-0000-000000000000}"/>
          </ac:spMkLst>
        </pc:spChg>
        <pc:spChg chg="mod">
          <ac:chgData name="Patrick Delmastro" userId="S::patrick.delmastro@aie.edu.au::80153e81-cca5-4785-8329-c43569ff9011" providerId="AD" clId="Web-{43C56120-6BDB-6877-12D1-B591F2F51A5A}" dt="2021-06-10T04:38:38.422" v="773" actId="1076"/>
          <ac:spMkLst>
            <pc:docMk/>
            <pc:sldMk cId="0" sldId="278"/>
            <ac:spMk id="422" creationId="{00000000-0000-0000-0000-000000000000}"/>
          </ac:spMkLst>
        </pc:spChg>
        <pc:spChg chg="mod">
          <ac:chgData name="Patrick Delmastro" userId="S::patrick.delmastro@aie.edu.au::80153e81-cca5-4785-8329-c43569ff9011" providerId="AD" clId="Web-{43C56120-6BDB-6877-12D1-B591F2F51A5A}" dt="2021-06-10T04:38:35.750" v="772" actId="1076"/>
          <ac:spMkLst>
            <pc:docMk/>
            <pc:sldMk cId="0" sldId="278"/>
            <ac:spMk id="423" creationId="{00000000-0000-0000-0000-000000000000}"/>
          </ac:spMkLst>
        </pc:spChg>
        <pc:spChg chg="del">
          <ac:chgData name="Patrick Delmastro" userId="S::patrick.delmastro@aie.edu.au::80153e81-cca5-4785-8329-c43569ff9011" providerId="AD" clId="Web-{43C56120-6BDB-6877-12D1-B591F2F51A5A}" dt="2021-06-10T03:28:44.990" v="466"/>
          <ac:spMkLst>
            <pc:docMk/>
            <pc:sldMk cId="0" sldId="278"/>
            <ac:spMk id="424" creationId="{00000000-0000-0000-0000-000000000000}"/>
          </ac:spMkLst>
        </pc:spChg>
      </pc:sldChg>
      <pc:sldChg chg="modSp">
        <pc:chgData name="Patrick Delmastro" userId="S::patrick.delmastro@aie.edu.au::80153e81-cca5-4785-8329-c43569ff9011" providerId="AD" clId="Web-{43C56120-6BDB-6877-12D1-B591F2F51A5A}" dt="2021-06-10T03:32:00.664" v="489" actId="20577"/>
        <pc:sldMkLst>
          <pc:docMk/>
          <pc:sldMk cId="1068382997" sldId="279"/>
        </pc:sldMkLst>
        <pc:spChg chg="mod">
          <ac:chgData name="Patrick Delmastro" userId="S::patrick.delmastro@aie.edu.au::80153e81-cca5-4785-8329-c43569ff9011" providerId="AD" clId="Web-{43C56120-6BDB-6877-12D1-B591F2F51A5A}" dt="2021-06-10T03:24:19.347" v="386" actId="20577"/>
          <ac:spMkLst>
            <pc:docMk/>
            <pc:sldMk cId="1068382997" sldId="279"/>
            <ac:spMk id="4" creationId="{BF3C929F-DC02-4440-A414-113BB6BE8204}"/>
          </ac:spMkLst>
        </pc:spChg>
        <pc:spChg chg="mod">
          <ac:chgData name="Patrick Delmastro" userId="S::patrick.delmastro@aie.edu.au::80153e81-cca5-4785-8329-c43569ff9011" providerId="AD" clId="Web-{43C56120-6BDB-6877-12D1-B591F2F51A5A}" dt="2021-06-10T03:32:00.664" v="489" actId="20577"/>
          <ac:spMkLst>
            <pc:docMk/>
            <pc:sldMk cId="1068382997" sldId="279"/>
            <ac:spMk id="334" creationId="{00000000-0000-0000-0000-000000000000}"/>
          </ac:spMkLst>
        </pc:spChg>
      </pc:sldChg>
      <pc:sldChg chg="addSp delSp modSp">
        <pc:chgData name="Patrick Delmastro" userId="S::patrick.delmastro@aie.edu.au::80153e81-cca5-4785-8329-c43569ff9011" providerId="AD" clId="Web-{43C56120-6BDB-6877-12D1-B591F2F51A5A}" dt="2021-06-10T02:18:06.338" v="116" actId="1076"/>
        <pc:sldMkLst>
          <pc:docMk/>
          <pc:sldMk cId="223815541" sldId="280"/>
        </pc:sldMkLst>
        <pc:spChg chg="add">
          <ac:chgData name="Patrick Delmastro" userId="S::patrick.delmastro@aie.edu.au::80153e81-cca5-4785-8329-c43569ff9011" providerId="AD" clId="Web-{43C56120-6BDB-6877-12D1-B591F2F51A5A}" dt="2021-06-10T02:17:52.229" v="112"/>
          <ac:spMkLst>
            <pc:docMk/>
            <pc:sldMk cId="223815541" sldId="280"/>
            <ac:spMk id="5" creationId="{D9560A18-8979-45B9-A225-83F5A2018014}"/>
          </ac:spMkLst>
        </pc:spChg>
        <pc:spChg chg="add">
          <ac:chgData name="Patrick Delmastro" userId="S::patrick.delmastro@aie.edu.au::80153e81-cca5-4785-8329-c43569ff9011" providerId="AD" clId="Web-{43C56120-6BDB-6877-12D1-B591F2F51A5A}" dt="2021-06-10T02:17:52.245" v="113"/>
          <ac:spMkLst>
            <pc:docMk/>
            <pc:sldMk cId="223815541" sldId="280"/>
            <ac:spMk id="6" creationId="{9CC9CD96-9ABA-4486-9295-2D9A3D86D3C3}"/>
          </ac:spMkLst>
        </pc:spChg>
        <pc:spChg chg="add">
          <ac:chgData name="Patrick Delmastro" userId="S::patrick.delmastro@aie.edu.au::80153e81-cca5-4785-8329-c43569ff9011" providerId="AD" clId="Web-{43C56120-6BDB-6877-12D1-B591F2F51A5A}" dt="2021-06-10T02:17:52.245" v="114"/>
          <ac:spMkLst>
            <pc:docMk/>
            <pc:sldMk cId="223815541" sldId="280"/>
            <ac:spMk id="7" creationId="{87FB3A9F-FFA6-4D3F-9B86-BECB489571D5}"/>
          </ac:spMkLst>
        </pc:spChg>
        <pc:spChg chg="mod">
          <ac:chgData name="Patrick Delmastro" userId="S::patrick.delmastro@aie.edu.au::80153e81-cca5-4785-8329-c43569ff9011" providerId="AD" clId="Web-{43C56120-6BDB-6877-12D1-B591F2F51A5A}" dt="2021-06-10T02:15:58.932" v="69" actId="20577"/>
          <ac:spMkLst>
            <pc:docMk/>
            <pc:sldMk cId="223815541" sldId="280"/>
            <ac:spMk id="328" creationId="{00000000-0000-0000-0000-000000000000}"/>
          </ac:spMkLst>
        </pc:spChg>
        <pc:spChg chg="mod">
          <ac:chgData name="Patrick Delmastro" userId="S::patrick.delmastro@aie.edu.au::80153e81-cca5-4785-8329-c43569ff9011" providerId="AD" clId="Web-{43C56120-6BDB-6877-12D1-B591F2F51A5A}" dt="2021-06-10T02:18:06.338" v="116" actId="1076"/>
          <ac:spMkLst>
            <pc:docMk/>
            <pc:sldMk cId="223815541" sldId="280"/>
            <ac:spMk id="329" creationId="{00000000-0000-0000-0000-000000000000}"/>
          </ac:spMkLst>
        </pc:spChg>
        <pc:spChg chg="del">
          <ac:chgData name="Patrick Delmastro" userId="S::patrick.delmastro@aie.edu.au::80153e81-cca5-4785-8329-c43569ff9011" providerId="AD" clId="Web-{43C56120-6BDB-6877-12D1-B591F2F51A5A}" dt="2021-06-10T02:17:50.885" v="108"/>
          <ac:spMkLst>
            <pc:docMk/>
            <pc:sldMk cId="223815541" sldId="280"/>
            <ac:spMk id="330" creationId="{00000000-0000-0000-0000-000000000000}"/>
          </ac:spMkLst>
        </pc:spChg>
        <pc:spChg chg="del mod">
          <ac:chgData name="Patrick Delmastro" userId="S::patrick.delmastro@aie.edu.au::80153e81-cca5-4785-8329-c43569ff9011" providerId="AD" clId="Web-{43C56120-6BDB-6877-12D1-B591F2F51A5A}" dt="2021-06-10T02:17:48.245" v="103"/>
          <ac:spMkLst>
            <pc:docMk/>
            <pc:sldMk cId="223815541" sldId="280"/>
            <ac:spMk id="331" creationId="{00000000-0000-0000-0000-000000000000}"/>
          </ac:spMkLst>
        </pc:spChg>
        <pc:spChg chg="del">
          <ac:chgData name="Patrick Delmastro" userId="S::patrick.delmastro@aie.edu.au::80153e81-cca5-4785-8329-c43569ff9011" providerId="AD" clId="Web-{43C56120-6BDB-6877-12D1-B591F2F51A5A}" dt="2021-06-10T02:17:50.229" v="107"/>
          <ac:spMkLst>
            <pc:docMk/>
            <pc:sldMk cId="223815541" sldId="280"/>
            <ac:spMk id="332" creationId="{00000000-0000-0000-0000-000000000000}"/>
          </ac:spMkLst>
        </pc:spChg>
        <pc:picChg chg="add">
          <ac:chgData name="Patrick Delmastro" userId="S::patrick.delmastro@aie.edu.au::80153e81-cca5-4785-8329-c43569ff9011" providerId="AD" clId="Web-{43C56120-6BDB-6877-12D1-B591F2F51A5A}" dt="2021-06-10T02:17:52.120" v="109"/>
          <ac:picMkLst>
            <pc:docMk/>
            <pc:sldMk cId="223815541" sldId="280"/>
            <ac:picMk id="2" creationId="{802C55D4-1D6A-4BDE-991D-7D6CBDF8ECE3}"/>
          </ac:picMkLst>
        </pc:picChg>
        <pc:picChg chg="add">
          <ac:chgData name="Patrick Delmastro" userId="S::patrick.delmastro@aie.edu.au::80153e81-cca5-4785-8329-c43569ff9011" providerId="AD" clId="Web-{43C56120-6BDB-6877-12D1-B591F2F51A5A}" dt="2021-06-10T02:17:52.151" v="110"/>
          <ac:picMkLst>
            <pc:docMk/>
            <pc:sldMk cId="223815541" sldId="280"/>
            <ac:picMk id="3" creationId="{79DD9B3A-8E12-47CC-88EE-C450623A7EE9}"/>
          </ac:picMkLst>
        </pc:picChg>
        <pc:picChg chg="add">
          <ac:chgData name="Patrick Delmastro" userId="S::patrick.delmastro@aie.edu.au::80153e81-cca5-4785-8329-c43569ff9011" providerId="AD" clId="Web-{43C56120-6BDB-6877-12D1-B591F2F51A5A}" dt="2021-06-10T02:17:52.213" v="111"/>
          <ac:picMkLst>
            <pc:docMk/>
            <pc:sldMk cId="223815541" sldId="280"/>
            <ac:picMk id="4" creationId="{2CFD064D-9D52-4E00-930B-FE0B970F003A}"/>
          </ac:picMkLst>
        </pc:picChg>
        <pc:picChg chg="del">
          <ac:chgData name="Patrick Delmastro" userId="S::patrick.delmastro@aie.edu.au::80153e81-cca5-4785-8329-c43569ff9011" providerId="AD" clId="Web-{43C56120-6BDB-6877-12D1-B591F2F51A5A}" dt="2021-06-10T02:17:49.104" v="105"/>
          <ac:picMkLst>
            <pc:docMk/>
            <pc:sldMk cId="223815541" sldId="280"/>
            <ac:picMk id="325" creationId="{00000000-0000-0000-0000-000000000000}"/>
          </ac:picMkLst>
        </pc:picChg>
        <pc:picChg chg="del">
          <ac:chgData name="Patrick Delmastro" userId="S::patrick.delmastro@aie.edu.au::80153e81-cca5-4785-8329-c43569ff9011" providerId="AD" clId="Web-{43C56120-6BDB-6877-12D1-B591F2F51A5A}" dt="2021-06-10T02:17:48.791" v="104"/>
          <ac:picMkLst>
            <pc:docMk/>
            <pc:sldMk cId="223815541" sldId="280"/>
            <ac:picMk id="326" creationId="{00000000-0000-0000-0000-000000000000}"/>
          </ac:picMkLst>
        </pc:picChg>
        <pc:picChg chg="del">
          <ac:chgData name="Patrick Delmastro" userId="S::patrick.delmastro@aie.edu.au::80153e81-cca5-4785-8329-c43569ff9011" providerId="AD" clId="Web-{43C56120-6BDB-6877-12D1-B591F2F51A5A}" dt="2021-06-10T02:17:49.448" v="106"/>
          <ac:picMkLst>
            <pc:docMk/>
            <pc:sldMk cId="223815541" sldId="280"/>
            <ac:picMk id="327" creationId="{00000000-0000-0000-0000-000000000000}"/>
          </ac:picMkLst>
        </pc:picChg>
      </pc:sldChg>
      <pc:sldChg chg="modSp">
        <pc:chgData name="Patrick Delmastro" userId="S::patrick.delmastro@aie.edu.au::80153e81-cca5-4785-8329-c43569ff9011" providerId="AD" clId="Web-{43C56120-6BDB-6877-12D1-B591F2F51A5A}" dt="2021-06-10T02:21:54.557" v="179" actId="20577"/>
        <pc:sldMkLst>
          <pc:docMk/>
          <pc:sldMk cId="1977009700" sldId="281"/>
        </pc:sldMkLst>
        <pc:spChg chg="mod">
          <ac:chgData name="Patrick Delmastro" userId="S::patrick.delmastro@aie.edu.au::80153e81-cca5-4785-8329-c43569ff9011" providerId="AD" clId="Web-{43C56120-6BDB-6877-12D1-B591F2F51A5A}" dt="2021-06-10T02:18:11.213" v="118" actId="20577"/>
          <ac:spMkLst>
            <pc:docMk/>
            <pc:sldMk cId="1977009700" sldId="281"/>
            <ac:spMk id="11" creationId="{0C7FC5DF-0D36-4A73-A8AE-0CDB3B704A71}"/>
          </ac:spMkLst>
        </pc:spChg>
        <pc:spChg chg="mod">
          <ac:chgData name="Patrick Delmastro" userId="S::patrick.delmastro@aie.edu.au::80153e81-cca5-4785-8329-c43569ff9011" providerId="AD" clId="Web-{43C56120-6BDB-6877-12D1-B591F2F51A5A}" dt="2021-06-10T02:18:37.682" v="126" actId="20577"/>
          <ac:spMkLst>
            <pc:docMk/>
            <pc:sldMk cId="1977009700" sldId="281"/>
            <ac:spMk id="12" creationId="{D4178E53-F80A-4504-AC96-06A8C811CC2F}"/>
          </ac:spMkLst>
        </pc:spChg>
        <pc:spChg chg="mod">
          <ac:chgData name="Patrick Delmastro" userId="S::patrick.delmastro@aie.edu.au::80153e81-cca5-4785-8329-c43569ff9011" providerId="AD" clId="Web-{43C56120-6BDB-6877-12D1-B591F2F51A5A}" dt="2021-06-10T02:21:54.557" v="179" actId="20577"/>
          <ac:spMkLst>
            <pc:docMk/>
            <pc:sldMk cId="1977009700" sldId="281"/>
            <ac:spMk id="13" creationId="{E618099A-FF93-469E-A66D-72C594B14B80}"/>
          </ac:spMkLst>
        </pc:spChg>
      </pc:sldChg>
      <pc:sldChg chg="modSp">
        <pc:chgData name="Patrick Delmastro" userId="S::patrick.delmastro@aie.edu.au::80153e81-cca5-4785-8329-c43569ff9011" providerId="AD" clId="Web-{43C56120-6BDB-6877-12D1-B591F2F51A5A}" dt="2021-06-10T02:22:10.104" v="182"/>
        <pc:sldMkLst>
          <pc:docMk/>
          <pc:sldMk cId="2191999467" sldId="282"/>
        </pc:sldMkLst>
        <pc:spChg chg="mod">
          <ac:chgData name="Patrick Delmastro" userId="S::patrick.delmastro@aie.edu.au::80153e81-cca5-4785-8329-c43569ff9011" providerId="AD" clId="Web-{43C56120-6BDB-6877-12D1-B591F2F51A5A}" dt="2021-06-10T02:22:02.963" v="181" actId="20577"/>
          <ac:spMkLst>
            <pc:docMk/>
            <pc:sldMk cId="2191999467" sldId="282"/>
            <ac:spMk id="16" creationId="{0FD8B14E-7CCF-42C8-9E9F-051852995464}"/>
          </ac:spMkLst>
        </pc:spChg>
        <pc:graphicFrameChg chg="modGraphic">
          <ac:chgData name="Patrick Delmastro" userId="S::patrick.delmastro@aie.edu.au::80153e81-cca5-4785-8329-c43569ff9011" providerId="AD" clId="Web-{43C56120-6BDB-6877-12D1-B591F2F51A5A}" dt="2021-06-10T02:22:10.104" v="182"/>
          <ac:graphicFrameMkLst>
            <pc:docMk/>
            <pc:sldMk cId="2191999467" sldId="282"/>
            <ac:graphicFrameMk id="7" creationId="{0775DCEA-E673-4218-9215-491E253E8F6D}"/>
          </ac:graphicFrameMkLst>
        </pc:graphicFrameChg>
      </pc:sldChg>
      <pc:sldChg chg="addSp delSp modSp add ord replId">
        <pc:chgData name="Patrick Delmastro" userId="S::patrick.delmastro@aie.edu.au::80153e81-cca5-4785-8329-c43569ff9011" providerId="AD" clId="Web-{43C56120-6BDB-6877-12D1-B591F2F51A5A}" dt="2021-06-10T04:40:37.782" v="793" actId="20577"/>
        <pc:sldMkLst>
          <pc:docMk/>
          <pc:sldMk cId="2504494441" sldId="283"/>
        </pc:sldMkLst>
        <pc:spChg chg="mod">
          <ac:chgData name="Patrick Delmastro" userId="S::patrick.delmastro@aie.edu.au::80153e81-cca5-4785-8329-c43569ff9011" providerId="AD" clId="Web-{43C56120-6BDB-6877-12D1-B591F2F51A5A}" dt="2021-06-10T04:40:37.782" v="793" actId="20577"/>
          <ac:spMkLst>
            <pc:docMk/>
            <pc:sldMk cId="2504494441" sldId="283"/>
            <ac:spMk id="5" creationId="{DDED981F-4639-4D3D-A43E-0E3B87809D11}"/>
          </ac:spMkLst>
        </pc:spChg>
        <pc:spChg chg="mod">
          <ac:chgData name="Patrick Delmastro" userId="S::patrick.delmastro@aie.edu.au::80153e81-cca5-4785-8329-c43569ff9011" providerId="AD" clId="Web-{43C56120-6BDB-6877-12D1-B591F2F51A5A}" dt="2021-06-10T04:40:25.126" v="789" actId="20577"/>
          <ac:spMkLst>
            <pc:docMk/>
            <pc:sldMk cId="2504494441" sldId="283"/>
            <ac:spMk id="253" creationId="{00000000-0000-0000-0000-000000000000}"/>
          </ac:spMkLst>
        </pc:spChg>
        <pc:spChg chg="mod">
          <ac:chgData name="Patrick Delmastro" userId="S::patrick.delmastro@aie.edu.au::80153e81-cca5-4785-8329-c43569ff9011" providerId="AD" clId="Web-{43C56120-6BDB-6877-12D1-B591F2F51A5A}" dt="2021-06-10T04:40:31.392" v="792" actId="20577"/>
          <ac:spMkLst>
            <pc:docMk/>
            <pc:sldMk cId="2504494441" sldId="283"/>
            <ac:spMk id="254" creationId="{00000000-0000-0000-0000-000000000000}"/>
          </ac:spMkLst>
        </pc:spChg>
        <pc:graphicFrameChg chg="del mod modGraphic">
          <ac:chgData name="Patrick Delmastro" userId="S::patrick.delmastro@aie.edu.au::80153e81-cca5-4785-8329-c43569ff9011" providerId="AD" clId="Web-{43C56120-6BDB-6877-12D1-B591F2F51A5A}" dt="2021-06-10T02:12:55.823" v="43"/>
          <ac:graphicFrameMkLst>
            <pc:docMk/>
            <pc:sldMk cId="2504494441" sldId="283"/>
            <ac:graphicFrameMk id="252" creationId="{00000000-0000-0000-0000-000000000000}"/>
          </ac:graphicFrameMkLst>
        </pc:graphicFrameChg>
        <pc:picChg chg="add mod">
          <ac:chgData name="Patrick Delmastro" userId="S::patrick.delmastro@aie.edu.au::80153e81-cca5-4785-8329-c43569ff9011" providerId="AD" clId="Web-{43C56120-6BDB-6877-12D1-B591F2F51A5A}" dt="2021-06-10T04:07:24.638" v="601" actId="1076"/>
          <ac:picMkLst>
            <pc:docMk/>
            <pc:sldMk cId="2504494441" sldId="283"/>
            <ac:picMk id="2" creationId="{398A6F1C-CBB8-4092-9CF9-6A9BB85F9346}"/>
          </ac:picMkLst>
        </pc:picChg>
      </pc:sldChg>
      <pc:sldChg chg="add del replId">
        <pc:chgData name="Patrick Delmastro" userId="S::patrick.delmastro@aie.edu.au::80153e81-cca5-4785-8329-c43569ff9011" providerId="AD" clId="Web-{43C56120-6BDB-6877-12D1-B591F2F51A5A}" dt="2021-06-10T03:27:54.365" v="456"/>
        <pc:sldMkLst>
          <pc:docMk/>
          <pc:sldMk cId="3453554757" sldId="284"/>
        </pc:sldMkLst>
      </pc:sldChg>
      <pc:sldChg chg="modSp add replId">
        <pc:chgData name="Patrick Delmastro" userId="S::patrick.delmastro@aie.edu.au::80153e81-cca5-4785-8329-c43569ff9011" providerId="AD" clId="Web-{43C56120-6BDB-6877-12D1-B591F2F51A5A}" dt="2021-06-10T03:28:25.428" v="461" actId="1076"/>
        <pc:sldMkLst>
          <pc:docMk/>
          <pc:sldMk cId="2229896901" sldId="285"/>
        </pc:sldMkLst>
        <pc:spChg chg="mod">
          <ac:chgData name="Patrick Delmastro" userId="S::patrick.delmastro@aie.edu.au::80153e81-cca5-4785-8329-c43569ff9011" providerId="AD" clId="Web-{43C56120-6BDB-6877-12D1-B591F2F51A5A}" dt="2021-06-10T03:28:25.428" v="461" actId="1076"/>
          <ac:spMkLst>
            <pc:docMk/>
            <pc:sldMk cId="2229896901" sldId="285"/>
            <ac:spMk id="363" creationId="{00000000-0000-0000-0000-000000000000}"/>
          </ac:spMkLst>
        </pc:spChg>
      </pc:sldChg>
    </pc:docChg>
  </pc:docChgLst>
  <pc:docChgLst>
    <pc:chgData name="Thomas Sinclair" userId="S::thomass@aie.edu.au::ea7e17c6-715c-40d9-8261-37f47b5b9a01" providerId="AD" clId="Web-{0D4B15CA-B70C-A384-B195-F896FCE93F38}"/>
    <pc:docChg chg="">
      <pc:chgData name="Thomas Sinclair" userId="S::thomass@aie.edu.au::ea7e17c6-715c-40d9-8261-37f47b5b9a01" providerId="AD" clId="Web-{0D4B15CA-B70C-A384-B195-F896FCE93F38}" dt="2019-10-16T04:35:50.907" v="7"/>
      <pc:docMkLst>
        <pc:docMk/>
      </pc:docMkLst>
      <pc:sldChg chg="delCm">
        <pc:chgData name="Thomas Sinclair" userId="S::thomass@aie.edu.au::ea7e17c6-715c-40d9-8261-37f47b5b9a01" providerId="AD" clId="Web-{0D4B15CA-B70C-A384-B195-F896FCE93F38}" dt="2019-10-16T04:35:50.907" v="7"/>
        <pc:sldMkLst>
          <pc:docMk/>
          <pc:sldMk cId="0" sldId="277"/>
        </pc:sldMkLst>
      </pc:sldChg>
      <pc:sldChg chg="delCm">
        <pc:chgData name="Thomas Sinclair" userId="S::thomass@aie.edu.au::ea7e17c6-715c-40d9-8261-37f47b5b9a01" providerId="AD" clId="Web-{0D4B15CA-B70C-A384-B195-F896FCE93F38}" dt="2019-10-16T04:35:26.735" v="0"/>
        <pc:sldMkLst>
          <pc:docMk/>
          <pc:sldMk cId="1977009700" sldId="281"/>
        </pc:sldMkLst>
      </pc:sldChg>
    </pc:docChg>
  </pc:docChgLst>
  <pc:docChgLst>
    <pc:chgData name="Thomas Sinclair" userId="S::thomass@aie.edu.au::ea7e17c6-715c-40d9-8261-37f47b5b9a01" providerId="AD" clId="Web-{C20D566C-441D-E93B-36F8-FA2702EE7241}"/>
    <pc:docChg chg="modSld">
      <pc:chgData name="Thomas Sinclair" userId="S::thomass@aie.edu.au::ea7e17c6-715c-40d9-8261-37f47b5b9a01" providerId="AD" clId="Web-{C20D566C-441D-E93B-36F8-FA2702EE7241}" dt="2019-10-15T23:21:46.606" v="1" actId="1076"/>
      <pc:docMkLst>
        <pc:docMk/>
      </pc:docMkLst>
      <pc:sldChg chg="modSp">
        <pc:chgData name="Thomas Sinclair" userId="S::thomass@aie.edu.au::ea7e17c6-715c-40d9-8261-37f47b5b9a01" providerId="AD" clId="Web-{C20D566C-441D-E93B-36F8-FA2702EE7241}" dt="2019-10-15T23:21:46.606" v="1" actId="1076"/>
        <pc:sldMkLst>
          <pc:docMk/>
          <pc:sldMk cId="0" sldId="265"/>
        </pc:sldMkLst>
        <pc:grpChg chg="mod">
          <ac:chgData name="Thomas Sinclair" userId="S::thomass@aie.edu.au::ea7e17c6-715c-40d9-8261-37f47b5b9a01" providerId="AD" clId="Web-{C20D566C-441D-E93B-36F8-FA2702EE7241}" dt="2019-10-15T23:21:46.606" v="1" actId="1076"/>
          <ac:grpSpMkLst>
            <pc:docMk/>
            <pc:sldMk cId="0" sldId="265"/>
            <ac:grpSpMk id="2" creationId="{D7B2D68D-342C-4161-AD78-02C6068DD318}"/>
          </ac:grpSpMkLst>
        </pc:grpChg>
      </pc:sldChg>
    </pc:docChg>
  </pc:docChgLst>
  <pc:docChgLst>
    <pc:chgData name="Patrick Delmastro" userId="S::patrick.delmastro@aie.edu.au::80153e81-cca5-4785-8329-c43569ff9011" providerId="AD" clId="Web-{4D7F685E-79C3-5F48-4057-F367CD254450}"/>
    <pc:docChg chg="modSld">
      <pc:chgData name="Patrick Delmastro" userId="S::patrick.delmastro@aie.edu.au::80153e81-cca5-4785-8329-c43569ff9011" providerId="AD" clId="Web-{4D7F685E-79C3-5F48-4057-F367CD254450}" dt="2021-09-14T02:51:10.558" v="0" actId="20577"/>
      <pc:docMkLst>
        <pc:docMk/>
      </pc:docMkLst>
      <pc:sldChg chg="modSp">
        <pc:chgData name="Patrick Delmastro" userId="S::patrick.delmastro@aie.edu.au::80153e81-cca5-4785-8329-c43569ff9011" providerId="AD" clId="Web-{4D7F685E-79C3-5F48-4057-F367CD254450}" dt="2021-09-14T02:51:10.558" v="0" actId="20577"/>
        <pc:sldMkLst>
          <pc:docMk/>
          <pc:sldMk cId="0" sldId="256"/>
        </pc:sldMkLst>
        <pc:spChg chg="mod">
          <ac:chgData name="Patrick Delmastro" userId="S::patrick.delmastro@aie.edu.au::80153e81-cca5-4785-8329-c43569ff9011" providerId="AD" clId="Web-{4D7F685E-79C3-5F48-4057-F367CD254450}" dt="2021-09-14T02:51:10.558" v="0" actId="20577"/>
          <ac:spMkLst>
            <pc:docMk/>
            <pc:sldMk cId="0" sldId="256"/>
            <ac:spMk id="205" creationId="{00000000-0000-0000-0000-000000000000}"/>
          </ac:spMkLst>
        </pc:spChg>
      </pc:sldChg>
    </pc:docChg>
  </pc:docChgLst>
  <pc:docChgLst>
    <pc:chgData name="Patrick Delmastro" userId="S::patrick.delmastro@aie.edu.au::80153e81-cca5-4785-8329-c43569ff9011" providerId="AD" clId="Web-{E1502EEA-F4D1-9191-824B-5CB67ABA735A}"/>
    <pc:docChg chg="modSld">
      <pc:chgData name="Patrick Delmastro" userId="S::patrick.delmastro@aie.edu.au::80153e81-cca5-4785-8329-c43569ff9011" providerId="AD" clId="Web-{E1502EEA-F4D1-9191-824B-5CB67ABA735A}" dt="2021-08-25T04:27:56.452" v="1"/>
      <pc:docMkLst>
        <pc:docMk/>
      </pc:docMkLst>
      <pc:sldChg chg="modSp">
        <pc:chgData name="Patrick Delmastro" userId="S::patrick.delmastro@aie.edu.au::80153e81-cca5-4785-8329-c43569ff9011" providerId="AD" clId="Web-{E1502EEA-F4D1-9191-824B-5CB67ABA735A}" dt="2021-08-25T04:27:56.452" v="1"/>
        <pc:sldMkLst>
          <pc:docMk/>
          <pc:sldMk cId="0" sldId="278"/>
        </pc:sldMkLst>
        <pc:picChg chg="mod">
          <ac:chgData name="Patrick Delmastro" userId="S::patrick.delmastro@aie.edu.au::80153e81-cca5-4785-8329-c43569ff9011" providerId="AD" clId="Web-{E1502EEA-F4D1-9191-824B-5CB67ABA735A}" dt="2021-08-25T04:27:56.452" v="1"/>
          <ac:picMkLst>
            <pc:docMk/>
            <pc:sldMk cId="0" sldId="278"/>
            <ac:picMk id="4" creationId="{0ADEBB8F-AAF0-4A3A-8792-9BAB5571CEB4}"/>
          </ac:picMkLst>
        </pc:picChg>
      </pc:sldChg>
    </pc:docChg>
  </pc:docChgLst>
  <pc:docChgLst>
    <pc:chgData name="Thomas Sinclair" userId="S::thomass@aie.edu.au::ea7e17c6-715c-40d9-8261-37f47b5b9a01" providerId="AD" clId="Web-{E0A25863-4E21-3D01-CBBB-987EE21DA0AD}"/>
    <pc:docChg chg="modSld">
      <pc:chgData name="Thomas Sinclair" userId="S::thomass@aie.edu.au::ea7e17c6-715c-40d9-8261-37f47b5b9a01" providerId="AD" clId="Web-{E0A25863-4E21-3D01-CBBB-987EE21DA0AD}" dt="2021-11-11T00:06:13.254" v="174"/>
      <pc:docMkLst>
        <pc:docMk/>
      </pc:docMkLst>
      <pc:sldChg chg="addSp delSp modSp">
        <pc:chgData name="Thomas Sinclair" userId="S::thomass@aie.edu.au::ea7e17c6-715c-40d9-8261-37f47b5b9a01" providerId="AD" clId="Web-{E0A25863-4E21-3D01-CBBB-987EE21DA0AD}" dt="2021-11-11T00:05:30.269" v="168"/>
        <pc:sldMkLst>
          <pc:docMk/>
          <pc:sldMk cId="3595876546" sldId="316"/>
        </pc:sldMkLst>
        <pc:spChg chg="mod">
          <ac:chgData name="Thomas Sinclair" userId="S::thomass@aie.edu.au::ea7e17c6-715c-40d9-8261-37f47b5b9a01" providerId="AD" clId="Web-{E0A25863-4E21-3D01-CBBB-987EE21DA0AD}" dt="2021-11-10T23:56:02.066" v="128" actId="1076"/>
          <ac:spMkLst>
            <pc:docMk/>
            <pc:sldMk cId="3595876546" sldId="316"/>
            <ac:spMk id="5" creationId="{CE833C0F-7EF9-4AD7-8D3D-2ACD8978CF45}"/>
          </ac:spMkLst>
        </pc:spChg>
        <pc:spChg chg="mod">
          <ac:chgData name="Thomas Sinclair" userId="S::thomass@aie.edu.au::ea7e17c6-715c-40d9-8261-37f47b5b9a01" providerId="AD" clId="Web-{E0A25863-4E21-3D01-CBBB-987EE21DA0AD}" dt="2021-11-10T23:50:23.135" v="121" actId="1076"/>
          <ac:spMkLst>
            <pc:docMk/>
            <pc:sldMk cId="3595876546" sldId="316"/>
            <ac:spMk id="8" creationId="{6267F3D3-5B62-4AA2-ACF4-4E9DBD2E44F3}"/>
          </ac:spMkLst>
        </pc:spChg>
        <pc:spChg chg="mod">
          <ac:chgData name="Thomas Sinclair" userId="S::thomass@aie.edu.au::ea7e17c6-715c-40d9-8261-37f47b5b9a01" providerId="AD" clId="Web-{E0A25863-4E21-3D01-CBBB-987EE21DA0AD}" dt="2021-11-10T23:41:06.261" v="19" actId="1076"/>
          <ac:spMkLst>
            <pc:docMk/>
            <pc:sldMk cId="3595876546" sldId="316"/>
            <ac:spMk id="9" creationId="{3C2931EB-9811-4171-9122-0CD6F0F78565}"/>
          </ac:spMkLst>
        </pc:spChg>
        <pc:graphicFrameChg chg="add del mod modGraphic">
          <ac:chgData name="Thomas Sinclair" userId="S::thomass@aie.edu.au::ea7e17c6-715c-40d9-8261-37f47b5b9a01" providerId="AD" clId="Web-{E0A25863-4E21-3D01-CBBB-987EE21DA0AD}" dt="2021-11-10T23:48:22.570" v="83" actId="1076"/>
          <ac:graphicFrameMkLst>
            <pc:docMk/>
            <pc:sldMk cId="3595876546" sldId="316"/>
            <ac:graphicFrameMk id="4" creationId="{9A52BDE0-4A75-4263-BA5F-6B3AA11CF317}"/>
          </ac:graphicFrameMkLst>
        </pc:graphicFrameChg>
        <pc:graphicFrameChg chg="del mod modGraphic">
          <ac:chgData name="Thomas Sinclair" userId="S::thomass@aie.edu.au::ea7e17c6-715c-40d9-8261-37f47b5b9a01" providerId="AD" clId="Web-{E0A25863-4E21-3D01-CBBB-987EE21DA0AD}" dt="2021-11-10T23:47:18.037" v="52"/>
          <ac:graphicFrameMkLst>
            <pc:docMk/>
            <pc:sldMk cId="3595876546" sldId="316"/>
            <ac:graphicFrameMk id="7" creationId="{97A5ACC3-4305-4335-B5DA-924C2D651D4F}"/>
          </ac:graphicFrameMkLst>
        </pc:graphicFrameChg>
        <pc:graphicFrameChg chg="add del modGraphic">
          <ac:chgData name="Thomas Sinclair" userId="S::thomass@aie.edu.au::ea7e17c6-715c-40d9-8261-37f47b5b9a01" providerId="AD" clId="Web-{E0A25863-4E21-3D01-CBBB-987EE21DA0AD}" dt="2021-11-11T00:05:30.269" v="168"/>
          <ac:graphicFrameMkLst>
            <pc:docMk/>
            <pc:sldMk cId="3595876546" sldId="316"/>
            <ac:graphicFrameMk id="11" creationId="{AD41DE18-BD48-4BA0-AA21-1434233DF992}"/>
          </ac:graphicFrameMkLst>
        </pc:graphicFrameChg>
        <pc:graphicFrameChg chg="mod modGraphic">
          <ac:chgData name="Thomas Sinclair" userId="S::thomass@aie.edu.au::ea7e17c6-715c-40d9-8261-37f47b5b9a01" providerId="AD" clId="Web-{E0A25863-4E21-3D01-CBBB-987EE21DA0AD}" dt="2021-11-10T23:55:36.284" v="127"/>
          <ac:graphicFrameMkLst>
            <pc:docMk/>
            <pc:sldMk cId="3595876546" sldId="316"/>
            <ac:graphicFrameMk id="18" creationId="{3AE18A4C-3F4A-4EFD-ADDA-2EC5999EFF8A}"/>
          </ac:graphicFrameMkLst>
        </pc:graphicFrameChg>
        <pc:picChg chg="del">
          <ac:chgData name="Thomas Sinclair" userId="S::thomass@aie.edu.au::ea7e17c6-715c-40d9-8261-37f47b5b9a01" providerId="AD" clId="Web-{E0A25863-4E21-3D01-CBBB-987EE21DA0AD}" dt="2021-11-10T23:40:10.650" v="9"/>
          <ac:picMkLst>
            <pc:docMk/>
            <pc:sldMk cId="3595876546" sldId="316"/>
            <ac:picMk id="2" creationId="{A4DD9D49-B4E5-4BBC-B375-4475B94BD839}"/>
          </ac:picMkLst>
        </pc:picChg>
        <pc:picChg chg="add">
          <ac:chgData name="Thomas Sinclair" userId="S::thomass@aie.edu.au::ea7e17c6-715c-40d9-8261-37f47b5b9a01" providerId="AD" clId="Web-{E0A25863-4E21-3D01-CBBB-987EE21DA0AD}" dt="2021-11-10T23:40:11.463" v="10"/>
          <ac:picMkLst>
            <pc:docMk/>
            <pc:sldMk cId="3595876546" sldId="316"/>
            <ac:picMk id="10" creationId="{45BAE945-26D0-4FD2-AAAE-1CA737FC009E}"/>
          </ac:picMkLst>
        </pc:picChg>
      </pc:sldChg>
      <pc:sldChg chg="addSp delSp modSp">
        <pc:chgData name="Thomas Sinclair" userId="S::thomass@aie.edu.au::ea7e17c6-715c-40d9-8261-37f47b5b9a01" providerId="AD" clId="Web-{E0A25863-4E21-3D01-CBBB-987EE21DA0AD}" dt="2021-11-11T00:06:13.254" v="174"/>
        <pc:sldMkLst>
          <pc:docMk/>
          <pc:sldMk cId="3327116760" sldId="317"/>
        </pc:sldMkLst>
        <pc:spChg chg="mod">
          <ac:chgData name="Thomas Sinclair" userId="S::thomass@aie.edu.au::ea7e17c6-715c-40d9-8261-37f47b5b9a01" providerId="AD" clId="Web-{E0A25863-4E21-3D01-CBBB-987EE21DA0AD}" dt="2021-11-10T23:40:04.947" v="8" actId="14100"/>
          <ac:spMkLst>
            <pc:docMk/>
            <pc:sldMk cId="3327116760" sldId="317"/>
            <ac:spMk id="3" creationId="{3A9CE3A8-498D-4D2A-A187-70F8A84BB52B}"/>
          </ac:spMkLst>
        </pc:spChg>
        <pc:graphicFrameChg chg="add del modGraphic">
          <ac:chgData name="Thomas Sinclair" userId="S::thomass@aie.edu.au::ea7e17c6-715c-40d9-8261-37f47b5b9a01" providerId="AD" clId="Web-{E0A25863-4E21-3D01-CBBB-987EE21DA0AD}" dt="2021-11-11T00:06:12.286" v="173"/>
          <ac:graphicFrameMkLst>
            <pc:docMk/>
            <pc:sldMk cId="3327116760" sldId="317"/>
            <ac:graphicFrameMk id="5" creationId="{752CEC25-22B1-4053-9AD3-26D0FC3A5FEC}"/>
          </ac:graphicFrameMkLst>
        </pc:graphicFrameChg>
        <pc:graphicFrameChg chg="add">
          <ac:chgData name="Thomas Sinclair" userId="S::thomass@aie.edu.au::ea7e17c6-715c-40d9-8261-37f47b5b9a01" providerId="AD" clId="Web-{E0A25863-4E21-3D01-CBBB-987EE21DA0AD}" dt="2021-11-11T00:06:13.254" v="174"/>
          <ac:graphicFrameMkLst>
            <pc:docMk/>
            <pc:sldMk cId="3327116760" sldId="317"/>
            <ac:graphicFrameMk id="6" creationId="{A201BB1D-6503-42D7-B007-15DA72E0CA0B}"/>
          </ac:graphicFrameMkLst>
        </pc:graphicFrameChg>
        <pc:graphicFrameChg chg="del mod modGraphic">
          <ac:chgData name="Thomas Sinclair" userId="S::thomass@aie.edu.au::ea7e17c6-715c-40d9-8261-37f47b5b9a01" providerId="AD" clId="Web-{E0A25863-4E21-3D01-CBBB-987EE21DA0AD}" dt="2021-11-11T00:03:11.656" v="163"/>
          <ac:graphicFrameMkLst>
            <pc:docMk/>
            <pc:sldMk cId="3327116760" sldId="317"/>
            <ac:graphicFrameMk id="18" creationId="{3AE18A4C-3F4A-4EFD-ADDA-2EC5999EFF8A}"/>
          </ac:graphicFrameMkLst>
        </pc:graphicFrameChg>
        <pc:picChg chg="del mod">
          <ac:chgData name="Thomas Sinclair" userId="S::thomass@aie.edu.au::ea7e17c6-715c-40d9-8261-37f47b5b9a01" providerId="AD" clId="Web-{E0A25863-4E21-3D01-CBBB-987EE21DA0AD}" dt="2021-11-10T23:39:48.915" v="4"/>
          <ac:picMkLst>
            <pc:docMk/>
            <pc:sldMk cId="3327116760" sldId="317"/>
            <ac:picMk id="2" creationId="{A4DD9D49-B4E5-4BBC-B375-4475B94BD839}"/>
          </ac:picMkLst>
        </pc:picChg>
        <pc:picChg chg="add mod">
          <ac:chgData name="Thomas Sinclair" userId="S::thomass@aie.edu.au::ea7e17c6-715c-40d9-8261-37f47b5b9a01" providerId="AD" clId="Web-{E0A25863-4E21-3D01-CBBB-987EE21DA0AD}" dt="2021-11-10T23:39:57.150" v="6" actId="1076"/>
          <ac:picMkLst>
            <pc:docMk/>
            <pc:sldMk cId="3327116760" sldId="317"/>
            <ac:picMk id="4" creationId="{B072E3A5-1AC5-491D-9517-85933674BD80}"/>
          </ac:picMkLst>
        </pc:picChg>
      </pc:sldChg>
      <pc:sldChg chg="addSp delSp">
        <pc:chgData name="Thomas Sinclair" userId="S::thomass@aie.edu.au::ea7e17c6-715c-40d9-8261-37f47b5b9a01" providerId="AD" clId="Web-{E0A25863-4E21-3D01-CBBB-987EE21DA0AD}" dt="2021-11-10T23:58:26.367" v="143"/>
        <pc:sldMkLst>
          <pc:docMk/>
          <pc:sldMk cId="114908517" sldId="318"/>
        </pc:sldMkLst>
        <pc:spChg chg="del">
          <ac:chgData name="Thomas Sinclair" userId="S::thomass@aie.edu.au::ea7e17c6-715c-40d9-8261-37f47b5b9a01" providerId="AD" clId="Web-{E0A25863-4E21-3D01-CBBB-987EE21DA0AD}" dt="2021-11-10T23:58:25.242" v="139"/>
          <ac:spMkLst>
            <pc:docMk/>
            <pc:sldMk cId="114908517" sldId="318"/>
            <ac:spMk id="3" creationId="{3A9CE3A8-498D-4D2A-A187-70F8A84BB52B}"/>
          </ac:spMkLst>
        </pc:spChg>
        <pc:spChg chg="add">
          <ac:chgData name="Thomas Sinclair" userId="S::thomass@aie.edu.au::ea7e17c6-715c-40d9-8261-37f47b5b9a01" providerId="AD" clId="Web-{E0A25863-4E21-3D01-CBBB-987EE21DA0AD}" dt="2021-11-10T23:58:26.320" v="141"/>
          <ac:spMkLst>
            <pc:docMk/>
            <pc:sldMk cId="114908517" sldId="318"/>
            <ac:spMk id="5" creationId="{35264656-6279-4D7B-A0FA-A2917A7F7273}"/>
          </ac:spMkLst>
        </pc:spChg>
        <pc:spChg chg="del">
          <ac:chgData name="Thomas Sinclair" userId="S::thomass@aie.edu.au::ea7e17c6-715c-40d9-8261-37f47b5b9a01" providerId="AD" clId="Web-{E0A25863-4E21-3D01-CBBB-987EE21DA0AD}" dt="2021-11-10T23:58:23.226" v="138"/>
          <ac:spMkLst>
            <pc:docMk/>
            <pc:sldMk cId="114908517" sldId="318"/>
            <ac:spMk id="8" creationId="{6267F3D3-5B62-4AA2-ACF4-4E9DBD2E44F3}"/>
          </ac:spMkLst>
        </pc:spChg>
        <pc:spChg chg="add">
          <ac:chgData name="Thomas Sinclair" userId="S::thomass@aie.edu.au::ea7e17c6-715c-40d9-8261-37f47b5b9a01" providerId="AD" clId="Web-{E0A25863-4E21-3D01-CBBB-987EE21DA0AD}" dt="2021-11-10T23:58:26.320" v="142"/>
          <ac:spMkLst>
            <pc:docMk/>
            <pc:sldMk cId="114908517" sldId="318"/>
            <ac:spMk id="9" creationId="{E8AAF04B-C19C-4400-BE92-050878F42E59}"/>
          </ac:spMkLst>
        </pc:spChg>
        <pc:graphicFrameChg chg="add">
          <ac:chgData name="Thomas Sinclair" userId="S::thomass@aie.edu.au::ea7e17c6-715c-40d9-8261-37f47b5b9a01" providerId="AD" clId="Web-{E0A25863-4E21-3D01-CBBB-987EE21DA0AD}" dt="2021-11-10T23:58:26.304" v="140"/>
          <ac:graphicFrameMkLst>
            <pc:docMk/>
            <pc:sldMk cId="114908517" sldId="318"/>
            <ac:graphicFrameMk id="4" creationId="{A17FFDCE-999B-4158-A6BA-480638506A12}"/>
          </ac:graphicFrameMkLst>
        </pc:graphicFrameChg>
        <pc:graphicFrameChg chg="del">
          <ac:chgData name="Thomas Sinclair" userId="S::thomass@aie.edu.au::ea7e17c6-715c-40d9-8261-37f47b5b9a01" providerId="AD" clId="Web-{E0A25863-4E21-3D01-CBBB-987EE21DA0AD}" dt="2021-11-10T23:58:21.398" v="137"/>
          <ac:graphicFrameMkLst>
            <pc:docMk/>
            <pc:sldMk cId="114908517" sldId="318"/>
            <ac:graphicFrameMk id="7" creationId="{97A5ACC3-4305-4335-B5DA-924C2D651D4F}"/>
          </ac:graphicFrameMkLst>
        </pc:graphicFrameChg>
        <pc:graphicFrameChg chg="del">
          <ac:chgData name="Thomas Sinclair" userId="S::thomass@aie.edu.au::ea7e17c6-715c-40d9-8261-37f47b5b9a01" providerId="AD" clId="Web-{E0A25863-4E21-3D01-CBBB-987EE21DA0AD}" dt="2021-11-10T23:58:19.523" v="136"/>
          <ac:graphicFrameMkLst>
            <pc:docMk/>
            <pc:sldMk cId="114908517" sldId="318"/>
            <ac:graphicFrameMk id="18" creationId="{3AE18A4C-3F4A-4EFD-ADDA-2EC5999EFF8A}"/>
          </ac:graphicFrameMkLst>
        </pc:graphicFrameChg>
        <pc:picChg chg="del">
          <ac:chgData name="Thomas Sinclair" userId="S::thomass@aie.edu.au::ea7e17c6-715c-40d9-8261-37f47b5b9a01" providerId="AD" clId="Web-{E0A25863-4E21-3D01-CBBB-987EE21DA0AD}" dt="2021-11-10T23:58:17.148" v="135"/>
          <ac:picMkLst>
            <pc:docMk/>
            <pc:sldMk cId="114908517" sldId="318"/>
            <ac:picMk id="2" creationId="{A4DD9D49-B4E5-4BBC-B375-4475B94BD839}"/>
          </ac:picMkLst>
        </pc:picChg>
        <pc:picChg chg="add">
          <ac:chgData name="Thomas Sinclair" userId="S::thomass@aie.edu.au::ea7e17c6-715c-40d9-8261-37f47b5b9a01" providerId="AD" clId="Web-{E0A25863-4E21-3D01-CBBB-987EE21DA0AD}" dt="2021-11-10T23:58:26.367" v="143"/>
          <ac:picMkLst>
            <pc:docMk/>
            <pc:sldMk cId="114908517" sldId="318"/>
            <ac:picMk id="11" creationId="{EDDCCDCD-7F56-4B65-91E0-DFCBDBF4D219}"/>
          </ac:picMkLst>
        </pc:picChg>
      </pc:sldChg>
      <pc:sldChg chg="addSp delSp modSp">
        <pc:chgData name="Thomas Sinclair" userId="S::thomass@aie.edu.au::ea7e17c6-715c-40d9-8261-37f47b5b9a01" providerId="AD" clId="Web-{E0A25863-4E21-3D01-CBBB-987EE21DA0AD}" dt="2021-11-11T00:06:00.848" v="172"/>
        <pc:sldMkLst>
          <pc:docMk/>
          <pc:sldMk cId="1784616864" sldId="319"/>
        </pc:sldMkLst>
        <pc:spChg chg="del">
          <ac:chgData name="Thomas Sinclair" userId="S::thomass@aie.edu.au::ea7e17c6-715c-40d9-8261-37f47b5b9a01" providerId="AD" clId="Web-{E0A25863-4E21-3D01-CBBB-987EE21DA0AD}" dt="2021-11-10T23:57:08.896" v="131"/>
          <ac:spMkLst>
            <pc:docMk/>
            <pc:sldMk cId="1784616864" sldId="319"/>
            <ac:spMk id="3" creationId="{3A9CE3A8-498D-4D2A-A187-70F8A84BB52B}"/>
          </ac:spMkLst>
        </pc:spChg>
        <pc:spChg chg="add">
          <ac:chgData name="Thomas Sinclair" userId="S::thomass@aie.edu.au::ea7e17c6-715c-40d9-8261-37f47b5b9a01" providerId="AD" clId="Web-{E0A25863-4E21-3D01-CBBB-987EE21DA0AD}" dt="2021-11-10T23:57:09.927" v="133"/>
          <ac:spMkLst>
            <pc:docMk/>
            <pc:sldMk cId="1784616864" sldId="319"/>
            <ac:spMk id="5" creationId="{A06F18C5-FEF6-4AEE-AF31-DBC8172D9616}"/>
          </ac:spMkLst>
        </pc:spChg>
        <pc:graphicFrameChg chg="add del">
          <ac:chgData name="Thomas Sinclair" userId="S::thomass@aie.edu.au::ea7e17c6-715c-40d9-8261-37f47b5b9a01" providerId="AD" clId="Web-{E0A25863-4E21-3D01-CBBB-987EE21DA0AD}" dt="2021-11-11T00:00:18.682" v="152"/>
          <ac:graphicFrameMkLst>
            <pc:docMk/>
            <pc:sldMk cId="1784616864" sldId="319"/>
            <ac:graphicFrameMk id="4" creationId="{EF2E7C81-06C6-4AE9-B23A-45D10E18BA38}"/>
          </ac:graphicFrameMkLst>
        </pc:graphicFrameChg>
        <pc:graphicFrameChg chg="add del mod ord modGraphic">
          <ac:chgData name="Thomas Sinclair" userId="S::thomass@aie.edu.au::ea7e17c6-715c-40d9-8261-37f47b5b9a01" providerId="AD" clId="Web-{E0A25863-4E21-3D01-CBBB-987EE21DA0AD}" dt="2021-11-11T00:05:48.504" v="170"/>
          <ac:graphicFrameMkLst>
            <pc:docMk/>
            <pc:sldMk cId="1784616864" sldId="319"/>
            <ac:graphicFrameMk id="9" creationId="{BEC137FC-1FF0-470F-92CA-093C4CF03A61}"/>
          </ac:graphicFrameMkLst>
        </pc:graphicFrameChg>
        <pc:graphicFrameChg chg="add modGraphic">
          <ac:chgData name="Thomas Sinclair" userId="S::thomass@aie.edu.au::ea7e17c6-715c-40d9-8261-37f47b5b9a01" providerId="AD" clId="Web-{E0A25863-4E21-3D01-CBBB-987EE21DA0AD}" dt="2021-11-11T00:06:00.848" v="172"/>
          <ac:graphicFrameMkLst>
            <pc:docMk/>
            <pc:sldMk cId="1784616864" sldId="319"/>
            <ac:graphicFrameMk id="11" creationId="{0011EAC3-6307-44C6-A9DA-39C70F10656A}"/>
          </ac:graphicFrameMkLst>
        </pc:graphicFrameChg>
        <pc:graphicFrameChg chg="del">
          <ac:chgData name="Thomas Sinclair" userId="S::thomass@aie.edu.au::ea7e17c6-715c-40d9-8261-37f47b5b9a01" providerId="AD" clId="Web-{E0A25863-4E21-3D01-CBBB-987EE21DA0AD}" dt="2021-11-10T23:57:06.693" v="130"/>
          <ac:graphicFrameMkLst>
            <pc:docMk/>
            <pc:sldMk cId="1784616864" sldId="319"/>
            <ac:graphicFrameMk id="18" creationId="{3AE18A4C-3F4A-4EFD-ADDA-2EC5999EFF8A}"/>
          </ac:graphicFrameMkLst>
        </pc:graphicFrameChg>
        <pc:picChg chg="del">
          <ac:chgData name="Thomas Sinclair" userId="S::thomass@aie.edu.au::ea7e17c6-715c-40d9-8261-37f47b5b9a01" providerId="AD" clId="Web-{E0A25863-4E21-3D01-CBBB-987EE21DA0AD}" dt="2021-11-10T23:57:03.693" v="129"/>
          <ac:picMkLst>
            <pc:docMk/>
            <pc:sldMk cId="1784616864" sldId="319"/>
            <ac:picMk id="2" creationId="{A4DD9D49-B4E5-4BBC-B375-4475B94BD839}"/>
          </ac:picMkLst>
        </pc:picChg>
        <pc:picChg chg="add">
          <ac:chgData name="Thomas Sinclair" userId="S::thomass@aie.edu.au::ea7e17c6-715c-40d9-8261-37f47b5b9a01" providerId="AD" clId="Web-{E0A25863-4E21-3D01-CBBB-987EE21DA0AD}" dt="2021-11-10T23:57:09.974" v="134"/>
          <ac:picMkLst>
            <pc:docMk/>
            <pc:sldMk cId="1784616864" sldId="319"/>
            <ac:picMk id="7" creationId="{06A891EE-AFB1-48D9-A772-3AD2180F5FCD}"/>
          </ac:picMkLst>
        </pc:picChg>
      </pc:sldChg>
    </pc:docChg>
  </pc:docChgLst>
  <pc:docChgLst>
    <pc:chgData name="Patrick Delmastro" userId="S::patrick.delmastro@aie.edu.au::80153e81-cca5-4785-8329-c43569ff9011" providerId="AD" clId="Web-{0F39244E-3516-6534-5BBB-FAE3D9BED78D}"/>
    <pc:docChg chg="modSld">
      <pc:chgData name="Patrick Delmastro" userId="S::patrick.delmastro@aie.edu.au::80153e81-cca5-4785-8329-c43569ff9011" providerId="AD" clId="Web-{0F39244E-3516-6534-5BBB-FAE3D9BED78D}" dt="2021-08-11T01:22:10.634" v="0" actId="20577"/>
      <pc:docMkLst>
        <pc:docMk/>
      </pc:docMkLst>
      <pc:sldChg chg="modSp">
        <pc:chgData name="Patrick Delmastro" userId="S::patrick.delmastro@aie.edu.au::80153e81-cca5-4785-8329-c43569ff9011" providerId="AD" clId="Web-{0F39244E-3516-6534-5BBB-FAE3D9BED78D}" dt="2021-08-11T01:22:10.634" v="0" actId="20577"/>
        <pc:sldMkLst>
          <pc:docMk/>
          <pc:sldMk cId="0" sldId="277"/>
        </pc:sldMkLst>
        <pc:spChg chg="mod">
          <ac:chgData name="Patrick Delmastro" userId="S::patrick.delmastro@aie.edu.au::80153e81-cca5-4785-8329-c43569ff9011" providerId="AD" clId="Web-{0F39244E-3516-6534-5BBB-FAE3D9BED78D}" dt="2021-08-11T01:22:10.634" v="0" actId="20577"/>
          <ac:spMkLst>
            <pc:docMk/>
            <pc:sldMk cId="0" sldId="277"/>
            <ac:spMk id="414" creationId="{00000000-0000-0000-0000-000000000000}"/>
          </ac:spMkLst>
        </pc:spChg>
      </pc:sldChg>
    </pc:docChg>
  </pc:docChgLst>
  <pc:docChgLst>
    <pc:chgData name="Patrick Delmastro" userId="S::patrick.delmastro@aie.edu.au::80153e81-cca5-4785-8329-c43569ff9011" providerId="AD" clId="Web-{B4457F8A-ED34-120A-6AC1-D8A9EE679EF4}"/>
    <pc:docChg chg="modSld">
      <pc:chgData name="Patrick Delmastro" userId="S::patrick.delmastro@aie.edu.au::80153e81-cca5-4785-8329-c43569ff9011" providerId="AD" clId="Web-{B4457F8A-ED34-120A-6AC1-D8A9EE679EF4}" dt="2021-08-10T03:28:56.317" v="10" actId="20577"/>
      <pc:docMkLst>
        <pc:docMk/>
      </pc:docMkLst>
      <pc:sldChg chg="addSp delSp modSp">
        <pc:chgData name="Patrick Delmastro" userId="S::patrick.delmastro@aie.edu.au::80153e81-cca5-4785-8329-c43569ff9011" providerId="AD" clId="Web-{B4457F8A-ED34-120A-6AC1-D8A9EE679EF4}" dt="2021-08-10T03:28:56.317" v="10" actId="20577"/>
        <pc:sldMkLst>
          <pc:docMk/>
          <pc:sldMk cId="0" sldId="278"/>
        </pc:sldMkLst>
        <pc:spChg chg="mod">
          <ac:chgData name="Patrick Delmastro" userId="S::patrick.delmastro@aie.edu.au::80153e81-cca5-4785-8329-c43569ff9011" providerId="AD" clId="Web-{B4457F8A-ED34-120A-6AC1-D8A9EE679EF4}" dt="2021-08-10T03:28:56.317" v="10" actId="20577"/>
          <ac:spMkLst>
            <pc:docMk/>
            <pc:sldMk cId="0" sldId="278"/>
            <ac:spMk id="5" creationId="{7CC2A167-665B-4844-AF42-C94D388384EA}"/>
          </ac:spMkLst>
        </pc:spChg>
        <pc:picChg chg="add del mod">
          <ac:chgData name="Patrick Delmastro" userId="S::patrick.delmastro@aie.edu.au::80153e81-cca5-4785-8329-c43569ff9011" providerId="AD" clId="Web-{B4457F8A-ED34-120A-6AC1-D8A9EE679EF4}" dt="2021-08-10T03:28:34.942" v="6"/>
          <ac:picMkLst>
            <pc:docMk/>
            <pc:sldMk cId="0" sldId="278"/>
            <ac:picMk id="2" creationId="{0282229E-4EC7-41FF-8008-EB3DDBF79708}"/>
          </ac:picMkLst>
        </pc:picChg>
        <pc:picChg chg="add mod">
          <ac:chgData name="Patrick Delmastro" userId="S::patrick.delmastro@aie.edu.au::80153e81-cca5-4785-8329-c43569ff9011" providerId="AD" clId="Web-{B4457F8A-ED34-120A-6AC1-D8A9EE679EF4}" dt="2021-08-10T03:28:21.332" v="2" actId="14100"/>
          <ac:picMkLst>
            <pc:docMk/>
            <pc:sldMk cId="0" sldId="278"/>
            <ac:picMk id="4" creationId="{0ADEBB8F-AAF0-4A3A-8792-9BAB5571CEB4}"/>
          </ac:picMkLst>
        </pc:picChg>
      </pc:sldChg>
    </pc:docChg>
  </pc:docChgLst>
  <pc:docChgLst>
    <pc:chgData name="Thomas Sinclair" userId="S::thomass@aie.edu.au::ea7e17c6-715c-40d9-8261-37f47b5b9a01" providerId="AD" clId="Web-{E7605868-5523-44C9-B014-0EF1817F52DC}"/>
    <pc:docChg chg="modSld">
      <pc:chgData name="Thomas Sinclair" userId="S::thomass@aie.edu.au::ea7e17c6-715c-40d9-8261-37f47b5b9a01" providerId="AD" clId="Web-{E7605868-5523-44C9-B014-0EF1817F52DC}" dt="2021-08-11T04:36:06.901" v="2" actId="20577"/>
      <pc:docMkLst>
        <pc:docMk/>
      </pc:docMkLst>
      <pc:sldChg chg="modSp">
        <pc:chgData name="Thomas Sinclair" userId="S::thomass@aie.edu.au::ea7e17c6-715c-40d9-8261-37f47b5b9a01" providerId="AD" clId="Web-{E7605868-5523-44C9-B014-0EF1817F52DC}" dt="2021-08-11T04:36:06.901" v="2" actId="20577"/>
        <pc:sldMkLst>
          <pc:docMk/>
          <pc:sldMk cId="0" sldId="278"/>
        </pc:sldMkLst>
        <pc:spChg chg="mod">
          <ac:chgData name="Thomas Sinclair" userId="S::thomass@aie.edu.au::ea7e17c6-715c-40d9-8261-37f47b5b9a01" providerId="AD" clId="Web-{E7605868-5523-44C9-B014-0EF1817F52DC}" dt="2021-08-11T04:36:06.901" v="2" actId="20577"/>
          <ac:spMkLst>
            <pc:docMk/>
            <pc:sldMk cId="0" sldId="278"/>
            <ac:spMk id="5" creationId="{7CC2A167-665B-4844-AF42-C94D388384EA}"/>
          </ac:spMkLst>
        </pc:spChg>
        <pc:spChg chg="mod">
          <ac:chgData name="Thomas Sinclair" userId="S::thomass@aie.edu.au::ea7e17c6-715c-40d9-8261-37f47b5b9a01" providerId="AD" clId="Web-{E7605868-5523-44C9-B014-0EF1817F52DC}" dt="2021-08-11T04:35:57.275" v="1" actId="20577"/>
          <ac:spMkLst>
            <pc:docMk/>
            <pc:sldMk cId="0" sldId="278"/>
            <ac:spMk id="420" creationId="{00000000-0000-0000-0000-000000000000}"/>
          </ac:spMkLst>
        </pc:spChg>
      </pc:sldChg>
    </pc:docChg>
  </pc:docChgLst>
  <pc:docChgLst>
    <pc:chgData name="Thomas Sinclair" userId="S::thomass@aie.edu.au::ea7e17c6-715c-40d9-8261-37f47b5b9a01" providerId="AD" clId="Web-{0A9E28D4-166E-3A0E-840A-007ABFDCDD5C}"/>
    <pc:docChg chg="modSld">
      <pc:chgData name="Thomas Sinclair" userId="S::thomass@aie.edu.au::ea7e17c6-715c-40d9-8261-37f47b5b9a01" providerId="AD" clId="Web-{0A9E28D4-166E-3A0E-840A-007ABFDCDD5C}" dt="2021-10-14T01:26:33.910" v="22" actId="20577"/>
      <pc:docMkLst>
        <pc:docMk/>
      </pc:docMkLst>
      <pc:sldChg chg="modSp">
        <pc:chgData name="Thomas Sinclair" userId="S::thomass@aie.edu.au::ea7e17c6-715c-40d9-8261-37f47b5b9a01" providerId="AD" clId="Web-{0A9E28D4-166E-3A0E-840A-007ABFDCDD5C}" dt="2021-10-14T01:26:33.910" v="22" actId="20577"/>
        <pc:sldMkLst>
          <pc:docMk/>
          <pc:sldMk cId="0" sldId="278"/>
        </pc:sldMkLst>
        <pc:spChg chg="mod">
          <ac:chgData name="Thomas Sinclair" userId="S::thomass@aie.edu.au::ea7e17c6-715c-40d9-8261-37f47b5b9a01" providerId="AD" clId="Web-{0A9E28D4-166E-3A0E-840A-007ABFDCDD5C}" dt="2021-10-14T01:25:21.111" v="0" actId="20577"/>
          <ac:spMkLst>
            <pc:docMk/>
            <pc:sldMk cId="0" sldId="278"/>
            <ac:spMk id="5" creationId="{7CC2A167-665B-4844-AF42-C94D388384EA}"/>
          </ac:spMkLst>
        </pc:spChg>
        <pc:spChg chg="mod">
          <ac:chgData name="Thomas Sinclair" userId="S::thomass@aie.edu.au::ea7e17c6-715c-40d9-8261-37f47b5b9a01" providerId="AD" clId="Web-{0A9E28D4-166E-3A0E-840A-007ABFDCDD5C}" dt="2021-10-14T01:26:31.472" v="21" actId="20577"/>
          <ac:spMkLst>
            <pc:docMk/>
            <pc:sldMk cId="0" sldId="278"/>
            <ac:spMk id="16" creationId="{058E6051-FB3E-46C2-987E-92C56A0760BD}"/>
          </ac:spMkLst>
        </pc:spChg>
        <pc:spChg chg="mod">
          <ac:chgData name="Thomas Sinclair" userId="S::thomass@aie.edu.au::ea7e17c6-715c-40d9-8261-37f47b5b9a01" providerId="AD" clId="Web-{0A9E28D4-166E-3A0E-840A-007ABFDCDD5C}" dt="2021-10-14T01:26:33.910" v="22" actId="20577"/>
          <ac:spMkLst>
            <pc:docMk/>
            <pc:sldMk cId="0" sldId="278"/>
            <ac:spMk id="17" creationId="{F8FE9943-374D-4E70-B792-770E7711FFB8}"/>
          </ac:spMkLst>
        </pc:spChg>
        <pc:spChg chg="mod">
          <ac:chgData name="Thomas Sinclair" userId="S::thomass@aie.edu.au::ea7e17c6-715c-40d9-8261-37f47b5b9a01" providerId="AD" clId="Web-{0A9E28D4-166E-3A0E-840A-007ABFDCDD5C}" dt="2021-10-14T01:26:13.831" v="15" actId="20577"/>
          <ac:spMkLst>
            <pc:docMk/>
            <pc:sldMk cId="0" sldId="278"/>
            <ac:spMk id="18" creationId="{A3C47AE4-5962-45C6-94EF-279EFFE35031}"/>
          </ac:spMkLst>
        </pc:spChg>
        <pc:spChg chg="mod">
          <ac:chgData name="Thomas Sinclair" userId="S::thomass@aie.edu.au::ea7e17c6-715c-40d9-8261-37f47b5b9a01" providerId="AD" clId="Web-{0A9E28D4-166E-3A0E-840A-007ABFDCDD5C}" dt="2021-10-14T01:26:22.316" v="19" actId="20577"/>
          <ac:spMkLst>
            <pc:docMk/>
            <pc:sldMk cId="0" sldId="278"/>
            <ac:spMk id="19" creationId="{D9A84281-02AF-47C6-9C1A-3DE1B48895B9}"/>
          </ac:spMkLst>
        </pc:spChg>
        <pc:spChg chg="mod">
          <ac:chgData name="Thomas Sinclair" userId="S::thomass@aie.edu.au::ea7e17c6-715c-40d9-8261-37f47b5b9a01" providerId="AD" clId="Web-{0A9E28D4-166E-3A0E-840A-007ABFDCDD5C}" dt="2021-10-14T01:26:05.362" v="11" actId="20577"/>
          <ac:spMkLst>
            <pc:docMk/>
            <pc:sldMk cId="0" sldId="278"/>
            <ac:spMk id="22" creationId="{F8E52E78-2EA8-4908-8108-7A8FAE2B7BF9}"/>
          </ac:spMkLst>
        </pc:spChg>
      </pc:sldChg>
    </pc:docChg>
  </pc:docChgLst>
  <pc:docChgLst>
    <pc:chgData name="Thomas Sinclair" userId="ea7e17c6-715c-40d9-8261-37f47b5b9a01" providerId="ADAL" clId="{6066094D-7100-41AC-AA34-2CA64AA22464}"/>
    <pc:docChg chg="undo redo custSel addSld delSld modSld sldOrd">
      <pc:chgData name="Thomas Sinclair" userId="ea7e17c6-715c-40d9-8261-37f47b5b9a01" providerId="ADAL" clId="{6066094D-7100-41AC-AA34-2CA64AA22464}" dt="2019-10-16T04:28:28.120" v="7138" actId="1076"/>
      <pc:docMkLst>
        <pc:docMk/>
      </pc:docMkLst>
      <pc:sldChg chg="addSp delSp modSp addCm">
        <pc:chgData name="Thomas Sinclair" userId="ea7e17c6-715c-40d9-8261-37f47b5b9a01" providerId="ADAL" clId="{6066094D-7100-41AC-AA34-2CA64AA22464}" dt="2019-10-15T22:35:36.440" v="6687"/>
        <pc:sldMkLst>
          <pc:docMk/>
          <pc:sldMk cId="0" sldId="258"/>
        </pc:sldMkLst>
        <pc:spChg chg="mod">
          <ac:chgData name="Thomas Sinclair" userId="ea7e17c6-715c-40d9-8261-37f47b5b9a01" providerId="ADAL" clId="{6066094D-7100-41AC-AA34-2CA64AA22464}" dt="2019-10-03T02:18:18.525" v="5049" actId="20577"/>
          <ac:spMkLst>
            <pc:docMk/>
            <pc:sldMk cId="0" sldId="258"/>
            <ac:spMk id="219" creationId="{00000000-0000-0000-0000-000000000000}"/>
          </ac:spMkLst>
        </pc:spChg>
        <pc:spChg chg="mod">
          <ac:chgData name="Thomas Sinclair" userId="ea7e17c6-715c-40d9-8261-37f47b5b9a01" providerId="ADAL" clId="{6066094D-7100-41AC-AA34-2CA64AA22464}" dt="2019-10-03T02:13:29.431" v="5016" actId="1076"/>
          <ac:spMkLst>
            <pc:docMk/>
            <pc:sldMk cId="0" sldId="258"/>
            <ac:spMk id="221" creationId="{00000000-0000-0000-0000-000000000000}"/>
          </ac:spMkLst>
        </pc:spChg>
        <pc:picChg chg="add del mod modCrop">
          <ac:chgData name="Thomas Sinclair" userId="ea7e17c6-715c-40d9-8261-37f47b5b9a01" providerId="ADAL" clId="{6066094D-7100-41AC-AA34-2CA64AA22464}" dt="2019-10-03T02:09:07.190" v="4978" actId="478"/>
          <ac:picMkLst>
            <pc:docMk/>
            <pc:sldMk cId="0" sldId="258"/>
            <ac:picMk id="3" creationId="{FF35F79D-9F78-4F76-A6D3-88D53B08AC4F}"/>
          </ac:picMkLst>
        </pc:picChg>
        <pc:picChg chg="add mod modCrop">
          <ac:chgData name="Thomas Sinclair" userId="ea7e17c6-715c-40d9-8261-37f47b5b9a01" providerId="ADAL" clId="{6066094D-7100-41AC-AA34-2CA64AA22464}" dt="2019-10-03T02:13:29.431" v="5016" actId="1076"/>
          <ac:picMkLst>
            <pc:docMk/>
            <pc:sldMk cId="0" sldId="258"/>
            <ac:picMk id="5" creationId="{0BB73D57-C937-4BF1-8DBB-DCEFA67EBF30}"/>
          </ac:picMkLst>
        </pc:picChg>
        <pc:picChg chg="add mod modCrop">
          <ac:chgData name="Thomas Sinclair" userId="ea7e17c6-715c-40d9-8261-37f47b5b9a01" providerId="ADAL" clId="{6066094D-7100-41AC-AA34-2CA64AA22464}" dt="2019-10-03T02:13:29.431" v="5016" actId="1076"/>
          <ac:picMkLst>
            <pc:docMk/>
            <pc:sldMk cId="0" sldId="258"/>
            <ac:picMk id="6" creationId="{40511F91-2047-4DEC-A7DC-D63DD5E434C4}"/>
          </ac:picMkLst>
        </pc:picChg>
        <pc:picChg chg="del">
          <ac:chgData name="Thomas Sinclair" userId="ea7e17c6-715c-40d9-8261-37f47b5b9a01" providerId="ADAL" clId="{6066094D-7100-41AC-AA34-2CA64AA22464}" dt="2019-10-02T05:50:38.176" v="971" actId="478"/>
          <ac:picMkLst>
            <pc:docMk/>
            <pc:sldMk cId="0" sldId="258"/>
            <ac:picMk id="220" creationId="{00000000-0000-0000-0000-000000000000}"/>
          </ac:picMkLst>
        </pc:picChg>
      </pc:sldChg>
      <pc:sldChg chg="modSp addCm">
        <pc:chgData name="Thomas Sinclair" userId="ea7e17c6-715c-40d9-8261-37f47b5b9a01" providerId="ADAL" clId="{6066094D-7100-41AC-AA34-2CA64AA22464}" dt="2019-10-15T22:19:22.332" v="6554"/>
        <pc:sldMkLst>
          <pc:docMk/>
          <pc:sldMk cId="0" sldId="261"/>
        </pc:sldMkLst>
        <pc:spChg chg="mod">
          <ac:chgData name="Thomas Sinclair" userId="ea7e17c6-715c-40d9-8261-37f47b5b9a01" providerId="ADAL" clId="{6066094D-7100-41AC-AA34-2CA64AA22464}" dt="2019-10-03T01:59:41.365" v="4917" actId="20577"/>
          <ac:spMkLst>
            <pc:docMk/>
            <pc:sldMk cId="0" sldId="261"/>
            <ac:spMk id="239" creationId="{00000000-0000-0000-0000-000000000000}"/>
          </ac:spMkLst>
        </pc:spChg>
        <pc:graphicFrameChg chg="mod modGraphic">
          <ac:chgData name="Thomas Sinclair" userId="ea7e17c6-715c-40d9-8261-37f47b5b9a01" providerId="ADAL" clId="{6066094D-7100-41AC-AA34-2CA64AA22464}" dt="2019-10-15T22:19:14.653" v="6553" actId="20577"/>
          <ac:graphicFrameMkLst>
            <pc:docMk/>
            <pc:sldMk cId="0" sldId="261"/>
            <ac:graphicFrameMk id="240" creationId="{00000000-0000-0000-0000-000000000000}"/>
          </ac:graphicFrameMkLst>
        </pc:graphicFrameChg>
      </pc:sldChg>
      <pc:sldChg chg="modSp">
        <pc:chgData name="Thomas Sinclair" userId="ea7e17c6-715c-40d9-8261-37f47b5b9a01" providerId="ADAL" clId="{6066094D-7100-41AC-AA34-2CA64AA22464}" dt="2019-10-15T22:32:10.274" v="6686" actId="20577"/>
        <pc:sldMkLst>
          <pc:docMk/>
          <pc:sldMk cId="0" sldId="264"/>
        </pc:sldMkLst>
        <pc:spChg chg="mod">
          <ac:chgData name="Thomas Sinclair" userId="ea7e17c6-715c-40d9-8261-37f47b5b9a01" providerId="ADAL" clId="{6066094D-7100-41AC-AA34-2CA64AA22464}" dt="2019-10-15T22:32:10.274" v="6686" actId="20577"/>
          <ac:spMkLst>
            <pc:docMk/>
            <pc:sldMk cId="0" sldId="264"/>
            <ac:spMk id="261" creationId="{00000000-0000-0000-0000-000000000000}"/>
          </ac:spMkLst>
        </pc:spChg>
        <pc:picChg chg="mod">
          <ac:chgData name="Thomas Sinclair" userId="ea7e17c6-715c-40d9-8261-37f47b5b9a01" providerId="ADAL" clId="{6066094D-7100-41AC-AA34-2CA64AA22464}" dt="2019-10-03T01:36:37.154" v="4393" actId="692"/>
          <ac:picMkLst>
            <pc:docMk/>
            <pc:sldMk cId="0" sldId="264"/>
            <ac:picMk id="260" creationId="{00000000-0000-0000-0000-000000000000}"/>
          </ac:picMkLst>
        </pc:picChg>
      </pc:sldChg>
      <pc:sldChg chg="addSp delSp modSp">
        <pc:chgData name="Thomas Sinclair" userId="ea7e17c6-715c-40d9-8261-37f47b5b9a01" providerId="ADAL" clId="{6066094D-7100-41AC-AA34-2CA64AA22464}" dt="2019-10-16T01:22:15.709" v="7114" actId="164"/>
        <pc:sldMkLst>
          <pc:docMk/>
          <pc:sldMk cId="0" sldId="265"/>
        </pc:sldMkLst>
        <pc:spChg chg="mod topLvl">
          <ac:chgData name="Thomas Sinclair" userId="ea7e17c6-715c-40d9-8261-37f47b5b9a01" providerId="ADAL" clId="{6066094D-7100-41AC-AA34-2CA64AA22464}" dt="2019-10-16T01:22:15.709" v="7114" actId="164"/>
          <ac:spMkLst>
            <pc:docMk/>
            <pc:sldMk cId="0" sldId="265"/>
            <ac:spMk id="11" creationId="{1BC25DC1-1966-4E5D-90BE-872694C8DA16}"/>
          </ac:spMkLst>
        </pc:spChg>
        <pc:spChg chg="mod">
          <ac:chgData name="Thomas Sinclair" userId="ea7e17c6-715c-40d9-8261-37f47b5b9a01" providerId="ADAL" clId="{6066094D-7100-41AC-AA34-2CA64AA22464}" dt="2019-10-03T01:41:29.499" v="4466" actId="14100"/>
          <ac:spMkLst>
            <pc:docMk/>
            <pc:sldMk cId="0" sldId="265"/>
            <ac:spMk id="270" creationId="{00000000-0000-0000-0000-000000000000}"/>
          </ac:spMkLst>
        </pc:spChg>
        <pc:spChg chg="mod">
          <ac:chgData name="Thomas Sinclair" userId="ea7e17c6-715c-40d9-8261-37f47b5b9a01" providerId="ADAL" clId="{6066094D-7100-41AC-AA34-2CA64AA22464}" dt="2019-10-03T00:20:46.836" v="2880" actId="1036"/>
          <ac:spMkLst>
            <pc:docMk/>
            <pc:sldMk cId="0" sldId="265"/>
            <ac:spMk id="271" creationId="{00000000-0000-0000-0000-000000000000}"/>
          </ac:spMkLst>
        </pc:spChg>
        <pc:spChg chg="del mod">
          <ac:chgData name="Thomas Sinclair" userId="ea7e17c6-715c-40d9-8261-37f47b5b9a01" providerId="ADAL" clId="{6066094D-7100-41AC-AA34-2CA64AA22464}" dt="2019-10-03T00:18:37.259" v="2821" actId="478"/>
          <ac:spMkLst>
            <pc:docMk/>
            <pc:sldMk cId="0" sldId="265"/>
            <ac:spMk id="272" creationId="{00000000-0000-0000-0000-000000000000}"/>
          </ac:spMkLst>
        </pc:spChg>
        <pc:grpChg chg="del mod">
          <ac:chgData name="Thomas Sinclair" userId="ea7e17c6-715c-40d9-8261-37f47b5b9a01" providerId="ADAL" clId="{6066094D-7100-41AC-AA34-2CA64AA22464}" dt="2019-10-16T00:36:23.866" v="7030" actId="478"/>
          <ac:grpSpMkLst>
            <pc:docMk/>
            <pc:sldMk cId="0" sldId="265"/>
            <ac:grpSpMk id="2" creationId="{D7B2D68D-342C-4161-AD78-02C6068DD318}"/>
          </ac:grpSpMkLst>
        </pc:grpChg>
        <pc:grpChg chg="add del mod">
          <ac:chgData name="Thomas Sinclair" userId="ea7e17c6-715c-40d9-8261-37f47b5b9a01" providerId="ADAL" clId="{6066094D-7100-41AC-AA34-2CA64AA22464}" dt="2019-10-16T01:21:34.032" v="7107" actId="165"/>
          <ac:grpSpMkLst>
            <pc:docMk/>
            <pc:sldMk cId="0" sldId="265"/>
            <ac:grpSpMk id="5" creationId="{9E59B8E6-ED95-4112-89DD-8F79C8E1E300}"/>
          </ac:grpSpMkLst>
        </pc:grpChg>
        <pc:grpChg chg="add mod">
          <ac:chgData name="Thomas Sinclair" userId="ea7e17c6-715c-40d9-8261-37f47b5b9a01" providerId="ADAL" clId="{6066094D-7100-41AC-AA34-2CA64AA22464}" dt="2019-10-16T01:22:15.709" v="7114" actId="164"/>
          <ac:grpSpMkLst>
            <pc:docMk/>
            <pc:sldMk cId="0" sldId="265"/>
            <ac:grpSpMk id="6" creationId="{D082FE1F-3D33-4B97-8930-96B3573B7675}"/>
          </ac:grpSpMkLst>
        </pc:grpChg>
        <pc:picChg chg="add mod topLvl modCrop">
          <ac:chgData name="Thomas Sinclair" userId="ea7e17c6-715c-40d9-8261-37f47b5b9a01" providerId="ADAL" clId="{6066094D-7100-41AC-AA34-2CA64AA22464}" dt="2019-10-16T01:22:15.709" v="7114" actId="164"/>
          <ac:picMkLst>
            <pc:docMk/>
            <pc:sldMk cId="0" sldId="265"/>
            <ac:picMk id="4" creationId="{D9D6FC13-EDE5-46DA-AA32-5FF8B12AEB58}"/>
          </ac:picMkLst>
        </pc:picChg>
        <pc:picChg chg="mod">
          <ac:chgData name="Thomas Sinclair" userId="ea7e17c6-715c-40d9-8261-37f47b5b9a01" providerId="ADAL" clId="{6066094D-7100-41AC-AA34-2CA64AA22464}" dt="2019-10-03T01:35:53.525" v="4391" actId="692"/>
          <ac:picMkLst>
            <pc:docMk/>
            <pc:sldMk cId="0" sldId="265"/>
            <ac:picMk id="266" creationId="{00000000-0000-0000-0000-000000000000}"/>
          </ac:picMkLst>
        </pc:picChg>
        <pc:picChg chg="mod">
          <ac:chgData name="Thomas Sinclair" userId="ea7e17c6-715c-40d9-8261-37f47b5b9a01" providerId="ADAL" clId="{6066094D-7100-41AC-AA34-2CA64AA22464}" dt="2019-10-15T23:22:41.260" v="6973" actId="1076"/>
          <ac:picMkLst>
            <pc:docMk/>
            <pc:sldMk cId="0" sldId="265"/>
            <ac:picMk id="267" creationId="{00000000-0000-0000-0000-000000000000}"/>
          </ac:picMkLst>
        </pc:picChg>
        <pc:picChg chg="del">
          <ac:chgData name="Thomas Sinclair" userId="ea7e17c6-715c-40d9-8261-37f47b5b9a01" providerId="ADAL" clId="{6066094D-7100-41AC-AA34-2CA64AA22464}" dt="2019-10-03T00:18:35.500" v="2819" actId="478"/>
          <ac:picMkLst>
            <pc:docMk/>
            <pc:sldMk cId="0" sldId="265"/>
            <ac:picMk id="268" creationId="{00000000-0000-0000-0000-000000000000}"/>
          </ac:picMkLst>
        </pc:picChg>
        <pc:picChg chg="del mod topLvl">
          <ac:chgData name="Thomas Sinclair" userId="ea7e17c6-715c-40d9-8261-37f47b5b9a01" providerId="ADAL" clId="{6066094D-7100-41AC-AA34-2CA64AA22464}" dt="2019-10-16T00:36:23.866" v="7030" actId="478"/>
          <ac:picMkLst>
            <pc:docMk/>
            <pc:sldMk cId="0" sldId="265"/>
            <ac:picMk id="274" creationId="{00000000-0000-0000-0000-000000000000}"/>
          </ac:picMkLst>
        </pc:picChg>
      </pc:sldChg>
      <pc:sldChg chg="addSp delSp modSp">
        <pc:chgData name="Thomas Sinclair" userId="ea7e17c6-715c-40d9-8261-37f47b5b9a01" providerId="ADAL" clId="{6066094D-7100-41AC-AA34-2CA64AA22464}" dt="2019-10-16T04:28:28.120" v="7138" actId="1076"/>
        <pc:sldMkLst>
          <pc:docMk/>
          <pc:sldMk cId="0" sldId="266"/>
        </pc:sldMkLst>
        <pc:spChg chg="mod ord topLvl">
          <ac:chgData name="Thomas Sinclair" userId="ea7e17c6-715c-40d9-8261-37f47b5b9a01" providerId="ADAL" clId="{6066094D-7100-41AC-AA34-2CA64AA22464}" dt="2019-10-16T04:28:21.006" v="7136" actId="164"/>
          <ac:spMkLst>
            <pc:docMk/>
            <pc:sldMk cId="0" sldId="266"/>
            <ac:spMk id="14" creationId="{7C963620-2E9B-4CFD-86DA-24FD553E167D}"/>
          </ac:spMkLst>
        </pc:spChg>
        <pc:spChg chg="add mod">
          <ac:chgData name="Thomas Sinclair" userId="ea7e17c6-715c-40d9-8261-37f47b5b9a01" providerId="ADAL" clId="{6066094D-7100-41AC-AA34-2CA64AA22464}" dt="2019-10-03T01:41:15.220" v="4462" actId="14100"/>
          <ac:spMkLst>
            <pc:docMk/>
            <pc:sldMk cId="0" sldId="266"/>
            <ac:spMk id="15" creationId="{780DCB49-15E0-47A1-BC82-A70748C9732F}"/>
          </ac:spMkLst>
        </pc:spChg>
        <pc:spChg chg="add mod">
          <ac:chgData name="Thomas Sinclair" userId="ea7e17c6-715c-40d9-8261-37f47b5b9a01" providerId="ADAL" clId="{6066094D-7100-41AC-AA34-2CA64AA22464}" dt="2019-10-03T01:41:21.306" v="4464" actId="14100"/>
          <ac:spMkLst>
            <pc:docMk/>
            <pc:sldMk cId="0" sldId="266"/>
            <ac:spMk id="16" creationId="{5697FA8A-C732-4E2F-A267-56CE708174D6}"/>
          </ac:spMkLst>
        </pc:spChg>
        <pc:spChg chg="del mod">
          <ac:chgData name="Thomas Sinclair" userId="ea7e17c6-715c-40d9-8261-37f47b5b9a01" providerId="ADAL" clId="{6066094D-7100-41AC-AA34-2CA64AA22464}" dt="2019-10-03T00:19:08.698" v="2829" actId="478"/>
          <ac:spMkLst>
            <pc:docMk/>
            <pc:sldMk cId="0" sldId="266"/>
            <ac:spMk id="283" creationId="{00000000-0000-0000-0000-000000000000}"/>
          </ac:spMkLst>
        </pc:spChg>
        <pc:spChg chg="del mod">
          <ac:chgData name="Thomas Sinclair" userId="ea7e17c6-715c-40d9-8261-37f47b5b9a01" providerId="ADAL" clId="{6066094D-7100-41AC-AA34-2CA64AA22464}" dt="2019-10-03T00:19:10.178" v="2830" actId="478"/>
          <ac:spMkLst>
            <pc:docMk/>
            <pc:sldMk cId="0" sldId="266"/>
            <ac:spMk id="284" creationId="{00000000-0000-0000-0000-000000000000}"/>
          </ac:spMkLst>
        </pc:spChg>
        <pc:spChg chg="del mod">
          <ac:chgData name="Thomas Sinclair" userId="ea7e17c6-715c-40d9-8261-37f47b5b9a01" providerId="ADAL" clId="{6066094D-7100-41AC-AA34-2CA64AA22464}" dt="2019-10-03T00:16:54.586" v="2774" actId="478"/>
          <ac:spMkLst>
            <pc:docMk/>
            <pc:sldMk cId="0" sldId="266"/>
            <ac:spMk id="285" creationId="{00000000-0000-0000-0000-000000000000}"/>
          </ac:spMkLst>
        </pc:spChg>
        <pc:spChg chg="mod">
          <ac:chgData name="Thomas Sinclair" userId="ea7e17c6-715c-40d9-8261-37f47b5b9a01" providerId="ADAL" clId="{6066094D-7100-41AC-AA34-2CA64AA22464}" dt="2019-10-15T22:31:16.319" v="6670" actId="20577"/>
          <ac:spMkLst>
            <pc:docMk/>
            <pc:sldMk cId="0" sldId="266"/>
            <ac:spMk id="286" creationId="{00000000-0000-0000-0000-000000000000}"/>
          </ac:spMkLst>
        </pc:spChg>
        <pc:grpChg chg="add del mod">
          <ac:chgData name="Thomas Sinclair" userId="ea7e17c6-715c-40d9-8261-37f47b5b9a01" providerId="ADAL" clId="{6066094D-7100-41AC-AA34-2CA64AA22464}" dt="2019-10-16T00:35:04.615" v="6981" actId="478"/>
          <ac:grpSpMkLst>
            <pc:docMk/>
            <pc:sldMk cId="0" sldId="266"/>
            <ac:grpSpMk id="2" creationId="{1F8FA61E-6C11-42A7-8EBB-55EB8EE8E845}"/>
          </ac:grpSpMkLst>
        </pc:grpChg>
        <pc:grpChg chg="add mod">
          <ac:chgData name="Thomas Sinclair" userId="ea7e17c6-715c-40d9-8261-37f47b5b9a01" providerId="ADAL" clId="{6066094D-7100-41AC-AA34-2CA64AA22464}" dt="2019-10-16T04:28:28.120" v="7138" actId="1076"/>
          <ac:grpSpMkLst>
            <pc:docMk/>
            <pc:sldMk cId="0" sldId="266"/>
            <ac:grpSpMk id="4" creationId="{B6CF16C9-3ED1-4720-A4E9-5798CD010F26}"/>
          </ac:grpSpMkLst>
        </pc:grpChg>
        <pc:grpChg chg="add del">
          <ac:chgData name="Thomas Sinclair" userId="ea7e17c6-715c-40d9-8261-37f47b5b9a01" providerId="ADAL" clId="{6066094D-7100-41AC-AA34-2CA64AA22464}" dt="2019-10-03T00:19:40.245" v="2864" actId="478"/>
          <ac:grpSpMkLst>
            <pc:docMk/>
            <pc:sldMk cId="0" sldId="266"/>
            <ac:grpSpMk id="17" creationId="{0FF80805-29EC-48F8-8ED1-C557330A37E5}"/>
          </ac:grpSpMkLst>
        </pc:grpChg>
        <pc:picChg chg="add mod ord modCrop">
          <ac:chgData name="Thomas Sinclair" userId="ea7e17c6-715c-40d9-8261-37f47b5b9a01" providerId="ADAL" clId="{6066094D-7100-41AC-AA34-2CA64AA22464}" dt="2019-10-16T04:28:21.006" v="7136" actId="164"/>
          <ac:picMkLst>
            <pc:docMk/>
            <pc:sldMk cId="0" sldId="266"/>
            <ac:picMk id="3" creationId="{B3C423FE-71F6-46F2-B2A0-4B785223B07B}"/>
          </ac:picMkLst>
        </pc:picChg>
        <pc:picChg chg="del mod ord topLvl modCrop">
          <ac:chgData name="Thomas Sinclair" userId="ea7e17c6-715c-40d9-8261-37f47b5b9a01" providerId="ADAL" clId="{6066094D-7100-41AC-AA34-2CA64AA22464}" dt="2019-10-16T00:35:04.615" v="6981" actId="478"/>
          <ac:picMkLst>
            <pc:docMk/>
            <pc:sldMk cId="0" sldId="266"/>
            <ac:picMk id="5" creationId="{BB5E34E6-7884-4B0C-8460-75556748F625}"/>
          </ac:picMkLst>
        </pc:picChg>
        <pc:picChg chg="add mod">
          <ac:chgData name="Thomas Sinclair" userId="ea7e17c6-715c-40d9-8261-37f47b5b9a01" providerId="ADAL" clId="{6066094D-7100-41AC-AA34-2CA64AA22464}" dt="2019-10-16T01:21:06.634" v="7106" actId="1076"/>
          <ac:picMkLst>
            <pc:docMk/>
            <pc:sldMk cId="0" sldId="266"/>
            <ac:picMk id="12" creationId="{373DB61D-7641-42BB-98FE-E930E01932C4}"/>
          </ac:picMkLst>
        </pc:picChg>
        <pc:picChg chg="add mod">
          <ac:chgData name="Thomas Sinclair" userId="ea7e17c6-715c-40d9-8261-37f47b5b9a01" providerId="ADAL" clId="{6066094D-7100-41AC-AA34-2CA64AA22464}" dt="2019-10-15T23:22:54.995" v="6976" actId="1076"/>
          <ac:picMkLst>
            <pc:docMk/>
            <pc:sldMk cId="0" sldId="266"/>
            <ac:picMk id="13" creationId="{A087DB27-C258-43D0-B32F-B0640C1D9D41}"/>
          </ac:picMkLst>
        </pc:picChg>
        <pc:picChg chg="del mod">
          <ac:chgData name="Thomas Sinclair" userId="ea7e17c6-715c-40d9-8261-37f47b5b9a01" providerId="ADAL" clId="{6066094D-7100-41AC-AA34-2CA64AA22464}" dt="2019-10-03T00:19:06.866" v="2827" actId="478"/>
          <ac:picMkLst>
            <pc:docMk/>
            <pc:sldMk cId="0" sldId="266"/>
            <ac:picMk id="279" creationId="{00000000-0000-0000-0000-000000000000}"/>
          </ac:picMkLst>
        </pc:picChg>
        <pc:picChg chg="del mod">
          <ac:chgData name="Thomas Sinclair" userId="ea7e17c6-715c-40d9-8261-37f47b5b9a01" providerId="ADAL" clId="{6066094D-7100-41AC-AA34-2CA64AA22464}" dt="2019-10-03T00:19:06.089" v="2826" actId="478"/>
          <ac:picMkLst>
            <pc:docMk/>
            <pc:sldMk cId="0" sldId="266"/>
            <ac:picMk id="280" creationId="{00000000-0000-0000-0000-000000000000}"/>
          </ac:picMkLst>
        </pc:picChg>
        <pc:picChg chg="del">
          <ac:chgData name="Thomas Sinclair" userId="ea7e17c6-715c-40d9-8261-37f47b5b9a01" providerId="ADAL" clId="{6066094D-7100-41AC-AA34-2CA64AA22464}" dt="2019-10-03T00:16:52.744" v="2772" actId="478"/>
          <ac:picMkLst>
            <pc:docMk/>
            <pc:sldMk cId="0" sldId="266"/>
            <ac:picMk id="281" creationId="{00000000-0000-0000-0000-000000000000}"/>
          </ac:picMkLst>
        </pc:picChg>
      </pc:sldChg>
      <pc:sldChg chg="modSp ord">
        <pc:chgData name="Thomas Sinclair" userId="ea7e17c6-715c-40d9-8261-37f47b5b9a01" providerId="ADAL" clId="{6066094D-7100-41AC-AA34-2CA64AA22464}" dt="2019-10-16T00:42:01.100" v="7036" actId="20577"/>
        <pc:sldMkLst>
          <pc:docMk/>
          <pc:sldMk cId="0" sldId="268"/>
        </pc:sldMkLst>
        <pc:spChg chg="mod">
          <ac:chgData name="Thomas Sinclair" userId="ea7e17c6-715c-40d9-8261-37f47b5b9a01" providerId="ADAL" clId="{6066094D-7100-41AC-AA34-2CA64AA22464}" dt="2019-10-02T04:01:20.949" v="780" actId="20577"/>
          <ac:spMkLst>
            <pc:docMk/>
            <pc:sldMk cId="0" sldId="268"/>
            <ac:spMk id="302" creationId="{00000000-0000-0000-0000-000000000000}"/>
          </ac:spMkLst>
        </pc:spChg>
        <pc:spChg chg="mod">
          <ac:chgData name="Thomas Sinclair" userId="ea7e17c6-715c-40d9-8261-37f47b5b9a01" providerId="ADAL" clId="{6066094D-7100-41AC-AA34-2CA64AA22464}" dt="2019-10-11T04:11:13.849" v="6376" actId="20577"/>
          <ac:spMkLst>
            <pc:docMk/>
            <pc:sldMk cId="0" sldId="268"/>
            <ac:spMk id="303" creationId="{00000000-0000-0000-0000-000000000000}"/>
          </ac:spMkLst>
        </pc:spChg>
        <pc:spChg chg="mod">
          <ac:chgData name="Thomas Sinclair" userId="ea7e17c6-715c-40d9-8261-37f47b5b9a01" providerId="ADAL" clId="{6066094D-7100-41AC-AA34-2CA64AA22464}" dt="2019-10-03T01:47:00.100" v="4538"/>
          <ac:spMkLst>
            <pc:docMk/>
            <pc:sldMk cId="0" sldId="268"/>
            <ac:spMk id="304" creationId="{00000000-0000-0000-0000-000000000000}"/>
          </ac:spMkLst>
        </pc:spChg>
        <pc:spChg chg="mod">
          <ac:chgData name="Thomas Sinclair" userId="ea7e17c6-715c-40d9-8261-37f47b5b9a01" providerId="ADAL" clId="{6066094D-7100-41AC-AA34-2CA64AA22464}" dt="2019-10-16T00:42:01.100" v="7036" actId="20577"/>
          <ac:spMkLst>
            <pc:docMk/>
            <pc:sldMk cId="0" sldId="268"/>
            <ac:spMk id="305" creationId="{00000000-0000-0000-0000-000000000000}"/>
          </ac:spMkLst>
        </pc:spChg>
        <pc:spChg chg="mod">
          <ac:chgData name="Thomas Sinclair" userId="ea7e17c6-715c-40d9-8261-37f47b5b9a01" providerId="ADAL" clId="{6066094D-7100-41AC-AA34-2CA64AA22464}" dt="2019-10-11T04:11:56.605" v="6384" actId="20577"/>
          <ac:spMkLst>
            <pc:docMk/>
            <pc:sldMk cId="0" sldId="268"/>
            <ac:spMk id="306" creationId="{00000000-0000-0000-0000-000000000000}"/>
          </ac:spMkLst>
        </pc:spChg>
        <pc:picChg chg="mod">
          <ac:chgData name="Thomas Sinclair" userId="ea7e17c6-715c-40d9-8261-37f47b5b9a01" providerId="ADAL" clId="{6066094D-7100-41AC-AA34-2CA64AA22464}" dt="2019-10-03T01:34:21.102" v="4374" actId="692"/>
          <ac:picMkLst>
            <pc:docMk/>
            <pc:sldMk cId="0" sldId="268"/>
            <ac:picMk id="299" creationId="{00000000-0000-0000-0000-000000000000}"/>
          </ac:picMkLst>
        </pc:picChg>
        <pc:picChg chg="mod">
          <ac:chgData name="Thomas Sinclair" userId="ea7e17c6-715c-40d9-8261-37f47b5b9a01" providerId="ADAL" clId="{6066094D-7100-41AC-AA34-2CA64AA22464}" dt="2019-10-03T01:34:21.102" v="4374" actId="692"/>
          <ac:picMkLst>
            <pc:docMk/>
            <pc:sldMk cId="0" sldId="268"/>
            <ac:picMk id="300" creationId="{00000000-0000-0000-0000-000000000000}"/>
          </ac:picMkLst>
        </pc:picChg>
        <pc:picChg chg="mod">
          <ac:chgData name="Thomas Sinclair" userId="ea7e17c6-715c-40d9-8261-37f47b5b9a01" providerId="ADAL" clId="{6066094D-7100-41AC-AA34-2CA64AA22464}" dt="2019-10-03T01:34:21.102" v="4374" actId="692"/>
          <ac:picMkLst>
            <pc:docMk/>
            <pc:sldMk cId="0" sldId="268"/>
            <ac:picMk id="301" creationId="{00000000-0000-0000-0000-000000000000}"/>
          </ac:picMkLst>
        </pc:picChg>
      </pc:sldChg>
      <pc:sldChg chg="addSp delSp modSp ord">
        <pc:chgData name="Thomas Sinclair" userId="ea7e17c6-715c-40d9-8261-37f47b5b9a01" providerId="ADAL" clId="{6066094D-7100-41AC-AA34-2CA64AA22464}" dt="2019-10-15T22:29:09.779" v="6633" actId="20577"/>
        <pc:sldMkLst>
          <pc:docMk/>
          <pc:sldMk cId="0" sldId="273"/>
        </pc:sldMkLst>
        <pc:spChg chg="add del mod">
          <ac:chgData name="Thomas Sinclair" userId="ea7e17c6-715c-40d9-8261-37f47b5b9a01" providerId="ADAL" clId="{6066094D-7100-41AC-AA34-2CA64AA22464}" dt="2019-10-02T03:48:10.788" v="592"/>
          <ac:spMkLst>
            <pc:docMk/>
            <pc:sldMk cId="0" sldId="273"/>
            <ac:spMk id="15" creationId="{ACA0E6A1-9199-428D-962B-A70BEF40E63F}"/>
          </ac:spMkLst>
        </pc:spChg>
        <pc:spChg chg="mod">
          <ac:chgData name="Thomas Sinclair" userId="ea7e17c6-715c-40d9-8261-37f47b5b9a01" providerId="ADAL" clId="{6066094D-7100-41AC-AA34-2CA64AA22464}" dt="2019-10-02T03:52:12.750" v="642" actId="20577"/>
          <ac:spMkLst>
            <pc:docMk/>
            <pc:sldMk cId="0" sldId="273"/>
            <ac:spMk id="352" creationId="{00000000-0000-0000-0000-000000000000}"/>
          </ac:spMkLst>
        </pc:spChg>
        <pc:spChg chg="mod">
          <ac:chgData name="Thomas Sinclair" userId="ea7e17c6-715c-40d9-8261-37f47b5b9a01" providerId="ADAL" clId="{6066094D-7100-41AC-AA34-2CA64AA22464}" dt="2019-10-03T01:39:07.649" v="4432" actId="14100"/>
          <ac:spMkLst>
            <pc:docMk/>
            <pc:sldMk cId="0" sldId="273"/>
            <ac:spMk id="354" creationId="{00000000-0000-0000-0000-000000000000}"/>
          </ac:spMkLst>
        </pc:spChg>
        <pc:spChg chg="mod">
          <ac:chgData name="Thomas Sinclair" userId="ea7e17c6-715c-40d9-8261-37f47b5b9a01" providerId="ADAL" clId="{6066094D-7100-41AC-AA34-2CA64AA22464}" dt="2019-10-03T01:39:22.568" v="4436" actId="14100"/>
          <ac:spMkLst>
            <pc:docMk/>
            <pc:sldMk cId="0" sldId="273"/>
            <ac:spMk id="356" creationId="{00000000-0000-0000-0000-000000000000}"/>
          </ac:spMkLst>
        </pc:spChg>
        <pc:spChg chg="mod">
          <ac:chgData name="Thomas Sinclair" userId="ea7e17c6-715c-40d9-8261-37f47b5b9a01" providerId="ADAL" clId="{6066094D-7100-41AC-AA34-2CA64AA22464}" dt="2019-10-03T01:39:11.882" v="4434" actId="14100"/>
          <ac:spMkLst>
            <pc:docMk/>
            <pc:sldMk cId="0" sldId="273"/>
            <ac:spMk id="357" creationId="{00000000-0000-0000-0000-000000000000}"/>
          </ac:spMkLst>
        </pc:spChg>
        <pc:spChg chg="mod">
          <ac:chgData name="Thomas Sinclair" userId="ea7e17c6-715c-40d9-8261-37f47b5b9a01" providerId="ADAL" clId="{6066094D-7100-41AC-AA34-2CA64AA22464}" dt="2019-10-11T04:19:00.626" v="6494" actId="20577"/>
          <ac:spMkLst>
            <pc:docMk/>
            <pc:sldMk cId="0" sldId="273"/>
            <ac:spMk id="358" creationId="{00000000-0000-0000-0000-000000000000}"/>
          </ac:spMkLst>
        </pc:spChg>
        <pc:spChg chg="mod">
          <ac:chgData name="Thomas Sinclair" userId="ea7e17c6-715c-40d9-8261-37f47b5b9a01" providerId="ADAL" clId="{6066094D-7100-41AC-AA34-2CA64AA22464}" dt="2019-10-03T01:39:26.130" v="4438" actId="14100"/>
          <ac:spMkLst>
            <pc:docMk/>
            <pc:sldMk cId="0" sldId="273"/>
            <ac:spMk id="362" creationId="{00000000-0000-0000-0000-000000000000}"/>
          </ac:spMkLst>
        </pc:spChg>
        <pc:spChg chg="mod">
          <ac:chgData name="Thomas Sinclair" userId="ea7e17c6-715c-40d9-8261-37f47b5b9a01" providerId="ADAL" clId="{6066094D-7100-41AC-AA34-2CA64AA22464}" dt="2019-10-15T22:29:09.779" v="6633" actId="20577"/>
          <ac:spMkLst>
            <pc:docMk/>
            <pc:sldMk cId="0" sldId="273"/>
            <ac:spMk id="363" creationId="{00000000-0000-0000-0000-000000000000}"/>
          </ac:spMkLst>
        </pc:spChg>
        <pc:picChg chg="add del mod">
          <ac:chgData name="Thomas Sinclair" userId="ea7e17c6-715c-40d9-8261-37f47b5b9a01" providerId="ADAL" clId="{6066094D-7100-41AC-AA34-2CA64AA22464}" dt="2019-10-02T03:48:10.788" v="592"/>
          <ac:picMkLst>
            <pc:docMk/>
            <pc:sldMk cId="0" sldId="273"/>
            <ac:picMk id="16" creationId="{A9FA5561-7044-4800-A6E1-EA9E13B800E9}"/>
          </ac:picMkLst>
        </pc:picChg>
        <pc:picChg chg="mod">
          <ac:chgData name="Thomas Sinclair" userId="ea7e17c6-715c-40d9-8261-37f47b5b9a01" providerId="ADAL" clId="{6066094D-7100-41AC-AA34-2CA64AA22464}" dt="2019-10-03T01:34:08.039" v="4372" actId="692"/>
          <ac:picMkLst>
            <pc:docMk/>
            <pc:sldMk cId="0" sldId="273"/>
            <ac:picMk id="353" creationId="{00000000-0000-0000-0000-000000000000}"/>
          </ac:picMkLst>
        </pc:picChg>
        <pc:picChg chg="mod">
          <ac:chgData name="Thomas Sinclair" userId="ea7e17c6-715c-40d9-8261-37f47b5b9a01" providerId="ADAL" clId="{6066094D-7100-41AC-AA34-2CA64AA22464}" dt="2019-10-03T01:34:08.039" v="4372" actId="692"/>
          <ac:picMkLst>
            <pc:docMk/>
            <pc:sldMk cId="0" sldId="273"/>
            <ac:picMk id="355" creationId="{00000000-0000-0000-0000-000000000000}"/>
          </ac:picMkLst>
        </pc:picChg>
        <pc:picChg chg="mod">
          <ac:chgData name="Thomas Sinclair" userId="ea7e17c6-715c-40d9-8261-37f47b5b9a01" providerId="ADAL" clId="{6066094D-7100-41AC-AA34-2CA64AA22464}" dt="2019-10-03T01:34:08.039" v="4372" actId="692"/>
          <ac:picMkLst>
            <pc:docMk/>
            <pc:sldMk cId="0" sldId="273"/>
            <ac:picMk id="359" creationId="{00000000-0000-0000-0000-000000000000}"/>
          </ac:picMkLst>
        </pc:picChg>
        <pc:picChg chg="mod">
          <ac:chgData name="Thomas Sinclair" userId="ea7e17c6-715c-40d9-8261-37f47b5b9a01" providerId="ADAL" clId="{6066094D-7100-41AC-AA34-2CA64AA22464}" dt="2019-10-03T01:34:08.039" v="4372" actId="692"/>
          <ac:picMkLst>
            <pc:docMk/>
            <pc:sldMk cId="0" sldId="273"/>
            <ac:picMk id="360" creationId="{00000000-0000-0000-0000-000000000000}"/>
          </ac:picMkLst>
        </pc:picChg>
        <pc:picChg chg="mod">
          <ac:chgData name="Thomas Sinclair" userId="ea7e17c6-715c-40d9-8261-37f47b5b9a01" providerId="ADAL" clId="{6066094D-7100-41AC-AA34-2CA64AA22464}" dt="2019-10-03T01:34:08.039" v="4372" actId="692"/>
          <ac:picMkLst>
            <pc:docMk/>
            <pc:sldMk cId="0" sldId="273"/>
            <ac:picMk id="361" creationId="{00000000-0000-0000-0000-000000000000}"/>
          </ac:picMkLst>
        </pc:picChg>
      </pc:sldChg>
      <pc:sldChg chg="modSp addCm delCm modCm">
        <pc:chgData name="Thomas Sinclair" userId="ea7e17c6-715c-40d9-8261-37f47b5b9a01" providerId="ADAL" clId="{6066094D-7100-41AC-AA34-2CA64AA22464}" dt="2019-10-16T00:53:53.863" v="7097"/>
        <pc:sldMkLst>
          <pc:docMk/>
          <pc:sldMk cId="0" sldId="277"/>
        </pc:sldMkLst>
        <pc:spChg chg="mod">
          <ac:chgData name="Thomas Sinclair" userId="ea7e17c6-715c-40d9-8261-37f47b5b9a01" providerId="ADAL" clId="{6066094D-7100-41AC-AA34-2CA64AA22464}" dt="2019-10-16T00:50:19.222" v="7095" actId="20577"/>
          <ac:spMkLst>
            <pc:docMk/>
            <pc:sldMk cId="0" sldId="277"/>
            <ac:spMk id="413" creationId="{00000000-0000-0000-0000-000000000000}"/>
          </ac:spMkLst>
        </pc:spChg>
      </pc:sldChg>
      <pc:sldChg chg="modSp">
        <pc:chgData name="Thomas Sinclair" userId="ea7e17c6-715c-40d9-8261-37f47b5b9a01" providerId="ADAL" clId="{6066094D-7100-41AC-AA34-2CA64AA22464}" dt="2019-10-15T22:37:16.025" v="6711" actId="207"/>
        <pc:sldMkLst>
          <pc:docMk/>
          <pc:sldMk cId="0" sldId="278"/>
        </pc:sldMkLst>
        <pc:spChg chg="mod">
          <ac:chgData name="Thomas Sinclair" userId="ea7e17c6-715c-40d9-8261-37f47b5b9a01" providerId="ADAL" clId="{6066094D-7100-41AC-AA34-2CA64AA22464}" dt="2019-10-15T22:37:16.025" v="6711" actId="207"/>
          <ac:spMkLst>
            <pc:docMk/>
            <pc:sldMk cId="0" sldId="278"/>
            <ac:spMk id="420" creationId="{00000000-0000-0000-0000-000000000000}"/>
          </ac:spMkLst>
        </pc:spChg>
        <pc:spChg chg="mod">
          <ac:chgData name="Thomas Sinclair" userId="ea7e17c6-715c-40d9-8261-37f47b5b9a01" providerId="ADAL" clId="{6066094D-7100-41AC-AA34-2CA64AA22464}" dt="2019-10-03T02:22:30.939" v="5113" actId="692"/>
          <ac:spMkLst>
            <pc:docMk/>
            <pc:sldMk cId="0" sldId="278"/>
            <ac:spMk id="421" creationId="{00000000-0000-0000-0000-000000000000}"/>
          </ac:spMkLst>
        </pc:spChg>
        <pc:spChg chg="mod">
          <ac:chgData name="Thomas Sinclair" userId="ea7e17c6-715c-40d9-8261-37f47b5b9a01" providerId="ADAL" clId="{6066094D-7100-41AC-AA34-2CA64AA22464}" dt="2019-10-03T02:22:30.939" v="5113" actId="692"/>
          <ac:spMkLst>
            <pc:docMk/>
            <pc:sldMk cId="0" sldId="278"/>
            <ac:spMk id="422" creationId="{00000000-0000-0000-0000-000000000000}"/>
          </ac:spMkLst>
        </pc:spChg>
        <pc:spChg chg="mod">
          <ac:chgData name="Thomas Sinclair" userId="ea7e17c6-715c-40d9-8261-37f47b5b9a01" providerId="ADAL" clId="{6066094D-7100-41AC-AA34-2CA64AA22464}" dt="2019-10-03T02:22:30.939" v="5113" actId="692"/>
          <ac:spMkLst>
            <pc:docMk/>
            <pc:sldMk cId="0" sldId="278"/>
            <ac:spMk id="423" creationId="{00000000-0000-0000-0000-000000000000}"/>
          </ac:spMkLst>
        </pc:spChg>
        <pc:spChg chg="mod">
          <ac:chgData name="Thomas Sinclair" userId="ea7e17c6-715c-40d9-8261-37f47b5b9a01" providerId="ADAL" clId="{6066094D-7100-41AC-AA34-2CA64AA22464}" dt="2019-10-03T02:22:30.939" v="5113" actId="692"/>
          <ac:spMkLst>
            <pc:docMk/>
            <pc:sldMk cId="0" sldId="278"/>
            <ac:spMk id="424" creationId="{00000000-0000-0000-0000-000000000000}"/>
          </ac:spMkLst>
        </pc:spChg>
      </pc:sldChg>
      <pc:sldChg chg="addSp delSp modSp">
        <pc:chgData name="Thomas Sinclair" userId="ea7e17c6-715c-40d9-8261-37f47b5b9a01" providerId="ADAL" clId="{6066094D-7100-41AC-AA34-2CA64AA22464}" dt="2019-10-15T22:25:06.049" v="6564" actId="478"/>
        <pc:sldMkLst>
          <pc:docMk/>
          <pc:sldMk cId="1068382997" sldId="279"/>
        </pc:sldMkLst>
        <pc:spChg chg="mod">
          <ac:chgData name="Thomas Sinclair" userId="ea7e17c6-715c-40d9-8261-37f47b5b9a01" providerId="ADAL" clId="{6066094D-7100-41AC-AA34-2CA64AA22464}" dt="2019-10-03T02:22:06.553" v="5111" actId="692"/>
          <ac:spMkLst>
            <pc:docMk/>
            <pc:sldMk cId="1068382997" sldId="279"/>
            <ac:spMk id="5" creationId="{EED6A5E4-658B-4FBA-8A42-9CB78417F345}"/>
          </ac:spMkLst>
        </pc:spChg>
        <pc:spChg chg="mod">
          <ac:chgData name="Thomas Sinclair" userId="ea7e17c6-715c-40d9-8261-37f47b5b9a01" providerId="ADAL" clId="{6066094D-7100-41AC-AA34-2CA64AA22464}" dt="2019-10-03T02:22:06.553" v="5111" actId="692"/>
          <ac:spMkLst>
            <pc:docMk/>
            <pc:sldMk cId="1068382997" sldId="279"/>
            <ac:spMk id="6" creationId="{F1D419E8-F26F-4BF7-A85B-45E7C97B3676}"/>
          </ac:spMkLst>
        </pc:spChg>
        <pc:spChg chg="mod">
          <ac:chgData name="Thomas Sinclair" userId="ea7e17c6-715c-40d9-8261-37f47b5b9a01" providerId="ADAL" clId="{6066094D-7100-41AC-AA34-2CA64AA22464}" dt="2019-10-03T02:22:06.553" v="5111" actId="692"/>
          <ac:spMkLst>
            <pc:docMk/>
            <pc:sldMk cId="1068382997" sldId="279"/>
            <ac:spMk id="7" creationId="{EE2122EE-E666-4D39-B521-F265625FD367}"/>
          </ac:spMkLst>
        </pc:spChg>
        <pc:graphicFrameChg chg="add del mod">
          <ac:chgData name="Thomas Sinclair" userId="ea7e17c6-715c-40d9-8261-37f47b5b9a01" providerId="ADAL" clId="{6066094D-7100-41AC-AA34-2CA64AA22464}" dt="2019-10-15T22:25:06.049" v="6564" actId="478"/>
          <ac:graphicFrameMkLst>
            <pc:docMk/>
            <pc:sldMk cId="1068382997" sldId="279"/>
            <ac:graphicFrameMk id="2" creationId="{452AEDC2-C60F-4A02-B506-81C39D3E0ACE}"/>
          </ac:graphicFrameMkLst>
        </pc:graphicFrameChg>
      </pc:sldChg>
      <pc:sldChg chg="modSp add">
        <pc:chgData name="Thomas Sinclair" userId="ea7e17c6-715c-40d9-8261-37f47b5b9a01" providerId="ADAL" clId="{6066094D-7100-41AC-AA34-2CA64AA22464}" dt="2019-10-16T00:42:06.425" v="7040" actId="20577"/>
        <pc:sldMkLst>
          <pc:docMk/>
          <pc:sldMk cId="223815541" sldId="280"/>
        </pc:sldMkLst>
        <pc:spChg chg="mod">
          <ac:chgData name="Thomas Sinclair" userId="ea7e17c6-715c-40d9-8261-37f47b5b9a01" providerId="ADAL" clId="{6066094D-7100-41AC-AA34-2CA64AA22464}" dt="2019-10-11T04:11:10.100" v="6375" actId="20577"/>
          <ac:spMkLst>
            <pc:docMk/>
            <pc:sldMk cId="223815541" sldId="280"/>
            <ac:spMk id="329" creationId="{00000000-0000-0000-0000-000000000000}"/>
          </ac:spMkLst>
        </pc:spChg>
        <pc:spChg chg="mod">
          <ac:chgData name="Thomas Sinclair" userId="ea7e17c6-715c-40d9-8261-37f47b5b9a01" providerId="ADAL" clId="{6066094D-7100-41AC-AA34-2CA64AA22464}" dt="2019-10-03T01:46:38.962" v="4523" actId="1076"/>
          <ac:spMkLst>
            <pc:docMk/>
            <pc:sldMk cId="223815541" sldId="280"/>
            <ac:spMk id="330" creationId="{00000000-0000-0000-0000-000000000000}"/>
          </ac:spMkLst>
        </pc:spChg>
        <pc:spChg chg="mod">
          <ac:chgData name="Thomas Sinclair" userId="ea7e17c6-715c-40d9-8261-37f47b5b9a01" providerId="ADAL" clId="{6066094D-7100-41AC-AA34-2CA64AA22464}" dt="2019-10-16T00:42:06.425" v="7040" actId="20577"/>
          <ac:spMkLst>
            <pc:docMk/>
            <pc:sldMk cId="223815541" sldId="280"/>
            <ac:spMk id="331" creationId="{00000000-0000-0000-0000-000000000000}"/>
          </ac:spMkLst>
        </pc:spChg>
        <pc:spChg chg="mod">
          <ac:chgData name="Thomas Sinclair" userId="ea7e17c6-715c-40d9-8261-37f47b5b9a01" providerId="ADAL" clId="{6066094D-7100-41AC-AA34-2CA64AA22464}" dt="2019-10-11T04:08:53.696" v="6339" actId="20577"/>
          <ac:spMkLst>
            <pc:docMk/>
            <pc:sldMk cId="223815541" sldId="280"/>
            <ac:spMk id="332" creationId="{00000000-0000-0000-0000-000000000000}"/>
          </ac:spMkLst>
        </pc:spChg>
        <pc:picChg chg="mod">
          <ac:chgData name="Thomas Sinclair" userId="ea7e17c6-715c-40d9-8261-37f47b5b9a01" providerId="ADAL" clId="{6066094D-7100-41AC-AA34-2CA64AA22464}" dt="2019-10-03T01:34:27.056" v="4376" actId="692"/>
          <ac:picMkLst>
            <pc:docMk/>
            <pc:sldMk cId="223815541" sldId="280"/>
            <ac:picMk id="325" creationId="{00000000-0000-0000-0000-000000000000}"/>
          </ac:picMkLst>
        </pc:picChg>
        <pc:picChg chg="mod">
          <ac:chgData name="Thomas Sinclair" userId="ea7e17c6-715c-40d9-8261-37f47b5b9a01" providerId="ADAL" clId="{6066094D-7100-41AC-AA34-2CA64AA22464}" dt="2019-10-03T01:34:27.056" v="4376" actId="692"/>
          <ac:picMkLst>
            <pc:docMk/>
            <pc:sldMk cId="223815541" sldId="280"/>
            <ac:picMk id="326" creationId="{00000000-0000-0000-0000-000000000000}"/>
          </ac:picMkLst>
        </pc:picChg>
        <pc:picChg chg="mod">
          <ac:chgData name="Thomas Sinclair" userId="ea7e17c6-715c-40d9-8261-37f47b5b9a01" providerId="ADAL" clId="{6066094D-7100-41AC-AA34-2CA64AA22464}" dt="2019-10-03T01:34:27.056" v="4376" actId="692"/>
          <ac:picMkLst>
            <pc:docMk/>
            <pc:sldMk cId="223815541" sldId="280"/>
            <ac:picMk id="327" creationId="{00000000-0000-0000-0000-000000000000}"/>
          </ac:picMkLst>
        </pc:picChg>
      </pc:sldChg>
      <pc:sldChg chg="delSp modSp add ord addCm modCm">
        <pc:chgData name="Thomas Sinclair" userId="ea7e17c6-715c-40d9-8261-37f47b5b9a01" providerId="ADAL" clId="{6066094D-7100-41AC-AA34-2CA64AA22464}" dt="2019-10-15T22:16:53.068" v="6540" actId="20577"/>
        <pc:sldMkLst>
          <pc:docMk/>
          <pc:sldMk cId="1977009700" sldId="281"/>
        </pc:sldMkLst>
        <pc:spChg chg="mod">
          <ac:chgData name="Thomas Sinclair" userId="ea7e17c6-715c-40d9-8261-37f47b5b9a01" providerId="ADAL" clId="{6066094D-7100-41AC-AA34-2CA64AA22464}" dt="2019-10-15T22:16:53.068" v="6540" actId="20577"/>
          <ac:spMkLst>
            <pc:docMk/>
            <pc:sldMk cId="1977009700" sldId="281"/>
            <ac:spMk id="16" creationId="{0FD8B14E-7CCF-42C8-9E9F-051852995464}"/>
          </ac:spMkLst>
        </pc:spChg>
        <pc:spChg chg="mod">
          <ac:chgData name="Thomas Sinclair" userId="ea7e17c6-715c-40d9-8261-37f47b5b9a01" providerId="ADAL" clId="{6066094D-7100-41AC-AA34-2CA64AA22464}" dt="2019-10-11T04:18:25.395" v="6480" actId="20577"/>
          <ac:spMkLst>
            <pc:docMk/>
            <pc:sldMk cId="1977009700" sldId="281"/>
            <ac:spMk id="17" creationId="{5AE9912C-98EA-4128-BAF0-91C8BAB6E99F}"/>
          </ac:spMkLst>
        </pc:spChg>
        <pc:spChg chg="mod">
          <ac:chgData name="Thomas Sinclair" userId="ea7e17c6-715c-40d9-8261-37f47b5b9a01" providerId="ADAL" clId="{6066094D-7100-41AC-AA34-2CA64AA22464}" dt="2019-10-03T02:22:19.106" v="5112" actId="692"/>
          <ac:spMkLst>
            <pc:docMk/>
            <pc:sldMk cId="1977009700" sldId="281"/>
            <ac:spMk id="19" creationId="{2EF7B2F8-2378-42F1-8952-DD9443D358FE}"/>
          </ac:spMkLst>
        </pc:spChg>
        <pc:spChg chg="del">
          <ac:chgData name="Thomas Sinclair" userId="ea7e17c6-715c-40d9-8261-37f47b5b9a01" providerId="ADAL" clId="{6066094D-7100-41AC-AA34-2CA64AA22464}" dt="2019-10-03T00:12:42.040" v="2738" actId="478"/>
          <ac:spMkLst>
            <pc:docMk/>
            <pc:sldMk cId="1977009700" sldId="281"/>
            <ac:spMk id="20" creationId="{2EA1FB72-C6D2-4F4E-91EE-26721F9A755E}"/>
          </ac:spMkLst>
        </pc:spChg>
        <pc:spChg chg="del">
          <ac:chgData name="Thomas Sinclair" userId="ea7e17c6-715c-40d9-8261-37f47b5b9a01" providerId="ADAL" clId="{6066094D-7100-41AC-AA34-2CA64AA22464}" dt="2019-10-03T00:12:40.529" v="2737" actId="478"/>
          <ac:spMkLst>
            <pc:docMk/>
            <pc:sldMk cId="1977009700" sldId="281"/>
            <ac:spMk id="21" creationId="{2E312A83-5E9D-4389-9504-2ADA1156B42A}"/>
          </ac:spMkLst>
        </pc:spChg>
        <pc:graphicFrameChg chg="del mod">
          <ac:chgData name="Thomas Sinclair" userId="ea7e17c6-715c-40d9-8261-37f47b5b9a01" providerId="ADAL" clId="{6066094D-7100-41AC-AA34-2CA64AA22464}" dt="2019-10-03T00:12:38.633" v="2736" actId="478"/>
          <ac:graphicFrameMkLst>
            <pc:docMk/>
            <pc:sldMk cId="1977009700" sldId="281"/>
            <ac:graphicFrameMk id="15" creationId="{A8006ECC-1C52-4E74-801B-E675685C0314}"/>
          </ac:graphicFrameMkLst>
        </pc:graphicFrameChg>
        <pc:graphicFrameChg chg="mod modGraphic">
          <ac:chgData name="Thomas Sinclair" userId="ea7e17c6-715c-40d9-8261-37f47b5b9a01" providerId="ADAL" clId="{6066094D-7100-41AC-AA34-2CA64AA22464}" dt="2019-10-03T01:01:50.402" v="3586"/>
          <ac:graphicFrameMkLst>
            <pc:docMk/>
            <pc:sldMk cId="1977009700" sldId="281"/>
            <ac:graphicFrameMk id="18" creationId="{3AE18A4C-3F4A-4EFD-ADDA-2EC5999EFF8A}"/>
          </ac:graphicFrameMkLst>
        </pc:graphicFrameChg>
      </pc:sldChg>
    </pc:docChg>
  </pc:docChgLst>
  <pc:docChgLst>
    <pc:chgData name="Stephen Honegger" userId="1b118b49-a315-49ab-ae75-6912d743057b" providerId="ADAL" clId="{3A6E6C22-84DE-490E-AB9F-2A8B637BF5F8}"/>
    <pc:docChg chg="undo custSel modSld">
      <pc:chgData name="Stephen Honegger" userId="1b118b49-a315-49ab-ae75-6912d743057b" providerId="ADAL" clId="{3A6E6C22-84DE-490E-AB9F-2A8B637BF5F8}" dt="2019-11-29T06:04:26.715" v="260" actId="6549"/>
      <pc:docMkLst>
        <pc:docMk/>
      </pc:docMkLst>
      <pc:sldChg chg="modSp">
        <pc:chgData name="Stephen Honegger" userId="1b118b49-a315-49ab-ae75-6912d743057b" providerId="ADAL" clId="{3A6E6C22-84DE-490E-AB9F-2A8B637BF5F8}" dt="2019-11-29T05:56:12.166" v="127" actId="20577"/>
        <pc:sldMkLst>
          <pc:docMk/>
          <pc:sldMk cId="0" sldId="263"/>
        </pc:sldMkLst>
        <pc:spChg chg="mod">
          <ac:chgData name="Stephen Honegger" userId="1b118b49-a315-49ab-ae75-6912d743057b" providerId="ADAL" clId="{3A6E6C22-84DE-490E-AB9F-2A8B637BF5F8}" dt="2019-11-29T05:56:12.166" v="127" actId="20577"/>
          <ac:spMkLst>
            <pc:docMk/>
            <pc:sldMk cId="0" sldId="263"/>
            <ac:spMk id="5" creationId="{DDED981F-4639-4D3D-A43E-0E3B87809D11}"/>
          </ac:spMkLst>
        </pc:spChg>
      </pc:sldChg>
      <pc:sldChg chg="modSp">
        <pc:chgData name="Stephen Honegger" userId="1b118b49-a315-49ab-ae75-6912d743057b" providerId="ADAL" clId="{3A6E6C22-84DE-490E-AB9F-2A8B637BF5F8}" dt="2019-11-29T06:04:26.715" v="260" actId="6549"/>
        <pc:sldMkLst>
          <pc:docMk/>
          <pc:sldMk cId="1977009700" sldId="281"/>
        </pc:sldMkLst>
        <pc:spChg chg="mod">
          <ac:chgData name="Stephen Honegger" userId="1b118b49-a315-49ab-ae75-6912d743057b" providerId="ADAL" clId="{3A6E6C22-84DE-490E-AB9F-2A8B637BF5F8}" dt="2019-11-29T06:04:26.715" v="260" actId="6549"/>
          <ac:spMkLst>
            <pc:docMk/>
            <pc:sldMk cId="1977009700" sldId="281"/>
            <ac:spMk id="13" creationId="{E618099A-FF93-469E-A66D-72C594B14B80}"/>
          </ac:spMkLst>
        </pc:spChg>
      </pc:sldChg>
    </pc:docChg>
  </pc:docChgLst>
  <pc:docChgLst>
    <pc:chgData name="Thomas Sinclair" userId="S::thomass@aie.edu.au::ea7e17c6-715c-40d9-8261-37f47b5b9a01" providerId="AD" clId="Web-{9EB095BD-91B2-6501-58A2-1CCCFB1FE4BA}"/>
    <pc:docChg chg="modSld">
      <pc:chgData name="Thomas Sinclair" userId="S::thomass@aie.edu.au::ea7e17c6-715c-40d9-8261-37f47b5b9a01" providerId="AD" clId="Web-{9EB095BD-91B2-6501-58A2-1CCCFB1FE4BA}" dt="2020-01-06T00:08:14.192" v="3"/>
      <pc:docMkLst>
        <pc:docMk/>
      </pc:docMkLst>
      <pc:sldChg chg="modSp">
        <pc:chgData name="Thomas Sinclair" userId="S::thomass@aie.edu.au::ea7e17c6-715c-40d9-8261-37f47b5b9a01" providerId="AD" clId="Web-{9EB095BD-91B2-6501-58A2-1CCCFB1FE4BA}" dt="2020-01-06T00:08:14.192" v="3"/>
        <pc:sldMkLst>
          <pc:docMk/>
          <pc:sldMk cId="0" sldId="262"/>
        </pc:sldMkLst>
        <pc:graphicFrameChg chg="mod modGraphic">
          <ac:chgData name="Thomas Sinclair" userId="S::thomass@aie.edu.au::ea7e17c6-715c-40d9-8261-37f47b5b9a01" providerId="AD" clId="Web-{9EB095BD-91B2-6501-58A2-1CCCFB1FE4BA}" dt="2020-01-06T00:08:14.192" v="3"/>
          <ac:graphicFrameMkLst>
            <pc:docMk/>
            <pc:sldMk cId="0" sldId="262"/>
            <ac:graphicFrameMk id="246" creationId="{00000000-0000-0000-0000-000000000000}"/>
          </ac:graphicFrameMkLst>
        </pc:graphicFrameChg>
      </pc:sldChg>
    </pc:docChg>
  </pc:docChgLst>
  <pc:docChgLst>
    <pc:chgData name="Thomas Sinclair" userId="S::thomass@aie.edu.au::ea7e17c6-715c-40d9-8261-37f47b5b9a01" providerId="AD" clId="Web-{DC693517-5B91-4F28-F328-FC4897FA6BB1}"/>
    <pc:docChg chg="modSld">
      <pc:chgData name="Thomas Sinclair" userId="S::thomass@aie.edu.au::ea7e17c6-715c-40d9-8261-37f47b5b9a01" providerId="AD" clId="Web-{DC693517-5B91-4F28-F328-FC4897FA6BB1}" dt="2021-11-11T03:54:51.288" v="45" actId="20577"/>
      <pc:docMkLst>
        <pc:docMk/>
      </pc:docMkLst>
      <pc:sldChg chg="modSp">
        <pc:chgData name="Thomas Sinclair" userId="S::thomass@aie.edu.au::ea7e17c6-715c-40d9-8261-37f47b5b9a01" providerId="AD" clId="Web-{DC693517-5B91-4F28-F328-FC4897FA6BB1}" dt="2021-11-11T03:54:18.162" v="35" actId="20577"/>
        <pc:sldMkLst>
          <pc:docMk/>
          <pc:sldMk cId="3595876546" sldId="316"/>
        </pc:sldMkLst>
        <pc:spChg chg="mod">
          <ac:chgData name="Thomas Sinclair" userId="S::thomass@aie.edu.au::ea7e17c6-715c-40d9-8261-37f47b5b9a01" providerId="AD" clId="Web-{DC693517-5B91-4F28-F328-FC4897FA6BB1}" dt="2021-11-11T01:30:36.699" v="15" actId="20577"/>
          <ac:spMkLst>
            <pc:docMk/>
            <pc:sldMk cId="3595876546" sldId="316"/>
            <ac:spMk id="3" creationId="{3A9CE3A8-498D-4D2A-A187-70F8A84BB52B}"/>
          </ac:spMkLst>
        </pc:spChg>
        <pc:spChg chg="mod">
          <ac:chgData name="Thomas Sinclair" userId="S::thomass@aie.edu.au::ea7e17c6-715c-40d9-8261-37f47b5b9a01" providerId="AD" clId="Web-{DC693517-5B91-4F28-F328-FC4897FA6BB1}" dt="2021-11-11T03:54:18.162" v="35" actId="20577"/>
          <ac:spMkLst>
            <pc:docMk/>
            <pc:sldMk cId="3595876546" sldId="316"/>
            <ac:spMk id="16" creationId="{0FD8B14E-7CCF-42C8-9E9F-051852995464}"/>
          </ac:spMkLst>
        </pc:spChg>
      </pc:sldChg>
      <pc:sldChg chg="delSp modSp">
        <pc:chgData name="Thomas Sinclair" userId="S::thomass@aie.edu.au::ea7e17c6-715c-40d9-8261-37f47b5b9a01" providerId="AD" clId="Web-{DC693517-5B91-4F28-F328-FC4897FA6BB1}" dt="2021-11-11T03:54:01.099" v="27" actId="20577"/>
        <pc:sldMkLst>
          <pc:docMk/>
          <pc:sldMk cId="3327116760" sldId="317"/>
        </pc:sldMkLst>
        <pc:spChg chg="del">
          <ac:chgData name="Thomas Sinclair" userId="S::thomass@aie.edu.au::ea7e17c6-715c-40d9-8261-37f47b5b9a01" providerId="AD" clId="Web-{DC693517-5B91-4F28-F328-FC4897FA6BB1}" dt="2021-11-11T00:27:34.875" v="1"/>
          <ac:spMkLst>
            <pc:docMk/>
            <pc:sldMk cId="3327116760" sldId="317"/>
            <ac:spMk id="3" creationId="{3A9CE3A8-498D-4D2A-A187-70F8A84BB52B}"/>
          </ac:spMkLst>
        </pc:spChg>
        <pc:spChg chg="mod">
          <ac:chgData name="Thomas Sinclair" userId="S::thomass@aie.edu.au::ea7e17c6-715c-40d9-8261-37f47b5b9a01" providerId="AD" clId="Web-{DC693517-5B91-4F28-F328-FC4897FA6BB1}" dt="2021-11-11T03:54:01.099" v="27" actId="20577"/>
          <ac:spMkLst>
            <pc:docMk/>
            <pc:sldMk cId="3327116760" sldId="317"/>
            <ac:spMk id="16" creationId="{0FD8B14E-7CCF-42C8-9E9F-051852995464}"/>
          </ac:spMkLst>
        </pc:spChg>
        <pc:graphicFrameChg chg="mod modGraphic">
          <ac:chgData name="Thomas Sinclair" userId="S::thomass@aie.edu.au::ea7e17c6-715c-40d9-8261-37f47b5b9a01" providerId="AD" clId="Web-{DC693517-5B91-4F28-F328-FC4897FA6BB1}" dt="2021-11-11T00:27:49.187" v="4"/>
          <ac:graphicFrameMkLst>
            <pc:docMk/>
            <pc:sldMk cId="3327116760" sldId="317"/>
            <ac:graphicFrameMk id="6" creationId="{A201BB1D-6503-42D7-B007-15DA72E0CA0B}"/>
          </ac:graphicFrameMkLst>
        </pc:graphicFrameChg>
        <pc:picChg chg="del">
          <ac:chgData name="Thomas Sinclair" userId="S::thomass@aie.edu.au::ea7e17c6-715c-40d9-8261-37f47b5b9a01" providerId="AD" clId="Web-{DC693517-5B91-4F28-F328-FC4897FA6BB1}" dt="2021-11-11T00:27:33.312" v="0"/>
          <ac:picMkLst>
            <pc:docMk/>
            <pc:sldMk cId="3327116760" sldId="317"/>
            <ac:picMk id="4" creationId="{B072E3A5-1AC5-491D-9517-85933674BD80}"/>
          </ac:picMkLst>
        </pc:picChg>
      </pc:sldChg>
      <pc:sldChg chg="modSp">
        <pc:chgData name="Thomas Sinclair" userId="S::thomass@aie.edu.au::ea7e17c6-715c-40d9-8261-37f47b5b9a01" providerId="AD" clId="Web-{DC693517-5B91-4F28-F328-FC4897FA6BB1}" dt="2021-11-11T03:54:51.288" v="45" actId="20577"/>
        <pc:sldMkLst>
          <pc:docMk/>
          <pc:sldMk cId="114908517" sldId="318"/>
        </pc:sldMkLst>
        <pc:spChg chg="mod">
          <ac:chgData name="Thomas Sinclair" userId="S::thomass@aie.edu.au::ea7e17c6-715c-40d9-8261-37f47b5b9a01" providerId="AD" clId="Web-{DC693517-5B91-4F28-F328-FC4897FA6BB1}" dt="2021-11-11T01:30:09.730" v="14" actId="20577"/>
          <ac:spMkLst>
            <pc:docMk/>
            <pc:sldMk cId="114908517" sldId="318"/>
            <ac:spMk id="5" creationId="{35264656-6279-4D7B-A0FA-A2917A7F7273}"/>
          </ac:spMkLst>
        </pc:spChg>
        <pc:spChg chg="mod">
          <ac:chgData name="Thomas Sinclair" userId="S::thomass@aie.edu.au::ea7e17c6-715c-40d9-8261-37f47b5b9a01" providerId="AD" clId="Web-{DC693517-5B91-4F28-F328-FC4897FA6BB1}" dt="2021-11-11T03:54:51.288" v="45" actId="20577"/>
          <ac:spMkLst>
            <pc:docMk/>
            <pc:sldMk cId="114908517" sldId="318"/>
            <ac:spMk id="16" creationId="{0FD8B14E-7CCF-42C8-9E9F-051852995464}"/>
          </ac:spMkLst>
        </pc:spChg>
      </pc:sldChg>
      <pc:sldChg chg="addSp delSp modSp">
        <pc:chgData name="Thomas Sinclair" userId="S::thomass@aie.edu.au::ea7e17c6-715c-40d9-8261-37f47b5b9a01" providerId="AD" clId="Web-{DC693517-5B91-4F28-F328-FC4897FA6BB1}" dt="2021-11-11T03:54:38.084" v="37" actId="20577"/>
        <pc:sldMkLst>
          <pc:docMk/>
          <pc:sldMk cId="1784616864" sldId="319"/>
        </pc:sldMkLst>
        <pc:spChg chg="del">
          <ac:chgData name="Thomas Sinclair" userId="S::thomass@aie.edu.au::ea7e17c6-715c-40d9-8261-37f47b5b9a01" providerId="AD" clId="Web-{DC693517-5B91-4F28-F328-FC4897FA6BB1}" dt="2021-11-11T00:28:41.407" v="5"/>
          <ac:spMkLst>
            <pc:docMk/>
            <pc:sldMk cId="1784616864" sldId="319"/>
            <ac:spMk id="5" creationId="{A06F18C5-FEF6-4AEE-AF31-DBC8172D9616}"/>
          </ac:spMkLst>
        </pc:spChg>
        <pc:spChg chg="mod">
          <ac:chgData name="Thomas Sinclair" userId="S::thomass@aie.edu.au::ea7e17c6-715c-40d9-8261-37f47b5b9a01" providerId="AD" clId="Web-{DC693517-5B91-4F28-F328-FC4897FA6BB1}" dt="2021-11-11T03:54:38.084" v="37" actId="20577"/>
          <ac:spMkLst>
            <pc:docMk/>
            <pc:sldMk cId="1784616864" sldId="319"/>
            <ac:spMk id="16" creationId="{0FD8B14E-7CCF-42C8-9E9F-051852995464}"/>
          </ac:spMkLst>
        </pc:spChg>
        <pc:graphicFrameChg chg="add">
          <ac:chgData name="Thomas Sinclair" userId="S::thomass@aie.edu.au::ea7e17c6-715c-40d9-8261-37f47b5b9a01" providerId="AD" clId="Web-{DC693517-5B91-4F28-F328-FC4897FA6BB1}" dt="2021-11-11T00:28:45.641" v="8"/>
          <ac:graphicFrameMkLst>
            <pc:docMk/>
            <pc:sldMk cId="1784616864" sldId="319"/>
            <ac:graphicFrameMk id="2" creationId="{85F521FE-99B1-43A6-9BE4-33E25910D612}"/>
          </ac:graphicFrameMkLst>
        </pc:graphicFrameChg>
        <pc:graphicFrameChg chg="del">
          <ac:chgData name="Thomas Sinclair" userId="S::thomass@aie.edu.au::ea7e17c6-715c-40d9-8261-37f47b5b9a01" providerId="AD" clId="Web-{DC693517-5B91-4F28-F328-FC4897FA6BB1}" dt="2021-11-11T00:28:44.501" v="7"/>
          <ac:graphicFrameMkLst>
            <pc:docMk/>
            <pc:sldMk cId="1784616864" sldId="319"/>
            <ac:graphicFrameMk id="11" creationId="{0011EAC3-6307-44C6-A9DA-39C70F10656A}"/>
          </ac:graphicFrameMkLst>
        </pc:graphicFrameChg>
        <pc:picChg chg="del">
          <ac:chgData name="Thomas Sinclair" userId="S::thomass@aie.edu.au::ea7e17c6-715c-40d9-8261-37f47b5b9a01" providerId="AD" clId="Web-{DC693517-5B91-4F28-F328-FC4897FA6BB1}" dt="2021-11-11T00:28:42.376" v="6"/>
          <ac:picMkLst>
            <pc:docMk/>
            <pc:sldMk cId="1784616864" sldId="319"/>
            <ac:picMk id="7" creationId="{06A891EE-AFB1-48D9-A772-3AD2180F5FCD}"/>
          </ac:picMkLst>
        </pc:picChg>
      </pc:sldChg>
    </pc:docChg>
  </pc:docChgLst>
  <pc:docChgLst>
    <pc:chgData name="Patrick Delmastro" userId="S::patrick.delmastro@aie.edu.au::80153e81-cca5-4785-8329-c43569ff9011" providerId="AD" clId="Web-{23E74411-EA94-0E1F-D821-3FEF7D40A5ED}"/>
    <pc:docChg chg="modSld">
      <pc:chgData name="Patrick Delmastro" userId="S::patrick.delmastro@aie.edu.au::80153e81-cca5-4785-8329-c43569ff9011" providerId="AD" clId="Web-{23E74411-EA94-0E1F-D821-3FEF7D40A5ED}" dt="2022-05-03T03:13:51.843" v="41" actId="20577"/>
      <pc:docMkLst>
        <pc:docMk/>
      </pc:docMkLst>
      <pc:sldChg chg="modSp">
        <pc:chgData name="Patrick Delmastro" userId="S::patrick.delmastro@aie.edu.au::80153e81-cca5-4785-8329-c43569ff9011" providerId="AD" clId="Web-{23E74411-EA94-0E1F-D821-3FEF7D40A5ED}" dt="2022-05-03T03:13:51.843" v="41" actId="20577"/>
        <pc:sldMkLst>
          <pc:docMk/>
          <pc:sldMk cId="0" sldId="278"/>
        </pc:sldMkLst>
        <pc:spChg chg="mod">
          <ac:chgData name="Patrick Delmastro" userId="S::patrick.delmastro@aie.edu.au::80153e81-cca5-4785-8329-c43569ff9011" providerId="AD" clId="Web-{23E74411-EA94-0E1F-D821-3FEF7D40A5ED}" dt="2022-05-03T03:13:51.843" v="41" actId="20577"/>
          <ac:spMkLst>
            <pc:docMk/>
            <pc:sldMk cId="0" sldId="278"/>
            <ac:spMk id="5" creationId="{7CC2A167-665B-4844-AF42-C94D388384EA}"/>
          </ac:spMkLst>
        </pc:spChg>
      </pc:sldChg>
    </pc:docChg>
  </pc:docChgLst>
  <pc:docChgLst>
    <pc:chgData name="Patrick Delmastro" userId="S::patrick.delmastro@aie.edu.au::80153e81-cca5-4785-8329-c43569ff9011" providerId="AD" clId="Web-{7458E04A-FC3D-6C00-CC94-53512B5D8C91}"/>
    <pc:docChg chg="modSld">
      <pc:chgData name="Patrick Delmastro" userId="S::patrick.delmastro@aie.edu.au::80153e81-cca5-4785-8329-c43569ff9011" providerId="AD" clId="Web-{7458E04A-FC3D-6C00-CC94-53512B5D8C91}" dt="2021-08-03T05:52:22.875" v="1" actId="20577"/>
      <pc:docMkLst>
        <pc:docMk/>
      </pc:docMkLst>
      <pc:sldChg chg="modSp">
        <pc:chgData name="Patrick Delmastro" userId="S::patrick.delmastro@aie.edu.au::80153e81-cca5-4785-8329-c43569ff9011" providerId="AD" clId="Web-{7458E04A-FC3D-6C00-CC94-53512B5D8C91}" dt="2021-08-03T05:52:22.875" v="1" actId="20577"/>
        <pc:sldMkLst>
          <pc:docMk/>
          <pc:sldMk cId="0" sldId="265"/>
        </pc:sldMkLst>
        <pc:spChg chg="mod">
          <ac:chgData name="Patrick Delmastro" userId="S::patrick.delmastro@aie.edu.au::80153e81-cca5-4785-8329-c43569ff9011" providerId="AD" clId="Web-{7458E04A-FC3D-6C00-CC94-53512B5D8C91}" dt="2021-08-03T05:52:22.875" v="1" actId="20577"/>
          <ac:spMkLst>
            <pc:docMk/>
            <pc:sldMk cId="0" sldId="265"/>
            <ac:spMk id="269" creationId="{00000000-0000-0000-0000-000000000000}"/>
          </ac:spMkLst>
        </pc:spChg>
      </pc:sldChg>
    </pc:docChg>
  </pc:docChgLst>
  <pc:docChgLst>
    <pc:chgData name="Patrick Delmastro" userId="S::patrick.delmastro@aie.edu.au::80153e81-cca5-4785-8329-c43569ff9011" providerId="AD" clId="Web-{C68445A6-F8A4-D039-145B-D6717D034AAF}"/>
    <pc:docChg chg="modSld">
      <pc:chgData name="Patrick Delmastro" userId="S::patrick.delmastro@aie.edu.au::80153e81-cca5-4785-8329-c43569ff9011" providerId="AD" clId="Web-{C68445A6-F8A4-D039-145B-D6717D034AAF}" dt="2022-11-27T22:51:20.680" v="15" actId="20577"/>
      <pc:docMkLst>
        <pc:docMk/>
      </pc:docMkLst>
      <pc:sldChg chg="addSp modSp">
        <pc:chgData name="Patrick Delmastro" userId="S::patrick.delmastro@aie.edu.au::80153e81-cca5-4785-8329-c43569ff9011" providerId="AD" clId="Web-{C68445A6-F8A4-D039-145B-D6717D034AAF}" dt="2022-11-27T22:51:20.680" v="15" actId="20577"/>
        <pc:sldMkLst>
          <pc:docMk/>
          <pc:sldMk cId="0" sldId="256"/>
        </pc:sldMkLst>
        <pc:spChg chg="add mod">
          <ac:chgData name="Patrick Delmastro" userId="S::patrick.delmastro@aie.edu.au::80153e81-cca5-4785-8329-c43569ff9011" providerId="AD" clId="Web-{C68445A6-F8A4-D039-145B-D6717D034AAF}" dt="2022-11-27T22:51:20.680" v="15" actId="20577"/>
          <ac:spMkLst>
            <pc:docMk/>
            <pc:sldMk cId="0" sldId="256"/>
            <ac:spMk id="2" creationId="{92F5ABAC-3421-9518-20FF-A1A33EF3D03A}"/>
          </ac:spMkLst>
        </pc:spChg>
      </pc:sldChg>
    </pc:docChg>
  </pc:docChgLst>
  <pc:docChgLst>
    <pc:chgData name="Thomas Sinclair" userId="ea7e17c6-715c-40d9-8261-37f47b5b9a01" providerId="ADAL" clId="{C2E8A263-DB0F-4DA7-984E-74CF1B66D9C2}"/>
    <pc:docChg chg="modSld">
      <pc:chgData name="Thomas Sinclair" userId="ea7e17c6-715c-40d9-8261-37f47b5b9a01" providerId="ADAL" clId="{C2E8A263-DB0F-4DA7-984E-74CF1B66D9C2}" dt="2020-01-10T00:31:18.452" v="2" actId="20577"/>
      <pc:docMkLst>
        <pc:docMk/>
      </pc:docMkLst>
      <pc:sldChg chg="modSp">
        <pc:chgData name="Thomas Sinclair" userId="ea7e17c6-715c-40d9-8261-37f47b5b9a01" providerId="ADAL" clId="{C2E8A263-DB0F-4DA7-984E-74CF1B66D9C2}" dt="2020-01-09T03:50:29.360" v="0" actId="20577"/>
        <pc:sldMkLst>
          <pc:docMk/>
          <pc:sldMk cId="0" sldId="278"/>
        </pc:sldMkLst>
        <pc:spChg chg="mod">
          <ac:chgData name="Thomas Sinclair" userId="ea7e17c6-715c-40d9-8261-37f47b5b9a01" providerId="ADAL" clId="{C2E8A263-DB0F-4DA7-984E-74CF1B66D9C2}" dt="2020-01-09T03:50:29.360" v="0" actId="20577"/>
          <ac:spMkLst>
            <pc:docMk/>
            <pc:sldMk cId="0" sldId="278"/>
            <ac:spMk id="420" creationId="{00000000-0000-0000-0000-000000000000}"/>
          </ac:spMkLst>
        </pc:spChg>
      </pc:sldChg>
      <pc:sldChg chg="modSp">
        <pc:chgData name="Thomas Sinclair" userId="ea7e17c6-715c-40d9-8261-37f47b5b9a01" providerId="ADAL" clId="{C2E8A263-DB0F-4DA7-984E-74CF1B66D9C2}" dt="2020-01-10T00:31:18.452" v="2" actId="20577"/>
        <pc:sldMkLst>
          <pc:docMk/>
          <pc:sldMk cId="1068382997" sldId="279"/>
        </pc:sldMkLst>
        <pc:spChg chg="mod">
          <ac:chgData name="Thomas Sinclair" userId="ea7e17c6-715c-40d9-8261-37f47b5b9a01" providerId="ADAL" clId="{C2E8A263-DB0F-4DA7-984E-74CF1B66D9C2}" dt="2020-01-10T00:31:18.452" v="2" actId="20577"/>
          <ac:spMkLst>
            <pc:docMk/>
            <pc:sldMk cId="1068382997" sldId="279"/>
            <ac:spMk id="5" creationId="{EED6A5E4-658B-4FBA-8A42-9CB78417F345}"/>
          </ac:spMkLst>
        </pc:spChg>
      </pc:sldChg>
    </pc:docChg>
  </pc:docChgLst>
  <pc:docChgLst>
    <pc:chgData name="Thomas Sinclair" userId="S::thomass@aie.edu.au::ea7e17c6-715c-40d9-8261-37f47b5b9a01" providerId="AD" clId="Web-{BA8A542E-D813-D4C9-C23F-F768367EB321}"/>
    <pc:docChg chg="modSld">
      <pc:chgData name="Thomas Sinclair" userId="S::thomass@aie.edu.au::ea7e17c6-715c-40d9-8261-37f47b5b9a01" providerId="AD" clId="Web-{BA8A542E-D813-D4C9-C23F-F768367EB321}" dt="2019-12-06T03:32:16.885" v="2" actId="20577"/>
      <pc:docMkLst>
        <pc:docMk/>
      </pc:docMkLst>
      <pc:sldChg chg="modSp">
        <pc:chgData name="Thomas Sinclair" userId="S::thomass@aie.edu.au::ea7e17c6-715c-40d9-8261-37f47b5b9a01" providerId="AD" clId="Web-{BA8A542E-D813-D4C9-C23F-F768367EB321}" dt="2019-12-06T03:32:16.885" v="2" actId="20577"/>
        <pc:sldMkLst>
          <pc:docMk/>
          <pc:sldMk cId="0" sldId="278"/>
        </pc:sldMkLst>
        <pc:spChg chg="mod">
          <ac:chgData name="Thomas Sinclair" userId="S::thomass@aie.edu.au::ea7e17c6-715c-40d9-8261-37f47b5b9a01" providerId="AD" clId="Web-{BA8A542E-D813-D4C9-C23F-F768367EB321}" dt="2019-12-06T03:32:16.885" v="2" actId="20577"/>
          <ac:spMkLst>
            <pc:docMk/>
            <pc:sldMk cId="0" sldId="278"/>
            <ac:spMk id="420" creationId="{00000000-0000-0000-0000-000000000000}"/>
          </ac:spMkLst>
        </pc:spChg>
      </pc:sldChg>
    </pc:docChg>
  </pc:docChgLst>
  <pc:docChgLst>
    <pc:chgData name="Patrick Delmastro" userId="S::patrick.delmastro@aie.edu.au::80153e81-cca5-4785-8329-c43569ff9011" providerId="AD" clId="Web-{80FE76FF-5E98-624D-AD24-02FC21B4CC05}"/>
    <pc:docChg chg="modSld">
      <pc:chgData name="Patrick Delmastro" userId="S::patrick.delmastro@aie.edu.au::80153e81-cca5-4785-8329-c43569ff9011" providerId="AD" clId="Web-{80FE76FF-5E98-624D-AD24-02FC21B4CC05}" dt="2021-06-24T00:47:01.454" v="0" actId="1076"/>
      <pc:docMkLst>
        <pc:docMk/>
      </pc:docMkLst>
      <pc:sldChg chg="modSp">
        <pc:chgData name="Patrick Delmastro" userId="S::patrick.delmastro@aie.edu.au::80153e81-cca5-4785-8329-c43569ff9011" providerId="AD" clId="Web-{80FE76FF-5E98-624D-AD24-02FC21B4CC05}" dt="2021-06-24T00:47:01.454" v="0" actId="1076"/>
        <pc:sldMkLst>
          <pc:docMk/>
          <pc:sldMk cId="2191999467" sldId="282"/>
        </pc:sldMkLst>
        <pc:spChg chg="mod">
          <ac:chgData name="Patrick Delmastro" userId="S::patrick.delmastro@aie.edu.au::80153e81-cca5-4785-8329-c43569ff9011" providerId="AD" clId="Web-{80FE76FF-5E98-624D-AD24-02FC21B4CC05}" dt="2021-06-24T00:47:01.454" v="0" actId="1076"/>
          <ac:spMkLst>
            <pc:docMk/>
            <pc:sldMk cId="2191999467" sldId="282"/>
            <ac:spMk id="8" creationId="{E1BD7911-F9B8-4542-9987-DF42B33D246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03" name="Google Shape;203;p3: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10" name="Google Shape;210;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16" name="Google Shape;216;p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24" name="Google Shape;224;p7: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c8c0532c2_0_3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17" name="Google Shape;417;g2c8c0532c2_0_359: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16" name="Google Shape;216;p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1829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3808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de97bdf7a_0_3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32" name="Google Shape;332;g2de97bdf7a_0_31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24049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773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50" name="Google Shape;250;p23: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71590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0: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30" name="Google Shape;230;p1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50" name="Google Shape;250;p23: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2c8c0532c2_0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37" name="Google Shape;237;g2c8c0532c2_0_10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44" name="Google Shape;244;p1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57" name="Google Shape;257;p12: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c8bc48ab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64" name="Google Shape;264;g2c8bc48ab9_0_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2c8c0532c2_0_4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77" name="Google Shape;277;g2c8c0532c2_0_424: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17353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56544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28330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568959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c8c0532c2_0_4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97" name="Google Shape;297;g2c8c0532c2_0_48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53583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05918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4508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c8c0532c2_0_5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84" name="Google Shape;384;g2c8c0532c2_0_548: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50" name="Google Shape;350;p32: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809261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743578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01" name="Google Shape;401;p37: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945064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11" name="Google Shape;411;p39: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755575" y="771550"/>
            <a:ext cx="7632848" cy="1728191"/>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2" name="Google Shape;12;p2"/>
          <p:cNvSpPr txBox="1">
            <a:spLocks noGrp="1"/>
          </p:cNvSpPr>
          <p:nvPr>
            <p:ph type="subTitle" idx="1"/>
          </p:nvPr>
        </p:nvSpPr>
        <p:spPr>
          <a:xfrm>
            <a:off x="755575" y="2571750"/>
            <a:ext cx="6400799" cy="131444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3" name="Google Shape;13;p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8" name="Google Shape;18;p3"/>
          <p:cNvSpPr txBox="1">
            <a:spLocks noGrp="1"/>
          </p:cNvSpPr>
          <p:nvPr>
            <p:ph type="body" idx="1"/>
          </p:nvPr>
        </p:nvSpPr>
        <p:spPr>
          <a:xfrm>
            <a:off x="323528" y="1200150"/>
            <a:ext cx="8064896"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 name="Google Shape;24;p4"/>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8" name="Google Shape;28;p4"/>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04787"/>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31" name="Google Shape;31;p5"/>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04786"/>
            <a:ext cx="3008313" cy="871538"/>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38" name="Google Shape;38;p6"/>
          <p:cNvSpPr txBox="1">
            <a:spLocks noGrp="1"/>
          </p:cNvSpPr>
          <p:nvPr>
            <p:ph type="body" idx="1"/>
          </p:nvPr>
        </p:nvSpPr>
        <p:spPr>
          <a:xfrm>
            <a:off x="3575050" y="1076325"/>
            <a:ext cx="5111750" cy="3518297"/>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1076325"/>
            <a:ext cx="3008313" cy="3518296"/>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45" name="Google Shape;45;p7"/>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67543" y="1608658"/>
            <a:ext cx="7772400" cy="1021555"/>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1" name="Google Shape;51;p8"/>
          <p:cNvSpPr txBox="1">
            <a:spLocks noGrp="1"/>
          </p:cNvSpPr>
          <p:nvPr>
            <p:ph type="body" idx="1"/>
          </p:nvPr>
        </p:nvSpPr>
        <p:spPr>
          <a:xfrm>
            <a:off x="467543" y="483518"/>
            <a:ext cx="7772400" cy="112514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52" name="Google Shape;52;p8"/>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7" name="Google Shape;57;p9"/>
          <p:cNvSpPr txBox="1">
            <a:spLocks noGrp="1"/>
          </p:cNvSpPr>
          <p:nvPr>
            <p:ph type="body" idx="1"/>
          </p:nvPr>
        </p:nvSpPr>
        <p:spPr>
          <a:xfrm>
            <a:off x="323528"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804247" y="4731989"/>
            <a:ext cx="1944216" cy="273843"/>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61" name="Google Shape;61;p9"/>
          <p:cNvSpPr txBox="1">
            <a:spLocks noGrp="1"/>
          </p:cNvSpPr>
          <p:nvPr>
            <p:ph type="body" idx="2"/>
          </p:nvPr>
        </p:nvSpPr>
        <p:spPr>
          <a:xfrm>
            <a:off x="4582344"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62"/>
        <p:cNvGrpSpPr/>
        <p:nvPr/>
      </p:nvGrpSpPr>
      <p:grpSpPr>
        <a:xfrm>
          <a:off x="0" y="0"/>
          <a:ext cx="0" cy="0"/>
          <a:chOff x="0" y="0"/>
          <a:chExt cx="0" cy="0"/>
        </a:xfrm>
      </p:grpSpPr>
      <p:sp>
        <p:nvSpPr>
          <p:cNvPr id="63" name="Google Shape;63;p1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11"/>
          <p:cNvSpPr txBox="1">
            <a:spLocks noGrp="1"/>
          </p:cNvSpPr>
          <p:nvPr>
            <p:ph type="body" idx="1"/>
          </p:nvPr>
        </p:nvSpPr>
        <p:spPr>
          <a:xfrm>
            <a:off x="4645026"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8" name="Google Shape;68;p11"/>
          <p:cNvSpPr txBox="1">
            <a:spLocks noGrp="1"/>
          </p:cNvSpPr>
          <p:nvPr>
            <p:ph type="body" idx="2"/>
          </p:nvPr>
        </p:nvSpPr>
        <p:spPr>
          <a:xfrm>
            <a:off x="4645026"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69" name="Google Shape;69;p1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72" name="Google Shape;72;p1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3" name="Google Shape;73;p11"/>
          <p:cNvSpPr txBox="1">
            <a:spLocks noGrp="1"/>
          </p:cNvSpPr>
          <p:nvPr>
            <p:ph type="body" idx="3"/>
          </p:nvPr>
        </p:nvSpPr>
        <p:spPr>
          <a:xfrm>
            <a:off x="323528"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body" idx="4"/>
          </p:nvPr>
        </p:nvSpPr>
        <p:spPr>
          <a:xfrm>
            <a:off x="323528"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7" name="Google Shape;77;p1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14"/>
          <p:cNvSpPr txBox="1">
            <a:spLocks noGrp="1"/>
          </p:cNvSpPr>
          <p:nvPr>
            <p:ph type="title"/>
          </p:nvPr>
        </p:nvSpPr>
        <p:spPr>
          <a:xfrm>
            <a:off x="1792288" y="3600450"/>
            <a:ext cx="5486399" cy="425053"/>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86" name="Google Shape;86;p14"/>
          <p:cNvSpPr>
            <a:spLocks noGrp="1"/>
          </p:cNvSpPr>
          <p:nvPr>
            <p:ph type="pic" idx="2"/>
          </p:nvPr>
        </p:nvSpPr>
        <p:spPr>
          <a:xfrm>
            <a:off x="1792288" y="459581"/>
            <a:ext cx="5486399" cy="308609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7" name="Google Shape;87;p14"/>
          <p:cNvSpPr txBox="1">
            <a:spLocks noGrp="1"/>
          </p:cNvSpPr>
          <p:nvPr>
            <p:ph type="body" idx="1"/>
          </p:nvPr>
        </p:nvSpPr>
        <p:spPr>
          <a:xfrm>
            <a:off x="1792288" y="4025503"/>
            <a:ext cx="5486399" cy="60364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88" name="Google Shape;88;p14"/>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4"/>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4"/>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3" name="Google Shape;93;p15"/>
          <p:cNvSpPr txBox="1">
            <a:spLocks noGrp="1"/>
          </p:cNvSpPr>
          <p:nvPr>
            <p:ph type="body" idx="1"/>
          </p:nvPr>
        </p:nvSpPr>
        <p:spPr>
          <a:xfrm rot="5400000">
            <a:off x="2703240" y="-1248122"/>
            <a:ext cx="2739750" cy="7499176"/>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4" name="Google Shape;94;p15"/>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5"/>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p15"/>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rot="5400000">
            <a:off x="6012655" y="771525"/>
            <a:ext cx="3290888"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9" name="Google Shape;99;p16"/>
          <p:cNvSpPr txBox="1">
            <a:spLocks noGrp="1"/>
          </p:cNvSpPr>
          <p:nvPr>
            <p:ph type="body" idx="1"/>
          </p:nvPr>
        </p:nvSpPr>
        <p:spPr>
          <a:xfrm rot="5400000">
            <a:off x="1821656" y="-1209674"/>
            <a:ext cx="3290888" cy="6019799"/>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0" name="Google Shape;100;p1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1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2" name="Google Shape;102;p1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8"/>
        <p:cNvGrpSpPr/>
        <p:nvPr/>
      </p:nvGrpSpPr>
      <p:grpSpPr>
        <a:xfrm>
          <a:off x="0" y="0"/>
          <a:ext cx="0" cy="0"/>
          <a:chOff x="0" y="0"/>
          <a:chExt cx="0" cy="0"/>
        </a:xfrm>
      </p:grpSpPr>
      <p:sp>
        <p:nvSpPr>
          <p:cNvPr id="109" name="Google Shape;109;p18"/>
          <p:cNvSpPr txBox="1">
            <a:spLocks noGrp="1"/>
          </p:cNvSpPr>
          <p:nvPr>
            <p:ph type="ctrTitle"/>
          </p:nvPr>
        </p:nvSpPr>
        <p:spPr>
          <a:xfrm>
            <a:off x="755575" y="771550"/>
            <a:ext cx="7632900" cy="17283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10" name="Google Shape;110;p18"/>
          <p:cNvSpPr txBox="1">
            <a:spLocks noGrp="1"/>
          </p:cNvSpPr>
          <p:nvPr>
            <p:ph type="subTitle" idx="1"/>
          </p:nvPr>
        </p:nvSpPr>
        <p:spPr>
          <a:xfrm>
            <a:off x="755575" y="2571750"/>
            <a:ext cx="6400800" cy="13143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11" name="Google Shape;111;p18"/>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2" name="Google Shape;112;p18"/>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3" name="Google Shape;113;p18"/>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4"/>
        <p:cNvGrpSpPr/>
        <p:nvPr/>
      </p:nvGrpSpPr>
      <p:grpSpPr>
        <a:xfrm>
          <a:off x="0" y="0"/>
          <a:ext cx="0" cy="0"/>
          <a:chOff x="0" y="0"/>
          <a:chExt cx="0" cy="0"/>
        </a:xfrm>
      </p:grpSpPr>
      <p:sp>
        <p:nvSpPr>
          <p:cNvPr id="115" name="Google Shape;115;p19"/>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16" name="Google Shape;116;p19"/>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17" name="Google Shape;117;p19"/>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19"/>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9" name="Google Shape;119;p19"/>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120"/>
        <p:cNvGrpSpPr/>
        <p:nvPr/>
      </p:nvGrpSpPr>
      <p:grpSpPr>
        <a:xfrm>
          <a:off x="0" y="0"/>
          <a:ext cx="0" cy="0"/>
          <a:chOff x="0" y="0"/>
          <a:chExt cx="0" cy="0"/>
        </a:xfrm>
      </p:grpSpPr>
      <p:sp>
        <p:nvSpPr>
          <p:cNvPr id="121" name="Google Shape;121;p20"/>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22" name="Google Shape;122;p20"/>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3" name="Google Shape;123;p2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4" name="Google Shape;124;p2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5" name="Google Shape;125;p20"/>
          <p:cNvSpPr txBox="1">
            <a:spLocks noGrp="1"/>
          </p:cNvSpPr>
          <p:nvPr>
            <p:ph type="sldNum" idx="12"/>
          </p:nvPr>
        </p:nvSpPr>
        <p:spPr>
          <a:xfrm>
            <a:off x="6804246"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126" name="Google Shape;126;p20"/>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134"/>
        <p:cNvGrpSpPr/>
        <p:nvPr/>
      </p:nvGrpSpPr>
      <p:grpSpPr>
        <a:xfrm>
          <a:off x="0" y="0"/>
          <a:ext cx="0" cy="0"/>
          <a:chOff x="0" y="0"/>
          <a:chExt cx="0" cy="0"/>
        </a:xfrm>
      </p:grpSpPr>
      <p:sp>
        <p:nvSpPr>
          <p:cNvPr id="135" name="Google Shape;135;p22"/>
          <p:cNvSpPr txBox="1">
            <a:spLocks noGrp="1"/>
          </p:cNvSpPr>
          <p:nvPr>
            <p:ph type="title"/>
          </p:nvPr>
        </p:nvSpPr>
        <p:spPr>
          <a:xfrm>
            <a:off x="457200" y="204785"/>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36" name="Google Shape;136;p22"/>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7" name="Google Shape;137;p22"/>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138" name="Google Shape;138;p22"/>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9" name="Google Shape;139;p22"/>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0" name="Google Shape;140;p22"/>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141"/>
        <p:cNvGrpSpPr/>
        <p:nvPr/>
      </p:nvGrpSpPr>
      <p:grpSpPr>
        <a:xfrm>
          <a:off x="0" y="0"/>
          <a:ext cx="0" cy="0"/>
          <a:chOff x="0" y="0"/>
          <a:chExt cx="0" cy="0"/>
        </a:xfrm>
      </p:grpSpPr>
      <p:sp>
        <p:nvSpPr>
          <p:cNvPr id="142" name="Google Shape;142;p23"/>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43" name="Google Shape;143;p23"/>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4" name="Google Shape;144;p23"/>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5" name="Google Shape;145;p23"/>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6" name="Google Shape;146;p23"/>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7"/>
        <p:cNvGrpSpPr/>
        <p:nvPr/>
      </p:nvGrpSpPr>
      <p:grpSpPr>
        <a:xfrm>
          <a:off x="0" y="0"/>
          <a:ext cx="0" cy="0"/>
          <a:chOff x="0" y="0"/>
          <a:chExt cx="0" cy="0"/>
        </a:xfrm>
      </p:grpSpPr>
      <p:sp>
        <p:nvSpPr>
          <p:cNvPr id="148" name="Google Shape;148;p24"/>
          <p:cNvSpPr txBox="1">
            <a:spLocks noGrp="1"/>
          </p:cNvSpPr>
          <p:nvPr>
            <p:ph type="title"/>
          </p:nvPr>
        </p:nvSpPr>
        <p:spPr>
          <a:xfrm>
            <a:off x="467543" y="1608658"/>
            <a:ext cx="7772400" cy="10215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49" name="Google Shape;149;p24"/>
          <p:cNvSpPr txBox="1">
            <a:spLocks noGrp="1"/>
          </p:cNvSpPr>
          <p:nvPr>
            <p:ph type="body" idx="1"/>
          </p:nvPr>
        </p:nvSpPr>
        <p:spPr>
          <a:xfrm>
            <a:off x="467543" y="483518"/>
            <a:ext cx="7772400" cy="11250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150" name="Google Shape;150;p2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1" name="Google Shape;151;p2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2" name="Google Shape;152;p24"/>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53"/>
        <p:cNvGrpSpPr/>
        <p:nvPr/>
      </p:nvGrpSpPr>
      <p:grpSpPr>
        <a:xfrm>
          <a:off x="0" y="0"/>
          <a:ext cx="0" cy="0"/>
          <a:chOff x="0" y="0"/>
          <a:chExt cx="0" cy="0"/>
        </a:xfrm>
      </p:grpSpPr>
      <p:sp>
        <p:nvSpPr>
          <p:cNvPr id="154" name="Google Shape;154;p25"/>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55" name="Google Shape;155;p25"/>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6" name="Google Shape;156;p25"/>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7" name="Google Shape;157;p25"/>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8" name="Google Shape;158;p25"/>
          <p:cNvSpPr txBox="1">
            <a:spLocks noGrp="1"/>
          </p:cNvSpPr>
          <p:nvPr>
            <p:ph type="sldNum" idx="12"/>
          </p:nvPr>
        </p:nvSpPr>
        <p:spPr>
          <a:xfrm>
            <a:off x="6804246"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159" name="Google Shape;159;p25"/>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160"/>
        <p:cNvGrpSpPr/>
        <p:nvPr/>
      </p:nvGrpSpPr>
      <p:grpSpPr>
        <a:xfrm>
          <a:off x="0" y="0"/>
          <a:ext cx="0" cy="0"/>
          <a:chOff x="0" y="0"/>
          <a:chExt cx="0" cy="0"/>
        </a:xfrm>
      </p:grpSpPr>
      <p:sp>
        <p:nvSpPr>
          <p:cNvPr id="161" name="Google Shape;161;p26"/>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62" name="Google Shape;162;p26"/>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63" name="Google Shape;163;p26"/>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64"/>
        <p:cNvGrpSpPr/>
        <p:nvPr/>
      </p:nvGrpSpPr>
      <p:grpSpPr>
        <a:xfrm>
          <a:off x="0" y="0"/>
          <a:ext cx="0" cy="0"/>
          <a:chOff x="0" y="0"/>
          <a:chExt cx="0" cy="0"/>
        </a:xfrm>
      </p:grpSpPr>
      <p:sp>
        <p:nvSpPr>
          <p:cNvPr id="165" name="Google Shape;165;p27"/>
          <p:cNvSpPr txBox="1">
            <a:spLocks noGrp="1"/>
          </p:cNvSpPr>
          <p:nvPr>
            <p:ph type="body" idx="1"/>
          </p:nvPr>
        </p:nvSpPr>
        <p:spPr>
          <a:xfrm>
            <a:off x="4645026" y="1151333"/>
            <a:ext cx="4041900" cy="4797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66" name="Google Shape;166;p27"/>
          <p:cNvSpPr txBox="1">
            <a:spLocks noGrp="1"/>
          </p:cNvSpPr>
          <p:nvPr>
            <p:ph type="body" idx="2"/>
          </p:nvPr>
        </p:nvSpPr>
        <p:spPr>
          <a:xfrm>
            <a:off x="4645026" y="1631154"/>
            <a:ext cx="4041900" cy="2963400"/>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167" name="Google Shape;167;p2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68" name="Google Shape;168;p2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69" name="Google Shape;169;p2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170" name="Google Shape;170;p2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71" name="Google Shape;171;p27"/>
          <p:cNvSpPr txBox="1">
            <a:spLocks noGrp="1"/>
          </p:cNvSpPr>
          <p:nvPr>
            <p:ph type="body" idx="3"/>
          </p:nvPr>
        </p:nvSpPr>
        <p:spPr>
          <a:xfrm>
            <a:off x="323528" y="1151333"/>
            <a:ext cx="4041900" cy="4797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72" name="Google Shape;172;p27"/>
          <p:cNvSpPr txBox="1">
            <a:spLocks noGrp="1"/>
          </p:cNvSpPr>
          <p:nvPr>
            <p:ph type="body" idx="4"/>
          </p:nvPr>
        </p:nvSpPr>
        <p:spPr>
          <a:xfrm>
            <a:off x="323528" y="1631154"/>
            <a:ext cx="4041900" cy="2963400"/>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3"/>
        <p:cNvGrpSpPr/>
        <p:nvPr/>
      </p:nvGrpSpPr>
      <p:grpSpPr>
        <a:xfrm>
          <a:off x="0" y="0"/>
          <a:ext cx="0" cy="0"/>
          <a:chOff x="0" y="0"/>
          <a:chExt cx="0" cy="0"/>
        </a:xfrm>
      </p:grpSpPr>
      <p:sp>
        <p:nvSpPr>
          <p:cNvPr id="174" name="Google Shape;174;p28"/>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75" name="Google Shape;175;p28"/>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76" name="Google Shape;176;p28"/>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77" name="Google Shape;177;p28"/>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8"/>
        <p:cNvGrpSpPr/>
        <p:nvPr/>
      </p:nvGrpSpPr>
      <p:grpSpPr>
        <a:xfrm>
          <a:off x="0" y="0"/>
          <a:ext cx="0" cy="0"/>
          <a:chOff x="0" y="0"/>
          <a:chExt cx="0" cy="0"/>
        </a:xfrm>
      </p:grpSpPr>
      <p:sp>
        <p:nvSpPr>
          <p:cNvPr id="179" name="Google Shape;179;p29"/>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80" name="Google Shape;180;p29"/>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81" name="Google Shape;181;p29"/>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82"/>
        <p:cNvGrpSpPr/>
        <p:nvPr/>
      </p:nvGrpSpPr>
      <p:grpSpPr>
        <a:xfrm>
          <a:off x="0" y="0"/>
          <a:ext cx="0" cy="0"/>
          <a:chOff x="0" y="0"/>
          <a:chExt cx="0" cy="0"/>
        </a:xfrm>
      </p:grpSpPr>
      <p:sp>
        <p:nvSpPr>
          <p:cNvPr id="183" name="Google Shape;183;p30"/>
          <p:cNvSpPr txBox="1">
            <a:spLocks noGrp="1"/>
          </p:cNvSpPr>
          <p:nvPr>
            <p:ph type="title"/>
          </p:nvPr>
        </p:nvSpPr>
        <p:spPr>
          <a:xfrm>
            <a:off x="1792288" y="3600450"/>
            <a:ext cx="5486400" cy="4251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84" name="Google Shape;184;p30"/>
          <p:cNvSpPr>
            <a:spLocks noGrp="1"/>
          </p:cNvSpPr>
          <p:nvPr>
            <p:ph type="pic" idx="2"/>
          </p:nvPr>
        </p:nvSpPr>
        <p:spPr>
          <a:xfrm>
            <a:off x="1792288" y="459581"/>
            <a:ext cx="5486400" cy="30861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185" name="Google Shape;185;p30"/>
          <p:cNvSpPr txBox="1">
            <a:spLocks noGrp="1"/>
          </p:cNvSpPr>
          <p:nvPr>
            <p:ph type="body" idx="1"/>
          </p:nvPr>
        </p:nvSpPr>
        <p:spPr>
          <a:xfrm>
            <a:off x="1792288" y="4025503"/>
            <a:ext cx="5486400" cy="603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186" name="Google Shape;186;p3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87" name="Google Shape;187;p3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88" name="Google Shape;188;p3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89"/>
        <p:cNvGrpSpPr/>
        <p:nvPr/>
      </p:nvGrpSpPr>
      <p:grpSpPr>
        <a:xfrm>
          <a:off x="0" y="0"/>
          <a:ext cx="0" cy="0"/>
          <a:chOff x="0" y="0"/>
          <a:chExt cx="0" cy="0"/>
        </a:xfrm>
      </p:grpSpPr>
      <p:sp>
        <p:nvSpPr>
          <p:cNvPr id="190" name="Google Shape;190;p31"/>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91" name="Google Shape;191;p31"/>
          <p:cNvSpPr txBox="1">
            <a:spLocks noGrp="1"/>
          </p:cNvSpPr>
          <p:nvPr>
            <p:ph type="body" idx="1"/>
          </p:nvPr>
        </p:nvSpPr>
        <p:spPr>
          <a:xfrm rot="5400000">
            <a:off x="2703203" y="-1248007"/>
            <a:ext cx="2739900" cy="74991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2" name="Google Shape;192;p31"/>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93" name="Google Shape;193;p31"/>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94" name="Google Shape;194;p31"/>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95"/>
        <p:cNvGrpSpPr/>
        <p:nvPr/>
      </p:nvGrpSpPr>
      <p:grpSpPr>
        <a:xfrm>
          <a:off x="0" y="0"/>
          <a:ext cx="0" cy="0"/>
          <a:chOff x="0" y="0"/>
          <a:chExt cx="0" cy="0"/>
        </a:xfrm>
      </p:grpSpPr>
      <p:sp>
        <p:nvSpPr>
          <p:cNvPr id="196" name="Google Shape;196;p32"/>
          <p:cNvSpPr txBox="1">
            <a:spLocks noGrp="1"/>
          </p:cNvSpPr>
          <p:nvPr>
            <p:ph type="title"/>
          </p:nvPr>
        </p:nvSpPr>
        <p:spPr>
          <a:xfrm rot="5400000">
            <a:off x="6012599" y="771581"/>
            <a:ext cx="3291000"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97" name="Google Shape;197;p32"/>
          <p:cNvSpPr txBox="1">
            <a:spLocks noGrp="1"/>
          </p:cNvSpPr>
          <p:nvPr>
            <p:ph type="body" idx="1"/>
          </p:nvPr>
        </p:nvSpPr>
        <p:spPr>
          <a:xfrm rot="5400000">
            <a:off x="1821598" y="-1209618"/>
            <a:ext cx="3291000" cy="60198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8" name="Google Shape;198;p32"/>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99" name="Google Shape;199;p32"/>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0" name="Google Shape;200;p32"/>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755575" y="771550"/>
            <a:ext cx="7632848" cy="1728191"/>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2" name="Google Shape;12;p2"/>
          <p:cNvSpPr txBox="1">
            <a:spLocks noGrp="1"/>
          </p:cNvSpPr>
          <p:nvPr>
            <p:ph type="subTitle" idx="1"/>
          </p:nvPr>
        </p:nvSpPr>
        <p:spPr>
          <a:xfrm>
            <a:off x="755575" y="2571750"/>
            <a:ext cx="6400799" cy="131444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3" name="Google Shape;13;p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8" name="Google Shape;18;p3"/>
          <p:cNvSpPr txBox="1">
            <a:spLocks noGrp="1"/>
          </p:cNvSpPr>
          <p:nvPr>
            <p:ph type="body" idx="1"/>
          </p:nvPr>
        </p:nvSpPr>
        <p:spPr>
          <a:xfrm>
            <a:off x="323528" y="1200150"/>
            <a:ext cx="8064896"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 name="Google Shape;24;p4"/>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8" name="Google Shape;28;p4"/>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04786"/>
            <a:ext cx="3008313" cy="871538"/>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38" name="Google Shape;38;p6"/>
          <p:cNvSpPr txBox="1">
            <a:spLocks noGrp="1"/>
          </p:cNvSpPr>
          <p:nvPr>
            <p:ph type="body" idx="1"/>
          </p:nvPr>
        </p:nvSpPr>
        <p:spPr>
          <a:xfrm>
            <a:off x="3575050" y="1076325"/>
            <a:ext cx="5111750" cy="3518297"/>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1076325"/>
            <a:ext cx="3008313" cy="3518296"/>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45" name="Google Shape;45;p7"/>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67543" y="1608658"/>
            <a:ext cx="7772400" cy="1021555"/>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1" name="Google Shape;51;p8"/>
          <p:cNvSpPr txBox="1">
            <a:spLocks noGrp="1"/>
          </p:cNvSpPr>
          <p:nvPr>
            <p:ph type="body" idx="1"/>
          </p:nvPr>
        </p:nvSpPr>
        <p:spPr>
          <a:xfrm>
            <a:off x="467543" y="483518"/>
            <a:ext cx="7772400" cy="112514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52" name="Google Shape;52;p8"/>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7" name="Google Shape;57;p9"/>
          <p:cNvSpPr txBox="1">
            <a:spLocks noGrp="1"/>
          </p:cNvSpPr>
          <p:nvPr>
            <p:ph type="body" idx="1"/>
          </p:nvPr>
        </p:nvSpPr>
        <p:spPr>
          <a:xfrm>
            <a:off x="323528"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804247" y="4731989"/>
            <a:ext cx="1944216" cy="273843"/>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61" name="Google Shape;61;p9"/>
          <p:cNvSpPr txBox="1">
            <a:spLocks noGrp="1"/>
          </p:cNvSpPr>
          <p:nvPr>
            <p:ph type="body" idx="2"/>
          </p:nvPr>
        </p:nvSpPr>
        <p:spPr>
          <a:xfrm>
            <a:off x="4582344"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62"/>
        <p:cNvGrpSpPr/>
        <p:nvPr/>
      </p:nvGrpSpPr>
      <p:grpSpPr>
        <a:xfrm>
          <a:off x="0" y="0"/>
          <a:ext cx="0" cy="0"/>
          <a:chOff x="0" y="0"/>
          <a:chExt cx="0" cy="0"/>
        </a:xfrm>
      </p:grpSpPr>
      <p:sp>
        <p:nvSpPr>
          <p:cNvPr id="63" name="Google Shape;63;p1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11"/>
          <p:cNvSpPr txBox="1">
            <a:spLocks noGrp="1"/>
          </p:cNvSpPr>
          <p:nvPr>
            <p:ph type="body" idx="1"/>
          </p:nvPr>
        </p:nvSpPr>
        <p:spPr>
          <a:xfrm>
            <a:off x="4645026"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8" name="Google Shape;68;p11"/>
          <p:cNvSpPr txBox="1">
            <a:spLocks noGrp="1"/>
          </p:cNvSpPr>
          <p:nvPr>
            <p:ph type="body" idx="2"/>
          </p:nvPr>
        </p:nvSpPr>
        <p:spPr>
          <a:xfrm>
            <a:off x="4645026"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69" name="Google Shape;69;p1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72" name="Google Shape;72;p1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3" name="Google Shape;73;p11"/>
          <p:cNvSpPr txBox="1">
            <a:spLocks noGrp="1"/>
          </p:cNvSpPr>
          <p:nvPr>
            <p:ph type="body" idx="3"/>
          </p:nvPr>
        </p:nvSpPr>
        <p:spPr>
          <a:xfrm>
            <a:off x="323528"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body" idx="4"/>
          </p:nvPr>
        </p:nvSpPr>
        <p:spPr>
          <a:xfrm>
            <a:off x="323528"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7" name="Google Shape;77;p1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14"/>
          <p:cNvSpPr txBox="1">
            <a:spLocks noGrp="1"/>
          </p:cNvSpPr>
          <p:nvPr>
            <p:ph type="title"/>
          </p:nvPr>
        </p:nvSpPr>
        <p:spPr>
          <a:xfrm>
            <a:off x="1792288" y="3600450"/>
            <a:ext cx="5486399" cy="425053"/>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86" name="Google Shape;86;p14"/>
          <p:cNvSpPr>
            <a:spLocks noGrp="1"/>
          </p:cNvSpPr>
          <p:nvPr>
            <p:ph type="pic" idx="2"/>
          </p:nvPr>
        </p:nvSpPr>
        <p:spPr>
          <a:xfrm>
            <a:off x="1792288" y="459581"/>
            <a:ext cx="5486399" cy="308609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7" name="Google Shape;87;p14"/>
          <p:cNvSpPr txBox="1">
            <a:spLocks noGrp="1"/>
          </p:cNvSpPr>
          <p:nvPr>
            <p:ph type="body" idx="1"/>
          </p:nvPr>
        </p:nvSpPr>
        <p:spPr>
          <a:xfrm>
            <a:off x="1792288" y="4025503"/>
            <a:ext cx="5486399" cy="60364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88" name="Google Shape;88;p14"/>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4"/>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4"/>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3" name="Google Shape;93;p15"/>
          <p:cNvSpPr txBox="1">
            <a:spLocks noGrp="1"/>
          </p:cNvSpPr>
          <p:nvPr>
            <p:ph type="body" idx="1"/>
          </p:nvPr>
        </p:nvSpPr>
        <p:spPr>
          <a:xfrm rot="5400000">
            <a:off x="2703240" y="-1248122"/>
            <a:ext cx="2739750" cy="7499176"/>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4" name="Google Shape;94;p15"/>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5"/>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p15"/>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rot="5400000">
            <a:off x="6012655" y="771525"/>
            <a:ext cx="3290888"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9" name="Google Shape;99;p16"/>
          <p:cNvSpPr txBox="1">
            <a:spLocks noGrp="1"/>
          </p:cNvSpPr>
          <p:nvPr>
            <p:ph type="body" idx="1"/>
          </p:nvPr>
        </p:nvSpPr>
        <p:spPr>
          <a:xfrm rot="5400000">
            <a:off x="1821656" y="-1209674"/>
            <a:ext cx="3290888" cy="6019799"/>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0" name="Google Shape;100;p1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1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2" name="Google Shape;102;p1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image" Target="../media/image1.jpeg"/><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6" Type="http://schemas.openxmlformats.org/officeDocument/2006/relationships/image" Target="../media/image1.jpeg"/><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theme" Target="../theme/theme3.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7">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 name="Google Shape;7;p1"/>
          <p:cNvSpPr txBox="1">
            <a:spLocks noGrp="1"/>
          </p:cNvSpPr>
          <p:nvPr>
            <p:ph type="body" idx="1"/>
          </p:nvPr>
        </p:nvSpPr>
        <p:spPr>
          <a:xfrm>
            <a:off x="323528" y="1200150"/>
            <a:ext cx="8363272"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6">
            <a:alphaModFix/>
          </a:blip>
          <a:stretch>
            <a:fillRect/>
          </a:stretch>
        </a:blipFill>
        <a:effectLst/>
      </p:bgPr>
    </p:bg>
    <p:spTree>
      <p:nvGrpSpPr>
        <p:cNvPr id="1" name="Shape 103"/>
        <p:cNvGrpSpPr/>
        <p:nvPr/>
      </p:nvGrpSpPr>
      <p:grpSpPr>
        <a:xfrm>
          <a:off x="0" y="0"/>
          <a:ext cx="0" cy="0"/>
          <a:chOff x="0" y="0"/>
          <a:chExt cx="0" cy="0"/>
        </a:xfrm>
      </p:grpSpPr>
      <p:sp>
        <p:nvSpPr>
          <p:cNvPr id="104" name="Google Shape;104;p1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05" name="Google Shape;105;p17"/>
          <p:cNvSpPr txBox="1">
            <a:spLocks noGrp="1"/>
          </p:cNvSpPr>
          <p:nvPr>
            <p:ph type="body" idx="1"/>
          </p:nvPr>
        </p:nvSpPr>
        <p:spPr>
          <a:xfrm>
            <a:off x="323528" y="1200150"/>
            <a:ext cx="83634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6" name="Google Shape;106;p1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7" name="Google Shape;107;p1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6">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 name="Google Shape;7;p1"/>
          <p:cNvSpPr txBox="1">
            <a:spLocks noGrp="1"/>
          </p:cNvSpPr>
          <p:nvPr>
            <p:ph type="body" idx="1"/>
          </p:nvPr>
        </p:nvSpPr>
        <p:spPr>
          <a:xfrm>
            <a:off x="323528" y="1200150"/>
            <a:ext cx="8363272"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hyperlink" Target="https://sketchfab.com/lukavonr" TargetMode="External"/><Relationship Id="rId3" Type="http://schemas.openxmlformats.org/officeDocument/2006/relationships/hyperlink" Target="https://www.artstation.com/alicenewhouse" TargetMode="External"/><Relationship Id="rId7" Type="http://schemas.openxmlformats.org/officeDocument/2006/relationships/image" Target="../media/image8.jpeg"/><Relationship Id="rId12" Type="http://schemas.openxmlformats.org/officeDocument/2006/relationships/hyperlink" Target="https://www.artstation.com/rexotec" TargetMode="External"/><Relationship Id="rId2" Type="http://schemas.openxmlformats.org/officeDocument/2006/relationships/notesSlide" Target="../notesSlides/notesSlide6.xml"/><Relationship Id="rId1" Type="http://schemas.openxmlformats.org/officeDocument/2006/relationships/slideLayout" Target="../slideLayouts/slideLayout31.xml"/><Relationship Id="rId6" Type="http://schemas.openxmlformats.org/officeDocument/2006/relationships/image" Target="../media/image7.jpeg"/><Relationship Id="rId11" Type="http://schemas.openxmlformats.org/officeDocument/2006/relationships/image" Target="../media/image12.jpeg"/><Relationship Id="rId5" Type="http://schemas.openxmlformats.org/officeDocument/2006/relationships/hyperlink" Target="https://sketchfab.com/AilishWorton" TargetMode="External"/><Relationship Id="rId10" Type="http://schemas.openxmlformats.org/officeDocument/2006/relationships/image" Target="../media/image11.jpeg"/><Relationship Id="rId4" Type="http://schemas.openxmlformats.org/officeDocument/2006/relationships/hyperlink" Target="https://kaye-simonson.artstation.com/" TargetMode="External"/><Relationship Id="rId9" Type="http://schemas.openxmlformats.org/officeDocument/2006/relationships/image" Target="../media/image10.jpeg"/><Relationship Id="rId14" Type="http://schemas.openxmlformats.org/officeDocument/2006/relationships/hyperlink" Target="https://sketchfab.com/Valice937"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3"/>
          <p:cNvSpPr txBox="1">
            <a:spLocks noGrp="1"/>
          </p:cNvSpPr>
          <p:nvPr>
            <p:ph type="ctrTitle"/>
          </p:nvPr>
        </p:nvSpPr>
        <p:spPr>
          <a:xfrm>
            <a:off x="755575" y="771550"/>
            <a:ext cx="7632900" cy="1728300"/>
          </a:xfrm>
          <a:prstGeom prst="rect">
            <a:avLst/>
          </a:prstGeom>
          <a:noFill/>
          <a:ln>
            <a:noFill/>
          </a:ln>
        </p:spPr>
        <p:txBody>
          <a:bodyPr spcFirstLastPara="1" wrap="square" lIns="91425" tIns="45700" rIns="91425" bIns="45700" anchor="t" anchorCtr="0">
            <a:noAutofit/>
          </a:bodyPr>
          <a:lstStyle/>
          <a:p>
            <a:r>
              <a:rPr lang="en-AU" sz="4800" b="0" i="0" u="none" strike="noStrike" cap="none">
                <a:solidFill>
                  <a:srgbClr val="00B0F0"/>
                </a:solidFill>
                <a:latin typeface="Roboto"/>
                <a:ea typeface="Roboto"/>
                <a:cs typeface="Roboto"/>
                <a:sym typeface="Roboto"/>
              </a:rPr>
              <a:t>3D Art </a:t>
            </a:r>
            <a:r>
              <a:rPr lang="en-AU">
                <a:latin typeface="Roboto"/>
                <a:ea typeface="Roboto"/>
                <a:cs typeface="Roboto"/>
                <a:sym typeface="Roboto"/>
              </a:rPr>
              <a:t>Pipeline</a:t>
            </a:r>
            <a:br>
              <a:rPr lang="en-AU">
                <a:latin typeface="Roboto"/>
                <a:ea typeface="Roboto"/>
                <a:cs typeface="Roboto"/>
              </a:rPr>
            </a:br>
            <a:r>
              <a:rPr lang="en-AU">
                <a:latin typeface="Roboto"/>
                <a:ea typeface="Roboto"/>
                <a:cs typeface="Roboto"/>
                <a:sym typeface="Roboto"/>
              </a:rPr>
              <a:t>Assessment - Game Art </a:t>
            </a:r>
            <a:endParaRPr/>
          </a:p>
        </p:txBody>
      </p:sp>
      <p:sp>
        <p:nvSpPr>
          <p:cNvPr id="206" name="Google Shape;206;p33"/>
          <p:cNvSpPr txBox="1">
            <a:spLocks noGrp="1"/>
          </p:cNvSpPr>
          <p:nvPr>
            <p:ph type="subTitle" idx="1"/>
          </p:nvPr>
        </p:nvSpPr>
        <p:spPr>
          <a:xfrm>
            <a:off x="755575" y="2571750"/>
            <a:ext cx="6400800" cy="131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92D050"/>
              </a:buClr>
              <a:buSzPts val="2800"/>
              <a:buFont typeface="Arial"/>
              <a:buNone/>
            </a:pPr>
            <a:r>
              <a:rPr lang="en-AU" sz="2400" b="0" i="0" u="none" strike="noStrike" cap="none" dirty="0">
                <a:solidFill>
                  <a:srgbClr val="92D050"/>
                </a:solidFill>
                <a:latin typeface="Roboto"/>
                <a:ea typeface="Roboto"/>
                <a:cs typeface="Roboto"/>
                <a:sym typeface="Roboto"/>
              </a:rPr>
              <a:t>Peter Donald</a:t>
            </a:r>
          </a:p>
        </p:txBody>
      </p:sp>
      <p:sp>
        <p:nvSpPr>
          <p:cNvPr id="2" name="Google Shape;98;p1">
            <a:extLst>
              <a:ext uri="{FF2B5EF4-FFF2-40B4-BE49-F238E27FC236}">
                <a16:creationId xmlns:a16="http://schemas.microsoft.com/office/drawing/2014/main" id="{92F5ABAC-3421-9518-20FF-A1A33EF3D03A}"/>
              </a:ext>
            </a:extLst>
          </p:cNvPr>
          <p:cNvSpPr txBox="1"/>
          <p:nvPr/>
        </p:nvSpPr>
        <p:spPr>
          <a:xfrm>
            <a:off x="755575" y="3886050"/>
            <a:ext cx="6400799" cy="7347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DDEAF6"/>
              </a:buClr>
              <a:buSzPts val="300"/>
            </a:pPr>
            <a:r>
              <a:rPr lang="en-AU" sz="1200" dirty="0">
                <a:solidFill>
                  <a:srgbClr val="DDEAF6"/>
                </a:solidFill>
                <a:latin typeface="Roboto"/>
                <a:ea typeface="Roboto"/>
                <a:cs typeface="Roboto"/>
                <a:sym typeface="Roboto"/>
              </a:rPr>
              <a:t>CUAANM313</a:t>
            </a:r>
            <a:r>
              <a:rPr lang="en-AU" sz="1200" b="0" i="0" u="none" strike="noStrike" cap="none" dirty="0">
                <a:solidFill>
                  <a:srgbClr val="DDEAF6"/>
                </a:solidFill>
                <a:latin typeface="Roboto"/>
                <a:ea typeface="Roboto"/>
                <a:cs typeface="Roboto"/>
                <a:sym typeface="Roboto"/>
              </a:rPr>
              <a:t> </a:t>
            </a:r>
            <a:r>
              <a:rPr lang="en-AU" sz="1200" dirty="0">
                <a:solidFill>
                  <a:srgbClr val="DDEAF6"/>
                </a:solidFill>
                <a:latin typeface="Roboto"/>
                <a:ea typeface="Roboto"/>
                <a:cs typeface="Roboto"/>
                <a:sym typeface="Roboto"/>
              </a:rPr>
              <a:t>Create 3D digital models</a:t>
            </a:r>
            <a:endParaRPr sz="1400" b="0" i="0" u="none" strike="noStrike" cap="none" dirty="0">
              <a:solidFill>
                <a:srgbClr val="000000"/>
              </a:solidFill>
              <a:latin typeface="Arial"/>
              <a:ea typeface="Arial"/>
              <a:cs typeface="Arial"/>
              <a:sym typeface="Arial"/>
            </a:endParaRPr>
          </a:p>
          <a:p>
            <a:pPr>
              <a:buClr>
                <a:srgbClr val="DDEAF6"/>
              </a:buClr>
              <a:buSzPts val="300"/>
            </a:pPr>
            <a:endParaRPr sz="1200" b="0" i="0" u="none" strike="noStrike" cap="none">
              <a:solidFill>
                <a:srgbClr val="DDEAF6"/>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4"/>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B0F0"/>
              </a:buClr>
              <a:buSzPts val="1400"/>
              <a:buFont typeface="Calibri"/>
              <a:buNone/>
            </a:pPr>
            <a:r>
              <a:rPr lang="en-AU" sz="3600" b="0" i="0" u="none" strike="noStrike" cap="none">
                <a:solidFill>
                  <a:srgbClr val="00B0F0"/>
                </a:solidFill>
                <a:latin typeface="Roboto"/>
                <a:ea typeface="Roboto"/>
                <a:cs typeface="Roboto"/>
                <a:sym typeface="Roboto"/>
              </a:rPr>
              <a:t>Introduction</a:t>
            </a:r>
            <a:endParaRPr/>
          </a:p>
        </p:txBody>
      </p:sp>
      <p:sp>
        <p:nvSpPr>
          <p:cNvPr id="213" name="Google Shape;213;p34"/>
          <p:cNvSpPr txBox="1">
            <a:spLocks noGrp="1"/>
          </p:cNvSpPr>
          <p:nvPr>
            <p:ph type="body" idx="1"/>
          </p:nvPr>
        </p:nvSpPr>
        <p:spPr>
          <a:xfrm>
            <a:off x="323528" y="1063375"/>
            <a:ext cx="8064900" cy="376467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AU" sz="900" b="1" i="0" u="none" strike="noStrike" cap="none">
                <a:solidFill>
                  <a:srgbClr val="D9D9D9"/>
                </a:solidFill>
                <a:latin typeface="Roboto"/>
                <a:ea typeface="Roboto"/>
                <a:cs typeface="Roboto"/>
                <a:sym typeface="Roboto"/>
              </a:rPr>
              <a:t>Introduction:</a:t>
            </a:r>
            <a:endParaRPr sz="900">
              <a:latin typeface="Roboto"/>
              <a:ea typeface="Roboto"/>
              <a:cs typeface="Roboto"/>
              <a:sym typeface="Roboto"/>
            </a:endParaRPr>
          </a:p>
          <a:p>
            <a:pPr marL="0" indent="0">
              <a:spcBef>
                <a:spcPts val="0"/>
              </a:spcBef>
              <a:buNone/>
            </a:pPr>
            <a:r>
              <a:rPr lang="en-AU" sz="900" i="0" u="none" strike="noStrike" cap="none">
                <a:solidFill>
                  <a:srgbClr val="B7B7B7"/>
                </a:solidFill>
                <a:latin typeface="Roboto"/>
                <a:ea typeface="Roboto"/>
                <a:cs typeface="Roboto"/>
                <a:sym typeface="Roboto"/>
              </a:rPr>
              <a:t>This assessment will cover the process of planning, designing and creating simple and efficient 3D models, for use in a</a:t>
            </a:r>
            <a:r>
              <a:rPr lang="en-AU" sz="900">
                <a:solidFill>
                  <a:srgbClr val="B7B7B7"/>
                </a:solidFill>
                <a:latin typeface="Roboto"/>
                <a:ea typeface="Roboto"/>
                <a:cs typeface="Roboto"/>
                <a:sym typeface="Roboto"/>
              </a:rPr>
              <a:t> real-time </a:t>
            </a:r>
            <a:r>
              <a:rPr lang="en-AU" sz="900" i="0" u="none" strike="noStrike" cap="none">
                <a:solidFill>
                  <a:srgbClr val="B7B7B7"/>
                </a:solidFill>
                <a:latin typeface="Roboto"/>
                <a:ea typeface="Roboto"/>
                <a:cs typeface="Roboto"/>
                <a:sym typeface="Roboto"/>
              </a:rPr>
              <a:t>engine</a:t>
            </a:r>
            <a:r>
              <a:rPr lang="en-AU" sz="900">
                <a:solidFill>
                  <a:srgbClr val="B7B7B7"/>
                </a:solidFill>
                <a:latin typeface="Roboto"/>
                <a:ea typeface="Roboto"/>
                <a:cs typeface="Roboto"/>
                <a:sym typeface="Roboto"/>
              </a:rPr>
              <a:t>. </a:t>
            </a:r>
            <a:endParaRPr lang="en-AU" sz="900">
              <a:solidFill>
                <a:srgbClr val="B7B7B7"/>
              </a:solidFill>
              <a:latin typeface="Roboto"/>
              <a:ea typeface="Roboto"/>
              <a:cs typeface="Roboto"/>
            </a:endParaRPr>
          </a:p>
          <a:p>
            <a:pPr marL="0" marR="0" lvl="0" indent="0" algn="l" rtl="0">
              <a:lnSpc>
                <a:spcPct val="100000"/>
              </a:lnSpc>
              <a:spcBef>
                <a:spcPts val="0"/>
              </a:spcBef>
              <a:spcAft>
                <a:spcPts val="0"/>
              </a:spcAft>
              <a:buClr>
                <a:srgbClr val="92D050"/>
              </a:buClr>
              <a:buSzPts val="2800"/>
              <a:buFont typeface="Arial"/>
              <a:buNone/>
            </a:pPr>
            <a:endParaRPr lang="en-AU" sz="900">
              <a:solidFill>
                <a:srgbClr val="B7B7B7"/>
              </a:solidFill>
              <a:latin typeface="Roboto"/>
              <a:ea typeface="Roboto"/>
              <a:cs typeface="Roboto"/>
              <a:sym typeface="Roboto"/>
            </a:endParaRPr>
          </a:p>
          <a:p>
            <a:pPr marL="0" marR="0" lvl="0" indent="0" algn="l" rtl="0">
              <a:lnSpc>
                <a:spcPct val="100000"/>
              </a:lnSpc>
              <a:spcBef>
                <a:spcPts val="0"/>
              </a:spcBef>
              <a:spcAft>
                <a:spcPts val="0"/>
              </a:spcAft>
              <a:buClr>
                <a:srgbClr val="92D050"/>
              </a:buClr>
              <a:buSzPts val="2800"/>
              <a:buFont typeface="Arial"/>
              <a:buNone/>
            </a:pPr>
            <a:r>
              <a:rPr lang="en-US" sz="900">
                <a:solidFill>
                  <a:srgbClr val="B7B7B7"/>
                </a:solidFill>
                <a:latin typeface="Roboto"/>
                <a:ea typeface="Roboto"/>
                <a:cs typeface="Roboto"/>
                <a:sym typeface="Roboto"/>
              </a:rPr>
              <a:t>The provided brief is designed to collect all the evidence of competency required for this subject. Following an alternative brief and/or presenting additional evidence of competency needs to be negotiated with your trainer. Further information on the assessment process and requirements can be found in the unit’s subject and assessment guide.</a:t>
            </a:r>
            <a:endParaRPr lang="en-US" sz="900">
              <a:solidFill>
                <a:srgbClr val="B7B7B7"/>
              </a:solidFill>
              <a:latin typeface="Roboto"/>
              <a:ea typeface="Roboto"/>
              <a:cs typeface="Roboto"/>
            </a:endParaRPr>
          </a:p>
          <a:p>
            <a:pPr marL="0" marR="0" lvl="0" indent="0" algn="l" rtl="0">
              <a:lnSpc>
                <a:spcPct val="100000"/>
              </a:lnSpc>
              <a:spcBef>
                <a:spcPts val="0"/>
              </a:spcBef>
              <a:spcAft>
                <a:spcPts val="0"/>
              </a:spcAft>
              <a:buClr>
                <a:srgbClr val="92D050"/>
              </a:buClr>
              <a:buSzPts val="2800"/>
              <a:buFont typeface="Arial"/>
              <a:buNone/>
            </a:pPr>
            <a:endParaRPr sz="900">
              <a:solidFill>
                <a:srgbClr val="B7B7B7"/>
              </a:solidFill>
              <a:latin typeface="Roboto"/>
              <a:ea typeface="Roboto"/>
              <a:cs typeface="Roboto"/>
              <a:sym typeface="Roboto"/>
            </a:endParaRPr>
          </a:p>
          <a:p>
            <a:pPr marL="0" indent="0">
              <a:lnSpc>
                <a:spcPct val="115000"/>
              </a:lnSpc>
              <a:spcBef>
                <a:spcPts val="0"/>
              </a:spcBef>
              <a:buNone/>
            </a:pPr>
            <a:r>
              <a:rPr lang="en-AU" sz="900" b="1">
                <a:solidFill>
                  <a:srgbClr val="D9D9D9"/>
                </a:solidFill>
                <a:latin typeface="Roboto"/>
                <a:ea typeface="Roboto"/>
                <a:cs typeface="Roboto"/>
              </a:rPr>
              <a:t>The assessment will include:</a:t>
            </a:r>
            <a:endParaRPr lang="en-AU" sz="900">
              <a:solidFill>
                <a:srgbClr val="FFFFFF"/>
              </a:solidFill>
              <a:latin typeface="Roboto"/>
              <a:ea typeface="Roboto"/>
              <a:cs typeface="Roboto"/>
            </a:endParaRPr>
          </a:p>
          <a:p>
            <a:pPr marL="342900" indent="-228600">
              <a:lnSpc>
                <a:spcPct val="114999"/>
              </a:lnSpc>
              <a:spcBef>
                <a:spcPts val="0"/>
              </a:spcBef>
              <a:buClr>
                <a:srgbClr val="00B0F0"/>
              </a:buClr>
              <a:buSzPts val="900"/>
              <a:buFont typeface="Roboto"/>
              <a:buChar char="•"/>
            </a:pPr>
            <a:r>
              <a:rPr lang="en-US" sz="900">
                <a:solidFill>
                  <a:schemeClr val="bg1">
                    <a:lumMod val="75000"/>
                  </a:schemeClr>
                </a:solidFill>
                <a:latin typeface="Roboto"/>
                <a:ea typeface="Roboto"/>
                <a:cs typeface="Roboto"/>
              </a:rPr>
              <a:t>Basic rigging test.</a:t>
            </a:r>
            <a:endParaRPr lang="en-AU" sz="900">
              <a:solidFill>
                <a:schemeClr val="bg1">
                  <a:lumMod val="75000"/>
                </a:schemeClr>
              </a:solidFill>
              <a:latin typeface="Roboto"/>
              <a:ea typeface="Roboto"/>
              <a:cs typeface="Roboto"/>
            </a:endParaRPr>
          </a:p>
          <a:p>
            <a:pPr marL="342900" indent="-228600">
              <a:lnSpc>
                <a:spcPct val="114999"/>
              </a:lnSpc>
              <a:spcBef>
                <a:spcPts val="0"/>
              </a:spcBef>
              <a:buClr>
                <a:srgbClr val="00B0F0"/>
              </a:buClr>
              <a:buSzPts val="900"/>
              <a:buFont typeface="Roboto"/>
              <a:buChar char="•"/>
            </a:pPr>
            <a:r>
              <a:rPr lang="en-AU" sz="900">
                <a:solidFill>
                  <a:schemeClr val="bg1">
                    <a:lumMod val="75000"/>
                  </a:schemeClr>
                </a:solidFill>
                <a:latin typeface="Roboto"/>
                <a:ea typeface="Roboto"/>
              </a:rPr>
              <a:t>Analysing</a:t>
            </a:r>
            <a:r>
              <a:rPr lang="en-US" sz="900">
                <a:solidFill>
                  <a:schemeClr val="bg1">
                    <a:lumMod val="75000"/>
                  </a:schemeClr>
                </a:solidFill>
                <a:latin typeface="Roboto"/>
                <a:ea typeface="Roboto"/>
              </a:rPr>
              <a:t> a brief.</a:t>
            </a:r>
            <a:endParaRPr lang="en-US" sz="900">
              <a:solidFill>
                <a:schemeClr val="bg1">
                  <a:lumMod val="75000"/>
                </a:schemeClr>
              </a:solidFill>
              <a:latin typeface="Roboto"/>
              <a:ea typeface="Roboto"/>
              <a:cs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Gathering reference and developing simple concepts.</a:t>
            </a:r>
            <a:endParaRPr sz="900">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Referring to asset lists and using naming conventions.</a:t>
            </a:r>
            <a:endParaRPr sz="900">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Considering and selecting appropriate modelling methods.</a:t>
            </a:r>
            <a:endParaRPr sz="900">
              <a:latin typeface="Roboto"/>
              <a:ea typeface="Roboto"/>
              <a:cs typeface="Roboto"/>
              <a:sym typeface="Roboto"/>
            </a:endParaRPr>
          </a:p>
          <a:p>
            <a:pPr marL="342900" lvl="0" indent="-2286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Modelling, UV unwrapping and texturing simple objects.</a:t>
            </a:r>
            <a:endParaRPr lang="en-US" sz="900">
              <a:solidFill>
                <a:srgbClr val="B7B7B7"/>
              </a:solidFill>
              <a:latin typeface="Roboto"/>
              <a:ea typeface="Roboto"/>
              <a:cs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Creating PBR texture maps.</a:t>
            </a:r>
            <a:endParaRPr sz="900">
              <a:solidFill>
                <a:srgbClr val="B7B7B7"/>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Lighting and </a:t>
            </a:r>
            <a:r>
              <a:rPr lang="en-AU" sz="900">
                <a:solidFill>
                  <a:srgbClr val="B7B7B7"/>
                </a:solidFill>
                <a:latin typeface="Roboto"/>
                <a:ea typeface="Roboto"/>
                <a:cs typeface="Roboto"/>
                <a:sym typeface="Roboto"/>
              </a:rPr>
              <a:t>p</a:t>
            </a:r>
            <a:r>
              <a:rPr lang="en-AU" sz="900" i="0" u="none" strike="noStrike" cap="none">
                <a:solidFill>
                  <a:srgbClr val="B7B7B7"/>
                </a:solidFill>
                <a:latin typeface="Roboto"/>
                <a:ea typeface="Roboto"/>
                <a:cs typeface="Roboto"/>
                <a:sym typeface="Roboto"/>
              </a:rPr>
              <a:t>resenting your models.</a:t>
            </a:r>
            <a:endParaRPr sz="900">
              <a:solidFill>
                <a:srgbClr val="B7B7B7"/>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Gathering and addressing feedback and conducting a </a:t>
            </a:r>
            <a:r>
              <a:rPr lang="en-AU" sz="900">
                <a:solidFill>
                  <a:srgbClr val="B7B7B7"/>
                </a:solidFill>
                <a:latin typeface="Roboto"/>
                <a:ea typeface="Roboto"/>
                <a:cs typeface="Roboto"/>
                <a:sym typeface="Roboto"/>
              </a:rPr>
              <a:t>post-mortem</a:t>
            </a:r>
            <a:r>
              <a:rPr lang="en-AU" sz="900" i="0" u="none" strike="noStrike" cap="none">
                <a:solidFill>
                  <a:srgbClr val="B7B7B7"/>
                </a:solidFill>
                <a:latin typeface="Roboto"/>
                <a:ea typeface="Roboto"/>
                <a:cs typeface="Roboto"/>
                <a:sym typeface="Roboto"/>
              </a:rPr>
              <a:t> review.</a:t>
            </a:r>
            <a:endParaRPr lang="en-AU" sz="900" i="0" u="none" strike="noStrike" cap="none">
              <a:solidFill>
                <a:srgbClr val="B7B7B7"/>
              </a:solidFill>
              <a:latin typeface="Roboto"/>
              <a:ea typeface="Roboto"/>
              <a:cs typeface="Roboto"/>
            </a:endParaRPr>
          </a:p>
          <a:p>
            <a:pPr marL="342900" indent="-228600">
              <a:lnSpc>
                <a:spcPct val="115000"/>
              </a:lnSpc>
              <a:spcBef>
                <a:spcPts val="0"/>
              </a:spcBef>
              <a:buClr>
                <a:srgbClr val="00B0F0"/>
              </a:buClr>
              <a:buSzPts val="900"/>
              <a:buFont typeface="Roboto"/>
              <a:buChar char="•"/>
            </a:pPr>
            <a:r>
              <a:rPr lang="en-US" sz="900">
                <a:solidFill>
                  <a:schemeClr val="bg1">
                    <a:lumMod val="75000"/>
                  </a:schemeClr>
                </a:solidFill>
                <a:latin typeface="Roboto"/>
                <a:ea typeface="Roboto"/>
                <a:cs typeface="Roboto"/>
                <a:sym typeface="Roboto"/>
              </a:rPr>
              <a:t>Observing and maintaining healthy work practices.</a:t>
            </a:r>
            <a:endParaRPr lang="en-US" sz="900">
              <a:solidFill>
                <a:schemeClr val="bg1">
                  <a:lumMod val="75000"/>
                </a:schemeClr>
              </a:solidFill>
              <a:latin typeface="Roboto"/>
              <a:ea typeface="Roboto"/>
              <a:cs typeface="Roboto"/>
            </a:endParaRPr>
          </a:p>
          <a:p>
            <a:pPr marL="0" indent="0">
              <a:lnSpc>
                <a:spcPct val="115000"/>
              </a:lnSpc>
              <a:spcBef>
                <a:spcPts val="0"/>
              </a:spcBef>
              <a:buNone/>
            </a:pPr>
            <a:endParaRPr lang="en-AU" sz="900" b="1">
              <a:solidFill>
                <a:srgbClr val="EEECE1"/>
              </a:solidFill>
              <a:latin typeface="Roboto"/>
              <a:ea typeface="Roboto"/>
              <a:cs typeface="Roboto"/>
            </a:endParaRPr>
          </a:p>
          <a:p>
            <a:pPr marL="0" lvl="0" indent="0" rtl="0">
              <a:lnSpc>
                <a:spcPct val="115000"/>
              </a:lnSpc>
              <a:spcBef>
                <a:spcPts val="0"/>
              </a:spcBef>
              <a:spcAft>
                <a:spcPts val="0"/>
              </a:spcAft>
              <a:buNone/>
            </a:pPr>
            <a:r>
              <a:rPr lang="en-AU" sz="900" b="1" i="0" u="none" strike="noStrike" cap="none">
                <a:solidFill>
                  <a:schemeClr val="lt2"/>
                </a:solidFill>
                <a:latin typeface="Roboto"/>
                <a:ea typeface="Roboto"/>
                <a:cs typeface="Roboto"/>
                <a:sym typeface="Roboto"/>
              </a:rPr>
              <a:t>The assessment instructions:</a:t>
            </a:r>
            <a:endParaRPr sz="900" b="1" i="0" u="none" strike="noStrike" cap="none">
              <a:solidFill>
                <a:schemeClr val="lt2"/>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All sections marked in </a:t>
            </a:r>
            <a:r>
              <a:rPr lang="en-AU" sz="900" i="0" u="none" strike="noStrike" cap="none">
                <a:solidFill>
                  <a:srgbClr val="92D050"/>
                </a:solidFill>
                <a:latin typeface="Roboto"/>
                <a:ea typeface="Roboto"/>
                <a:cs typeface="Roboto"/>
                <a:sym typeface="Roboto"/>
              </a:rPr>
              <a:t>green</a:t>
            </a:r>
            <a:r>
              <a:rPr lang="en-AU" sz="900" i="0" u="none" strike="noStrike" cap="none">
                <a:solidFill>
                  <a:srgbClr val="B7B7B7"/>
                </a:solidFill>
                <a:latin typeface="Roboto"/>
                <a:ea typeface="Roboto"/>
                <a:cs typeface="Roboto"/>
                <a:sym typeface="Roboto"/>
              </a:rPr>
              <a:t> must be edited/filled out by each student. Be sure to replace “Student Name” on the first slide and include your name in the document filename.</a:t>
            </a:r>
            <a:endParaRPr sz="900">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5"/>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i="0" u="none" strike="noStrike" cap="none">
                <a:solidFill>
                  <a:srgbClr val="00B0F0"/>
                </a:solidFill>
                <a:latin typeface="Roboto"/>
                <a:ea typeface="Roboto"/>
                <a:cs typeface="Roboto"/>
                <a:sym typeface="Roboto"/>
              </a:rPr>
              <a:t>Brief</a:t>
            </a:r>
            <a:r>
              <a:rPr lang="en-AU">
                <a:latin typeface="Roboto"/>
                <a:ea typeface="Roboto"/>
                <a:cs typeface="Roboto"/>
                <a:sym typeface="Roboto"/>
              </a:rPr>
              <a:t> </a:t>
            </a:r>
            <a:r>
              <a:rPr lang="en-AU" sz="360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b="0" i="0" u="none" strike="noStrike" cap="none">
                <a:solidFill>
                  <a:srgbClr val="8CB3E3"/>
                </a:solidFill>
                <a:latin typeface="Roboto"/>
                <a:ea typeface="Roboto"/>
                <a:cs typeface="Roboto"/>
                <a:sym typeface="Roboto"/>
              </a:rPr>
              <a:t>Overview</a:t>
            </a:r>
            <a:endParaRPr/>
          </a:p>
        </p:txBody>
      </p:sp>
      <p:sp>
        <p:nvSpPr>
          <p:cNvPr id="219" name="Google Shape;219;p35"/>
          <p:cNvSpPr txBox="1">
            <a:spLocks noGrp="1"/>
          </p:cNvSpPr>
          <p:nvPr>
            <p:ph type="body" idx="1"/>
          </p:nvPr>
        </p:nvSpPr>
        <p:spPr>
          <a:xfrm>
            <a:off x="323524" y="1063375"/>
            <a:ext cx="8110500" cy="33843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2800"/>
              <a:buFont typeface="Arial"/>
              <a:buNone/>
            </a:pPr>
            <a:r>
              <a:rPr lang="en-AU" sz="900" b="1">
                <a:solidFill>
                  <a:srgbClr val="D9D9D9"/>
                </a:solidFill>
                <a:latin typeface="Roboto"/>
                <a:ea typeface="Roboto"/>
                <a:cs typeface="Roboto"/>
                <a:sym typeface="Roboto"/>
              </a:rPr>
              <a:t>Overview:</a:t>
            </a:r>
            <a:endParaRPr sz="900">
              <a:solidFill>
                <a:srgbClr val="B7B7B7"/>
              </a:solidFill>
              <a:latin typeface="Roboto"/>
              <a:ea typeface="Roboto"/>
              <a:cs typeface="Roboto"/>
              <a:sym typeface="Roboto"/>
            </a:endParaRPr>
          </a:p>
          <a:p>
            <a:pPr marL="0" indent="0">
              <a:spcBef>
                <a:spcPts val="0"/>
              </a:spcBef>
              <a:buNone/>
            </a:pPr>
            <a:r>
              <a:rPr lang="en-AU" sz="900" i="0" u="none" strike="noStrike" cap="none">
                <a:solidFill>
                  <a:srgbClr val="B7B7B7"/>
                </a:solidFill>
                <a:latin typeface="Roboto"/>
                <a:ea typeface="Roboto"/>
                <a:cs typeface="Roboto"/>
                <a:sym typeface="Roboto"/>
              </a:rPr>
              <a:t>Utilising</a:t>
            </a:r>
            <a:r>
              <a:rPr lang="en-US" sz="900" i="0" u="none" strike="noStrike" cap="none">
                <a:solidFill>
                  <a:srgbClr val="B7B7B7"/>
                </a:solidFill>
                <a:latin typeface="Roboto"/>
                <a:ea typeface="Roboto"/>
                <a:cs typeface="Roboto"/>
                <a:sym typeface="Roboto"/>
              </a:rPr>
              <a:t> </a:t>
            </a:r>
            <a:r>
              <a:rPr lang="en-US" sz="900">
                <a:solidFill>
                  <a:srgbClr val="B7B7B7"/>
                </a:solidFill>
                <a:latin typeface="Roboto"/>
                <a:ea typeface="Roboto"/>
                <a:cs typeface="Roboto"/>
                <a:sym typeface="Roboto"/>
              </a:rPr>
              <a:t>different </a:t>
            </a:r>
            <a:r>
              <a:rPr lang="en-US" sz="900" i="0" u="none" strike="noStrike" cap="none">
                <a:solidFill>
                  <a:srgbClr val="B7B7B7"/>
                </a:solidFill>
                <a:latin typeface="Roboto"/>
                <a:ea typeface="Roboto"/>
                <a:cs typeface="Roboto"/>
                <a:sym typeface="Roboto"/>
              </a:rPr>
              <a:t>modelling methods</a:t>
            </a:r>
            <a:r>
              <a:rPr lang="en-US" sz="900">
                <a:solidFill>
                  <a:srgbClr val="B7B7B7"/>
                </a:solidFill>
                <a:latin typeface="Roboto"/>
                <a:ea typeface="Roboto"/>
                <a:cs typeface="Roboto"/>
                <a:sym typeface="Roboto"/>
              </a:rPr>
              <a:t> and </a:t>
            </a:r>
            <a:r>
              <a:rPr lang="en-US" sz="900" i="0" u="none" strike="noStrike" cap="none">
                <a:solidFill>
                  <a:srgbClr val="B7B7B7"/>
                </a:solidFill>
                <a:latin typeface="Roboto"/>
                <a:ea typeface="Roboto"/>
                <a:cs typeface="Roboto"/>
                <a:sym typeface="Roboto"/>
              </a:rPr>
              <a:t>techniques</a:t>
            </a:r>
            <a:r>
              <a:rPr lang="en-US" sz="900">
                <a:solidFill>
                  <a:srgbClr val="B7B7B7"/>
                </a:solidFill>
                <a:latin typeface="Roboto"/>
                <a:ea typeface="Roboto"/>
                <a:cs typeface="Roboto"/>
                <a:sym typeface="Roboto"/>
              </a:rPr>
              <a:t> </a:t>
            </a:r>
            <a:r>
              <a:rPr lang="en-US" sz="900" i="0" u="none" strike="noStrike" cap="none">
                <a:solidFill>
                  <a:srgbClr val="B7B7B7"/>
                </a:solidFill>
                <a:latin typeface="Roboto"/>
                <a:ea typeface="Roboto"/>
                <a:cs typeface="Roboto"/>
                <a:sym typeface="Roboto"/>
              </a:rPr>
              <a:t>create</a:t>
            </a:r>
            <a:r>
              <a:rPr lang="en-US" sz="900">
                <a:solidFill>
                  <a:srgbClr val="B7B7B7"/>
                </a:solidFill>
                <a:latin typeface="Roboto"/>
                <a:ea typeface="Roboto"/>
                <a:cs typeface="Roboto"/>
                <a:sym typeface="Roboto"/>
              </a:rPr>
              <a:t> and present a</a:t>
            </a:r>
            <a:r>
              <a:rPr lang="en-US" sz="900" i="0" u="none" strike="noStrike" cap="none">
                <a:solidFill>
                  <a:srgbClr val="B7B7B7"/>
                </a:solidFill>
                <a:latin typeface="Roboto"/>
                <a:ea typeface="Roboto"/>
                <a:cs typeface="Roboto"/>
                <a:sym typeface="Roboto"/>
              </a:rPr>
              <a:t> </a:t>
            </a:r>
            <a:r>
              <a:rPr lang="en-US" sz="900">
                <a:solidFill>
                  <a:srgbClr val="B7B7B7"/>
                </a:solidFill>
                <a:latin typeface="Roboto"/>
                <a:ea typeface="Roboto"/>
                <a:cs typeface="Roboto"/>
                <a:sym typeface="Roboto"/>
              </a:rPr>
              <a:t>bladed weapon and shield in a real-time</a:t>
            </a:r>
            <a:r>
              <a:rPr lang="en-US" sz="900" i="0" u="none" strike="noStrike" cap="none">
                <a:solidFill>
                  <a:srgbClr val="B7B7B7"/>
                </a:solidFill>
                <a:latin typeface="Roboto"/>
                <a:ea typeface="Roboto"/>
                <a:cs typeface="Roboto"/>
                <a:sym typeface="Roboto"/>
              </a:rPr>
              <a:t> engine.</a:t>
            </a:r>
            <a:endParaRPr lang="en-US" sz="900">
              <a:solidFill>
                <a:srgbClr val="B7B7B7"/>
              </a:solidFill>
              <a:latin typeface="Roboto"/>
              <a:ea typeface="Roboto"/>
              <a:cs typeface="Roboto"/>
            </a:endParaRPr>
          </a:p>
          <a:p>
            <a:pPr marL="0" marR="0" lvl="0" indent="0" algn="l" rtl="0">
              <a:lnSpc>
                <a:spcPct val="115000"/>
              </a:lnSpc>
              <a:spcBef>
                <a:spcPts val="0"/>
              </a:spcBef>
              <a:spcAft>
                <a:spcPts val="0"/>
              </a:spcAft>
              <a:buClr>
                <a:srgbClr val="92D050"/>
              </a:buClr>
              <a:buSzPts val="2800"/>
              <a:buFont typeface="Arial"/>
              <a:buNone/>
            </a:pPr>
            <a:endParaRPr sz="900" i="0" u="none" strike="noStrike" cap="none">
              <a:solidFill>
                <a:srgbClr val="B7B7B7"/>
              </a:solidFill>
              <a:latin typeface="Roboto"/>
              <a:ea typeface="Roboto"/>
              <a:cs typeface="Roboto"/>
              <a:sym typeface="Roboto"/>
            </a:endParaRPr>
          </a:p>
          <a:p>
            <a:pPr marL="0" marR="0" lvl="0" indent="0" algn="l" rtl="0">
              <a:lnSpc>
                <a:spcPct val="115000"/>
              </a:lnSpc>
              <a:spcBef>
                <a:spcPts val="0"/>
              </a:spcBef>
              <a:spcAft>
                <a:spcPts val="0"/>
              </a:spcAft>
              <a:buClr>
                <a:srgbClr val="92D050"/>
              </a:buClr>
              <a:buSzPts val="2800"/>
              <a:buFont typeface="Arial"/>
              <a:buNone/>
            </a:pPr>
            <a:r>
              <a:rPr lang="en-AU" sz="900" b="1" i="0" u="none" strike="noStrike" cap="none">
                <a:solidFill>
                  <a:srgbClr val="D9D9D9"/>
                </a:solidFill>
                <a:latin typeface="Roboto"/>
                <a:ea typeface="Roboto"/>
                <a:cs typeface="Roboto"/>
                <a:sym typeface="Roboto"/>
              </a:rPr>
              <a:t>The scene must contain:</a:t>
            </a:r>
            <a:endParaRPr sz="900">
              <a:latin typeface="Roboto"/>
              <a:ea typeface="Roboto"/>
              <a:cs typeface="Roboto"/>
              <a:sym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A </a:t>
            </a:r>
            <a:r>
              <a:rPr lang="en-US" sz="900" i="0" u="none" strike="noStrike" cap="none">
                <a:solidFill>
                  <a:srgbClr val="B7B7B7"/>
                </a:solidFill>
                <a:latin typeface="Roboto"/>
                <a:ea typeface="Roboto"/>
                <a:cs typeface="Roboto"/>
                <a:sym typeface="Roboto"/>
              </a:rPr>
              <a:t>bladed weapon of your own design.</a:t>
            </a:r>
            <a:endParaRPr sz="900">
              <a:latin typeface="Roboto"/>
              <a:ea typeface="Roboto"/>
              <a:cs typeface="Roboto"/>
              <a:sym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A </a:t>
            </a:r>
            <a:r>
              <a:rPr lang="en-AU" sz="900">
                <a:solidFill>
                  <a:srgbClr val="B7B7B7"/>
                </a:solidFill>
                <a:latin typeface="Roboto"/>
                <a:ea typeface="Roboto"/>
                <a:cs typeface="Roboto"/>
                <a:sym typeface="Roboto"/>
              </a:rPr>
              <a:t>shield of your own design.</a:t>
            </a:r>
            <a:endParaRPr lang="en-AU" sz="900">
              <a:latin typeface="Roboto"/>
              <a:ea typeface="Roboto"/>
              <a:cs typeface="Roboto"/>
              <a:sym typeface="Roboto"/>
            </a:endParaRPr>
          </a:p>
          <a:p>
            <a:pPr marL="457200" marR="0" lvl="0" indent="-292100" algn="l" rtl="0">
              <a:lnSpc>
                <a:spcPct val="115000"/>
              </a:lnSpc>
              <a:spcBef>
                <a:spcPts val="0"/>
              </a:spcBef>
              <a:spcAft>
                <a:spcPts val="0"/>
              </a:spcAft>
              <a:buClr>
                <a:srgbClr val="00B0F0"/>
              </a:buClr>
              <a:buSzPts val="900"/>
              <a:buFont typeface="Roboto"/>
              <a:buChar char="•"/>
            </a:pPr>
            <a:endParaRPr sz="900">
              <a:solidFill>
                <a:srgbClr val="B7B7B7"/>
              </a:solidFill>
              <a:latin typeface="Roboto"/>
              <a:ea typeface="Roboto"/>
              <a:cs typeface="Roboto"/>
              <a:sym typeface="Roboto"/>
            </a:endParaRPr>
          </a:p>
          <a:p>
            <a:pPr marL="0" marR="0" lvl="0" indent="0" algn="l" rtl="0">
              <a:lnSpc>
                <a:spcPct val="115000"/>
              </a:lnSpc>
              <a:spcBef>
                <a:spcPts val="0"/>
              </a:spcBef>
              <a:spcAft>
                <a:spcPts val="0"/>
              </a:spcAft>
              <a:buClr>
                <a:srgbClr val="92D050"/>
              </a:buClr>
              <a:buSzPts val="2800"/>
              <a:buFont typeface="Arial"/>
              <a:buNone/>
            </a:pPr>
            <a:r>
              <a:rPr lang="en-AU" sz="900" b="1" i="0" u="none" strike="noStrike" cap="none">
                <a:solidFill>
                  <a:srgbClr val="D9D9D9"/>
                </a:solidFill>
                <a:latin typeface="Roboto"/>
                <a:ea typeface="Roboto"/>
                <a:cs typeface="Roboto"/>
                <a:sym typeface="Roboto"/>
              </a:rPr>
              <a:t>Technical </a:t>
            </a:r>
            <a:r>
              <a:rPr lang="en-AU" sz="900" b="1">
                <a:solidFill>
                  <a:srgbClr val="D9D9D9"/>
                </a:solidFill>
                <a:latin typeface="Roboto"/>
                <a:ea typeface="Roboto"/>
                <a:cs typeface="Roboto"/>
                <a:sym typeface="Roboto"/>
              </a:rPr>
              <a:t>specifications</a:t>
            </a:r>
            <a:r>
              <a:rPr lang="en-AU" sz="900" b="1" i="0" u="none" strike="noStrike" cap="none">
                <a:solidFill>
                  <a:srgbClr val="D9D9D9"/>
                </a:solidFill>
                <a:latin typeface="Roboto"/>
                <a:ea typeface="Roboto"/>
                <a:cs typeface="Roboto"/>
                <a:sym typeface="Roboto"/>
              </a:rPr>
              <a:t>:</a:t>
            </a:r>
            <a:endParaRPr sz="900">
              <a:latin typeface="Roboto"/>
              <a:ea typeface="Roboto"/>
              <a:cs typeface="Roboto"/>
              <a:sym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Refer to asset list.</a:t>
            </a:r>
            <a:endParaRPr sz="900">
              <a:latin typeface="Roboto"/>
              <a:ea typeface="Roboto"/>
              <a:cs typeface="Roboto"/>
              <a:sym typeface="Roboto"/>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400" b="0" i="0" u="none" strike="noStrike" cap="none">
              <a:solidFill>
                <a:srgbClr val="00B0F0"/>
              </a:solidFill>
              <a:latin typeface="Calibri"/>
              <a:ea typeface="Calibri"/>
              <a:cs typeface="Calibri"/>
              <a:sym typeface="Calibri"/>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92D050"/>
              </a:buClr>
              <a:buSzPts val="2800"/>
              <a:buFont typeface="Arial"/>
              <a:buNone/>
            </a:pPr>
            <a:endParaRPr sz="1200" b="0" i="0" u="none" strike="noStrike" cap="none">
              <a:solidFill>
                <a:schemeClr val="lt1"/>
              </a:solidFill>
              <a:latin typeface="Calibri"/>
              <a:ea typeface="Calibri"/>
              <a:cs typeface="Calibri"/>
              <a:sym typeface="Calibri"/>
            </a:endParaRPr>
          </a:p>
          <a:p>
            <a:pPr marL="177800" marR="0" lvl="0" indent="-165100" algn="l" rtl="0">
              <a:lnSpc>
                <a:spcPct val="100000"/>
              </a:lnSpc>
              <a:spcBef>
                <a:spcPts val="0"/>
              </a:spcBef>
              <a:spcAft>
                <a:spcPts val="0"/>
              </a:spcAft>
              <a:buClr>
                <a:schemeClr val="dk1"/>
              </a:buClr>
              <a:buSzPts val="2800"/>
              <a:buFont typeface="Arial"/>
              <a:buNone/>
            </a:pPr>
            <a:endParaRPr sz="2400" b="0" i="0" u="none" strike="noStrike" cap="none">
              <a:solidFill>
                <a:srgbClr val="00B0F0"/>
              </a:solidFill>
              <a:latin typeface="Calibri"/>
              <a:ea typeface="Calibri"/>
              <a:cs typeface="Calibri"/>
              <a:sym typeface="Calibri"/>
            </a:endParaRPr>
          </a:p>
        </p:txBody>
      </p:sp>
      <p:sp>
        <p:nvSpPr>
          <p:cNvPr id="221" name="Google Shape;221;p35"/>
          <p:cNvSpPr txBox="1"/>
          <p:nvPr/>
        </p:nvSpPr>
        <p:spPr>
          <a:xfrm>
            <a:off x="2203733" y="4415920"/>
            <a:ext cx="2502368" cy="283500"/>
          </a:xfrm>
          <a:prstGeom prst="rect">
            <a:avLst/>
          </a:prstGeom>
          <a:noFill/>
          <a:ln>
            <a:noFill/>
          </a:ln>
        </p:spPr>
        <p:txBody>
          <a:bodyPr spcFirstLastPara="1" wrap="square" lIns="91425" tIns="91425" rIns="91425" bIns="91425" anchor="t" anchorCtr="0">
            <a:noAutofit/>
          </a:bodyPr>
          <a:lstStyle/>
          <a:p>
            <a:pPr lvl="0">
              <a:buClr>
                <a:srgbClr val="B7B7B7"/>
              </a:buClr>
              <a:buSzPts val="900"/>
            </a:pPr>
            <a:r>
              <a:rPr lang="en-AU" sz="900">
                <a:solidFill>
                  <a:srgbClr val="B7B7B7"/>
                </a:solidFill>
                <a:latin typeface="Roboto"/>
                <a:ea typeface="Roboto"/>
                <a:cs typeface="Roboto"/>
                <a:sym typeface="Roboto"/>
              </a:rPr>
              <a:t>Sword and shield by </a:t>
            </a:r>
            <a:r>
              <a:rPr lang="en-AU" sz="900" err="1">
                <a:solidFill>
                  <a:srgbClr val="B7B7B7"/>
                </a:solidFill>
                <a:latin typeface="Roboto"/>
                <a:ea typeface="Roboto"/>
                <a:cs typeface="Roboto"/>
                <a:sym typeface="Roboto"/>
              </a:rPr>
              <a:t>Domen</a:t>
            </a:r>
            <a:r>
              <a:rPr lang="en-AU" sz="900">
                <a:solidFill>
                  <a:srgbClr val="B7B7B7"/>
                </a:solidFill>
                <a:latin typeface="Roboto"/>
                <a:ea typeface="Roboto"/>
                <a:cs typeface="Roboto"/>
                <a:sym typeface="Roboto"/>
              </a:rPr>
              <a:t> </a:t>
            </a:r>
            <a:r>
              <a:rPr lang="en-AU" sz="900" err="1">
                <a:solidFill>
                  <a:srgbClr val="B7B7B7"/>
                </a:solidFill>
                <a:latin typeface="Roboto"/>
                <a:ea typeface="Roboto"/>
                <a:cs typeface="Roboto"/>
                <a:sym typeface="Roboto"/>
              </a:rPr>
              <a:t>Kozelj</a:t>
            </a:r>
            <a:endParaRPr/>
          </a:p>
        </p:txBody>
      </p:sp>
      <p:pic>
        <p:nvPicPr>
          <p:cNvPr id="5" name="Picture 4">
            <a:extLst>
              <a:ext uri="{FF2B5EF4-FFF2-40B4-BE49-F238E27FC236}">
                <a16:creationId xmlns:a16="http://schemas.microsoft.com/office/drawing/2014/main" id="{0BB73D57-C937-4BF1-8DBB-DCEFA67EBF30}"/>
              </a:ext>
            </a:extLst>
          </p:cNvPr>
          <p:cNvPicPr>
            <a:picLocks noChangeAspect="1"/>
          </p:cNvPicPr>
          <p:nvPr/>
        </p:nvPicPr>
        <p:blipFill rotWithShape="1">
          <a:blip r:embed="rId3"/>
          <a:srcRect l="1090" t="2067" r="1548" b="2247"/>
          <a:stretch/>
        </p:blipFill>
        <p:spPr>
          <a:xfrm>
            <a:off x="2308301" y="2516594"/>
            <a:ext cx="3647143" cy="1931081"/>
          </a:xfrm>
          <a:prstGeom prst="rect">
            <a:avLst/>
          </a:prstGeom>
          <a:ln w="19050">
            <a:solidFill>
              <a:srgbClr val="00B0F0"/>
            </a:solidFill>
          </a:ln>
        </p:spPr>
      </p:pic>
      <p:pic>
        <p:nvPicPr>
          <p:cNvPr id="6" name="Picture 5">
            <a:extLst>
              <a:ext uri="{FF2B5EF4-FFF2-40B4-BE49-F238E27FC236}">
                <a16:creationId xmlns:a16="http://schemas.microsoft.com/office/drawing/2014/main" id="{40511F91-2047-4DEC-A7DC-D63DD5E434C4}"/>
              </a:ext>
            </a:extLst>
          </p:cNvPr>
          <p:cNvPicPr>
            <a:picLocks noChangeAspect="1"/>
          </p:cNvPicPr>
          <p:nvPr/>
        </p:nvPicPr>
        <p:blipFill rotWithShape="1">
          <a:blip r:embed="rId4"/>
          <a:srcRect r="7381"/>
          <a:stretch/>
        </p:blipFill>
        <p:spPr>
          <a:xfrm>
            <a:off x="6144731" y="2516594"/>
            <a:ext cx="1810159" cy="1931079"/>
          </a:xfrm>
          <a:prstGeom prst="rect">
            <a:avLst/>
          </a:prstGeom>
          <a:ln w="19050">
            <a:solidFill>
              <a:srgbClr val="00B0F0"/>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6"/>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i="0" u="none" strike="noStrike" cap="none">
                <a:solidFill>
                  <a:srgbClr val="00B0F0"/>
                </a:solidFill>
                <a:latin typeface="Roboto"/>
                <a:ea typeface="Roboto"/>
                <a:cs typeface="Roboto"/>
                <a:sym typeface="Roboto"/>
              </a:rPr>
              <a:t>Br</a:t>
            </a:r>
            <a:r>
              <a:rPr lang="en-AU">
                <a:latin typeface="Roboto"/>
                <a:ea typeface="Roboto"/>
                <a:cs typeface="Roboto"/>
                <a:sym typeface="Roboto"/>
              </a:rPr>
              <a:t>ie</a:t>
            </a:r>
            <a:r>
              <a:rPr lang="en-AU" sz="3600" i="0" u="none" strike="noStrike" cap="none">
                <a:solidFill>
                  <a:srgbClr val="00B0F0"/>
                </a:solidFill>
                <a:latin typeface="Roboto"/>
                <a:ea typeface="Roboto"/>
                <a:cs typeface="Roboto"/>
                <a:sym typeface="Roboto"/>
              </a:rPr>
              <a:t>f</a:t>
            </a:r>
            <a:r>
              <a:rPr lang="en-AU">
                <a:latin typeface="Roboto"/>
                <a:ea typeface="Roboto"/>
                <a:cs typeface="Roboto"/>
                <a:sym typeface="Roboto"/>
              </a:rPr>
              <a:t> </a:t>
            </a:r>
            <a:r>
              <a:rPr lang="en-AU" sz="360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b="0" i="0" u="none" strike="noStrike" cap="none">
                <a:solidFill>
                  <a:srgbClr val="8CB3E3"/>
                </a:solidFill>
                <a:latin typeface="Roboto"/>
                <a:ea typeface="Roboto"/>
                <a:cs typeface="Roboto"/>
                <a:sym typeface="Roboto"/>
              </a:rPr>
              <a:t>Requirements</a:t>
            </a:r>
            <a:r>
              <a:rPr lang="en-AU">
                <a:ea typeface="Roboto"/>
              </a:rPr>
              <a:t>  </a:t>
            </a:r>
            <a:endParaRPr/>
          </a:p>
        </p:txBody>
      </p:sp>
      <p:sp>
        <p:nvSpPr>
          <p:cNvPr id="227" name="Google Shape;227;p36"/>
          <p:cNvSpPr txBox="1">
            <a:spLocks noGrp="1"/>
          </p:cNvSpPr>
          <p:nvPr>
            <p:ph type="body" idx="1"/>
          </p:nvPr>
        </p:nvSpPr>
        <p:spPr>
          <a:xfrm>
            <a:off x="323524" y="1063375"/>
            <a:ext cx="8110500" cy="3384300"/>
          </a:xfrm>
          <a:prstGeom prst="rect">
            <a:avLst/>
          </a:prstGeom>
          <a:noFill/>
          <a:ln>
            <a:noFill/>
          </a:ln>
        </p:spPr>
        <p:txBody>
          <a:bodyPr spcFirstLastPara="1" wrap="square" lIns="91425" tIns="45700" rIns="91425" bIns="45700" anchor="t" anchorCtr="0">
            <a:noAutofit/>
          </a:bodyPr>
          <a:lstStyle/>
          <a:p>
            <a:pPr marL="0" indent="0">
              <a:lnSpc>
                <a:spcPct val="115000"/>
              </a:lnSpc>
              <a:spcBef>
                <a:spcPts val="0"/>
              </a:spcBef>
              <a:buClr>
                <a:srgbClr val="00B0F0"/>
              </a:buClr>
              <a:buNone/>
            </a:pPr>
            <a:r>
              <a:rPr lang="en-AU" sz="900" b="1" i="0" u="none" strike="noStrike" cap="none" dirty="0">
                <a:solidFill>
                  <a:srgbClr val="D9D9D9"/>
                </a:solidFill>
                <a:latin typeface="Roboto"/>
                <a:ea typeface="Roboto"/>
                <a:cs typeface="Roboto"/>
                <a:sym typeface="Roboto"/>
              </a:rPr>
              <a:t>M</a:t>
            </a:r>
            <a:r>
              <a:rPr lang="en-AU" sz="900" b="1" dirty="0">
                <a:solidFill>
                  <a:srgbClr val="D9D9D9"/>
                </a:solidFill>
                <a:latin typeface="Roboto"/>
                <a:ea typeface="Roboto"/>
                <a:cs typeface="Roboto"/>
                <a:sym typeface="Roboto"/>
              </a:rPr>
              <a:t>odelling</a:t>
            </a:r>
            <a:r>
              <a:rPr lang="en-AU" sz="900" b="1" i="0" u="none" strike="noStrike" cap="none" dirty="0">
                <a:solidFill>
                  <a:srgbClr val="D9D9D9"/>
                </a:solidFill>
                <a:latin typeface="Roboto"/>
                <a:ea typeface="Roboto"/>
                <a:cs typeface="Roboto"/>
                <a:sym typeface="Roboto"/>
              </a:rPr>
              <a:t>:</a:t>
            </a:r>
            <a:r>
              <a:rPr lang="en-AU" sz="900" b="1" dirty="0">
                <a:solidFill>
                  <a:srgbClr val="00B0F0"/>
                </a:solidFill>
                <a:latin typeface="Roboto"/>
                <a:ea typeface="Roboto"/>
                <a:cs typeface="Roboto"/>
                <a:sym typeface="Roboto"/>
              </a:rPr>
              <a:t> </a:t>
            </a:r>
            <a:endParaRPr sz="900" dirty="0">
              <a:latin typeface="Roboto"/>
              <a:ea typeface="Roboto"/>
              <a:cs typeface="Roboto"/>
              <a:sym typeface="Roboto"/>
            </a:endParaRPr>
          </a:p>
          <a:p>
            <a:pPr lvl="0" indent="-292100">
              <a:lnSpc>
                <a:spcPct val="115000"/>
              </a:lnSpc>
              <a:spcBef>
                <a:spcPts val="0"/>
              </a:spcBef>
              <a:buClr>
                <a:srgbClr val="00B0F0"/>
              </a:buClr>
              <a:buSzPts val="900"/>
              <a:buFont typeface="Roboto"/>
              <a:buChar char="•"/>
            </a:pPr>
            <a:r>
              <a:rPr lang="en-AU" sz="900" dirty="0">
                <a:solidFill>
                  <a:srgbClr val="B7B7B7"/>
                </a:solidFill>
                <a:latin typeface="Roboto"/>
                <a:ea typeface="Roboto"/>
                <a:cs typeface="Roboto"/>
                <a:sym typeface="Roboto"/>
              </a:rPr>
              <a:t>Each </a:t>
            </a:r>
            <a:r>
              <a:rPr lang="en-AU" sz="900" i="0" u="none" strike="noStrike" cap="none" dirty="0">
                <a:solidFill>
                  <a:srgbClr val="B7B7B7"/>
                </a:solidFill>
                <a:latin typeface="Roboto"/>
                <a:ea typeface="Roboto"/>
                <a:cs typeface="Roboto"/>
                <a:sym typeface="Roboto"/>
              </a:rPr>
              <a:t>mesh should not exceed the speci</a:t>
            </a:r>
            <a:r>
              <a:rPr lang="en-AU" sz="900" i="0" u="none" strike="noStrike" cap="none" dirty="0">
                <a:solidFill>
                  <a:schemeClr val="bg1">
                    <a:lumMod val="75000"/>
                  </a:schemeClr>
                </a:solidFill>
                <a:latin typeface="Roboto"/>
                <a:ea typeface="Roboto"/>
                <a:cs typeface="Roboto"/>
                <a:sym typeface="Roboto"/>
              </a:rPr>
              <a:t>fied polycount (</a:t>
            </a:r>
            <a:r>
              <a:rPr lang="en-AU" sz="900" dirty="0">
                <a:solidFill>
                  <a:schemeClr val="bg1">
                    <a:lumMod val="75000"/>
                  </a:schemeClr>
                </a:solidFill>
                <a:latin typeface="Roboto"/>
                <a:ea typeface="Roboto"/>
                <a:cs typeface="Roboto"/>
                <a:sym typeface="Roboto"/>
              </a:rPr>
              <a:t>2000 tris).</a:t>
            </a:r>
            <a:endParaRPr lang="en-AU" sz="900" i="0" u="none" strike="noStrike" cap="none" dirty="0">
              <a:solidFill>
                <a:schemeClr val="bg1">
                  <a:lumMod val="75000"/>
                </a:schemeClr>
              </a:solidFill>
              <a:latin typeface="Roboto"/>
              <a:ea typeface="Roboto"/>
              <a:cs typeface="Roboto"/>
              <a:sym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dirty="0">
                <a:solidFill>
                  <a:srgbClr val="B7B7B7"/>
                </a:solidFill>
                <a:latin typeface="Roboto"/>
                <a:ea typeface="Roboto"/>
                <a:cs typeface="Roboto"/>
                <a:sym typeface="Roboto"/>
              </a:rPr>
              <a:t>Mesh</a:t>
            </a:r>
            <a:r>
              <a:rPr lang="en-AU" sz="900" i="0" u="none" strike="noStrike" cap="none" dirty="0">
                <a:solidFill>
                  <a:srgbClr val="B7B7B7"/>
                </a:solidFill>
                <a:latin typeface="Roboto"/>
                <a:ea typeface="Roboto"/>
                <a:cs typeface="Roboto"/>
                <a:sym typeface="Roboto"/>
              </a:rPr>
              <a:t> topology must be clean and efficient.</a:t>
            </a:r>
            <a:endParaRPr sz="900" dirty="0">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US" sz="900" dirty="0">
                <a:solidFill>
                  <a:srgbClr val="B7B7B7"/>
                </a:solidFill>
                <a:latin typeface="Roboto"/>
                <a:ea typeface="Roboto"/>
                <a:cs typeface="Roboto"/>
                <a:sym typeface="Roboto"/>
              </a:rPr>
              <a:t>Each stage of the project must be approved by your trainer before moving on to the next (Pre-production, Production).</a:t>
            </a:r>
            <a:endParaRPr lang="en-US" sz="900" dirty="0">
              <a:solidFill>
                <a:srgbClr val="B7B7B7"/>
              </a:solidFill>
              <a:latin typeface="Roboto"/>
              <a:ea typeface="Roboto"/>
              <a:cs typeface="Roboto"/>
            </a:endParaRPr>
          </a:p>
          <a:p>
            <a:pPr indent="-292100">
              <a:lnSpc>
                <a:spcPct val="115000"/>
              </a:lnSpc>
              <a:spcBef>
                <a:spcPts val="0"/>
              </a:spcBef>
              <a:buClr>
                <a:srgbClr val="00B0F0"/>
              </a:buClr>
              <a:buSzPts val="900"/>
              <a:buFont typeface="Roboto"/>
              <a:buChar char="•"/>
            </a:pPr>
            <a:r>
              <a:rPr lang="en-AU" sz="900" dirty="0">
                <a:solidFill>
                  <a:srgbClr val="B7B7B7"/>
                </a:solidFill>
                <a:latin typeface="Roboto"/>
                <a:ea typeface="Roboto"/>
                <a:cs typeface="Roboto"/>
                <a:sym typeface="Roboto"/>
              </a:rPr>
              <a:t>Appropriate backups must be made throughout production (incremental saves).</a:t>
            </a:r>
            <a:endParaRPr sz="900" dirty="0">
              <a:solidFill>
                <a:srgbClr val="B7B7B7"/>
              </a:solidFill>
              <a:latin typeface="Roboto"/>
              <a:ea typeface="Roboto"/>
              <a:cs typeface="Roboto"/>
              <a:sym typeface="Roboto"/>
            </a:endParaRPr>
          </a:p>
          <a:p>
            <a:pPr marL="0" marR="0" lvl="0" indent="0" algn="l" rtl="0">
              <a:lnSpc>
                <a:spcPct val="115000"/>
              </a:lnSpc>
              <a:spcBef>
                <a:spcPts val="0"/>
              </a:spcBef>
              <a:spcAft>
                <a:spcPts val="0"/>
              </a:spcAft>
              <a:buNone/>
            </a:pPr>
            <a:endParaRPr sz="900" dirty="0">
              <a:solidFill>
                <a:srgbClr val="B7B7B7"/>
              </a:solidFill>
              <a:latin typeface="Roboto"/>
              <a:ea typeface="Roboto"/>
              <a:cs typeface="Roboto"/>
              <a:sym typeface="Roboto"/>
            </a:endParaRPr>
          </a:p>
          <a:p>
            <a:pPr marL="0" marR="0" lvl="0" indent="0" algn="l" rtl="0">
              <a:lnSpc>
                <a:spcPct val="115000"/>
              </a:lnSpc>
              <a:spcBef>
                <a:spcPts val="0"/>
              </a:spcBef>
              <a:spcAft>
                <a:spcPts val="0"/>
              </a:spcAft>
              <a:buClr>
                <a:srgbClr val="92D050"/>
              </a:buClr>
              <a:buSzPts val="2800"/>
              <a:buFont typeface="Arial"/>
              <a:buNone/>
            </a:pPr>
            <a:r>
              <a:rPr lang="en-AU" sz="900" b="1" i="0" u="none" strike="noStrike" cap="none" dirty="0">
                <a:solidFill>
                  <a:srgbClr val="D9D9D9"/>
                </a:solidFill>
                <a:latin typeface="Roboto"/>
                <a:ea typeface="Roboto"/>
                <a:cs typeface="Roboto"/>
                <a:sym typeface="Roboto"/>
              </a:rPr>
              <a:t>Texturing:</a:t>
            </a:r>
            <a:endParaRPr sz="900" b="1" dirty="0">
              <a:solidFill>
                <a:srgbClr val="D9D9D9"/>
              </a:solidFill>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US" sz="900" dirty="0">
                <a:solidFill>
                  <a:srgbClr val="B7B7B7"/>
                </a:solidFill>
                <a:latin typeface="Roboto"/>
                <a:ea typeface="Roboto"/>
                <a:cs typeface="Roboto"/>
                <a:sym typeface="Roboto"/>
              </a:rPr>
              <a:t>Each asset must use a single material.</a:t>
            </a:r>
            <a:endParaRPr lang="en-AU" sz="900" i="0" u="none" strike="noStrike" cap="none" dirty="0">
              <a:solidFill>
                <a:srgbClr val="B7B7B7"/>
              </a:solidFill>
              <a:latin typeface="Roboto"/>
              <a:ea typeface="Roboto"/>
              <a:cs typeface="Roboto"/>
              <a:sym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i="0" u="none" strike="noStrike" cap="none" dirty="0">
                <a:solidFill>
                  <a:srgbClr val="B7B7B7"/>
                </a:solidFill>
                <a:latin typeface="Roboto"/>
                <a:ea typeface="Roboto"/>
                <a:cs typeface="Roboto"/>
                <a:sym typeface="Roboto"/>
              </a:rPr>
              <a:t>UV layouts must be clean and efficient.</a:t>
            </a:r>
            <a:endParaRPr lang="en-AU" sz="900" i="0" u="none" strike="noStrike" cap="none" dirty="0">
              <a:solidFill>
                <a:srgbClr val="B7B7B7"/>
              </a:solidFill>
              <a:latin typeface="Roboto"/>
              <a:ea typeface="Roboto"/>
              <a:cs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i="0" u="none" strike="noStrike" cap="none" dirty="0">
                <a:solidFill>
                  <a:srgbClr val="B7B7B7"/>
                </a:solidFill>
                <a:latin typeface="Roboto"/>
                <a:ea typeface="Roboto"/>
                <a:cs typeface="Roboto"/>
                <a:sym typeface="Roboto"/>
              </a:rPr>
              <a:t>Textures </a:t>
            </a:r>
            <a:r>
              <a:rPr lang="en-AU" sz="900" dirty="0">
                <a:solidFill>
                  <a:srgbClr val="B7B7B7"/>
                </a:solidFill>
                <a:latin typeface="Roboto"/>
                <a:ea typeface="Roboto"/>
                <a:cs typeface="Roboto"/>
                <a:sym typeface="Roboto"/>
              </a:rPr>
              <a:t>must </a:t>
            </a:r>
            <a:r>
              <a:rPr lang="en-AU" sz="900" i="0" u="none" strike="noStrike" cap="none" dirty="0">
                <a:solidFill>
                  <a:srgbClr val="B7B7B7"/>
                </a:solidFill>
                <a:latin typeface="Roboto"/>
                <a:ea typeface="Roboto"/>
                <a:cs typeface="Roboto"/>
                <a:sym typeface="Roboto"/>
              </a:rPr>
              <a:t>use a non-destructive workflow </a:t>
            </a:r>
            <a:r>
              <a:rPr lang="en-AU" sz="900" dirty="0">
                <a:solidFill>
                  <a:srgbClr val="B7B7B7"/>
                </a:solidFill>
                <a:latin typeface="Roboto"/>
                <a:ea typeface="Roboto"/>
                <a:cs typeface="Roboto"/>
                <a:sym typeface="Roboto"/>
              </a:rPr>
              <a:t>utilising</a:t>
            </a:r>
            <a:r>
              <a:rPr lang="en-AU" sz="900" i="0" u="none" strike="noStrike" cap="none" dirty="0">
                <a:solidFill>
                  <a:srgbClr val="B7B7B7"/>
                </a:solidFill>
                <a:latin typeface="Roboto"/>
                <a:ea typeface="Roboto"/>
                <a:cs typeface="Roboto"/>
                <a:sym typeface="Roboto"/>
              </a:rPr>
              <a:t> layers, masks and blend modes where appropriate.</a:t>
            </a:r>
            <a:endParaRPr sz="900" dirty="0">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AU" sz="900" i="0" u="none" strike="noStrike" cap="none" dirty="0">
                <a:solidFill>
                  <a:srgbClr val="B7B7B7"/>
                </a:solidFill>
                <a:latin typeface="Roboto"/>
                <a:ea typeface="Roboto"/>
                <a:cs typeface="Roboto"/>
                <a:sym typeface="Roboto"/>
              </a:rPr>
              <a:t>All textures are to be exported in the resolution </a:t>
            </a:r>
            <a:r>
              <a:rPr lang="en-AU" sz="900" dirty="0">
                <a:solidFill>
                  <a:srgbClr val="B7B7B7"/>
                </a:solidFill>
                <a:latin typeface="Roboto"/>
                <a:ea typeface="Roboto"/>
                <a:cs typeface="Roboto"/>
                <a:sym typeface="Roboto"/>
              </a:rPr>
              <a:t>specified</a:t>
            </a:r>
            <a:r>
              <a:rPr lang="en-AU" sz="900" i="0" u="none" strike="noStrike" cap="none" dirty="0">
                <a:solidFill>
                  <a:srgbClr val="B7B7B7"/>
                </a:solidFill>
                <a:latin typeface="Roboto"/>
                <a:ea typeface="Roboto"/>
                <a:cs typeface="Roboto"/>
                <a:sym typeface="Roboto"/>
              </a:rPr>
              <a:t> in the asset list (1024x1024) </a:t>
            </a:r>
            <a:r>
              <a:rPr lang="en-AU" sz="900" dirty="0">
                <a:solidFill>
                  <a:srgbClr val="B7B7B7"/>
                </a:solidFill>
                <a:latin typeface="Roboto"/>
                <a:ea typeface="Roboto"/>
                <a:cs typeface="Roboto"/>
                <a:sym typeface="Roboto"/>
              </a:rPr>
              <a:t>in </a:t>
            </a:r>
            <a:r>
              <a:rPr lang="en-AU" sz="900" i="0" u="none" strike="noStrike" cap="none" dirty="0">
                <a:solidFill>
                  <a:srgbClr val="B7B7B7"/>
                </a:solidFill>
                <a:latin typeface="Roboto"/>
                <a:ea typeface="Roboto"/>
                <a:cs typeface="Roboto"/>
                <a:sym typeface="Roboto"/>
              </a:rPr>
              <a:t>.</a:t>
            </a:r>
            <a:r>
              <a:rPr lang="en-AU" sz="900" dirty="0" err="1">
                <a:solidFill>
                  <a:srgbClr val="B7B7B7"/>
                </a:solidFill>
                <a:latin typeface="Roboto"/>
                <a:ea typeface="Roboto"/>
                <a:cs typeface="Roboto"/>
                <a:sym typeface="Roboto"/>
              </a:rPr>
              <a:t>tga</a:t>
            </a:r>
            <a:r>
              <a:rPr lang="en-AU" sz="900" i="0" u="none" strike="noStrike" cap="none" dirty="0">
                <a:solidFill>
                  <a:srgbClr val="B7B7B7"/>
                </a:solidFill>
                <a:latin typeface="Roboto"/>
                <a:ea typeface="Roboto"/>
                <a:cs typeface="Roboto"/>
                <a:sym typeface="Roboto"/>
              </a:rPr>
              <a:t> format.</a:t>
            </a:r>
            <a:endParaRPr sz="900" dirty="0">
              <a:latin typeface="Roboto"/>
              <a:ea typeface="Roboto"/>
              <a:cs typeface="Roboto"/>
              <a:sym typeface="Roboto"/>
            </a:endParaRPr>
          </a:p>
          <a:p>
            <a:pPr marL="0" marR="0" lvl="0" indent="0" algn="l" rtl="0">
              <a:lnSpc>
                <a:spcPct val="100000"/>
              </a:lnSpc>
              <a:spcBef>
                <a:spcPts val="0"/>
              </a:spcBef>
              <a:spcAft>
                <a:spcPts val="0"/>
              </a:spcAft>
              <a:buClr>
                <a:srgbClr val="92D050"/>
              </a:buClr>
              <a:buSzPts val="2800"/>
              <a:buFont typeface="Arial"/>
              <a:buNone/>
            </a:pPr>
            <a:endParaRPr sz="900" b="1" dirty="0">
              <a:solidFill>
                <a:srgbClr val="D9D9D9"/>
              </a:solidFill>
              <a:latin typeface="Roboto"/>
              <a:ea typeface="Roboto"/>
              <a:cs typeface="Roboto"/>
              <a:sym typeface="Roboto"/>
            </a:endParaRPr>
          </a:p>
          <a:p>
            <a:pPr marL="0" marR="0" lvl="0" indent="0" algn="l" rtl="0">
              <a:lnSpc>
                <a:spcPct val="115000"/>
              </a:lnSpc>
              <a:spcBef>
                <a:spcPts val="0"/>
              </a:spcBef>
              <a:spcAft>
                <a:spcPts val="0"/>
              </a:spcAft>
              <a:buClr>
                <a:srgbClr val="92D050"/>
              </a:buClr>
              <a:buSzPts val="2800"/>
              <a:buFont typeface="Arial"/>
              <a:buNone/>
            </a:pPr>
            <a:r>
              <a:rPr lang="en-AU" sz="900" b="1" i="0" u="none" strike="noStrike" cap="none" dirty="0">
                <a:solidFill>
                  <a:srgbClr val="D9D9D9"/>
                </a:solidFill>
                <a:latin typeface="Roboto"/>
                <a:ea typeface="Roboto"/>
                <a:cs typeface="Roboto"/>
                <a:sym typeface="Roboto"/>
              </a:rPr>
              <a:t>Presentation:</a:t>
            </a:r>
            <a:endParaRPr sz="900" dirty="0">
              <a:latin typeface="Roboto"/>
              <a:ea typeface="Roboto"/>
              <a:cs typeface="Roboto"/>
              <a:sym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i="0" u="none" strike="noStrike" cap="none" dirty="0">
                <a:solidFill>
                  <a:srgbClr val="B7B7B7"/>
                </a:solidFill>
                <a:latin typeface="Roboto"/>
                <a:ea typeface="Roboto"/>
                <a:cs typeface="Roboto"/>
                <a:sym typeface="Roboto"/>
              </a:rPr>
              <a:t>The final assets </a:t>
            </a:r>
            <a:r>
              <a:rPr lang="en-AU" sz="900" dirty="0">
                <a:solidFill>
                  <a:srgbClr val="B7B7B7"/>
                </a:solidFill>
                <a:latin typeface="Roboto"/>
                <a:ea typeface="Roboto"/>
                <a:cs typeface="Roboto"/>
                <a:sym typeface="Roboto"/>
              </a:rPr>
              <a:t>must</a:t>
            </a:r>
            <a:r>
              <a:rPr lang="en-AU" sz="900" i="0" u="none" strike="noStrike" cap="none" dirty="0">
                <a:solidFill>
                  <a:srgbClr val="B7B7B7"/>
                </a:solidFill>
                <a:latin typeface="Roboto"/>
                <a:ea typeface="Roboto"/>
                <a:cs typeface="Roboto"/>
                <a:sym typeface="Roboto"/>
              </a:rPr>
              <a:t> be uploaded to a single </a:t>
            </a:r>
            <a:r>
              <a:rPr lang="en-AU" sz="900" dirty="0" err="1">
                <a:solidFill>
                  <a:srgbClr val="B7B7B7"/>
                </a:solidFill>
                <a:latin typeface="Roboto"/>
                <a:ea typeface="Roboto"/>
                <a:cs typeface="Roboto"/>
                <a:sym typeface="Roboto"/>
              </a:rPr>
              <a:t>S</a:t>
            </a:r>
            <a:r>
              <a:rPr lang="en-AU" sz="900" i="0" u="none" strike="noStrike" cap="none" dirty="0" err="1">
                <a:solidFill>
                  <a:srgbClr val="B7B7B7"/>
                </a:solidFill>
                <a:latin typeface="Roboto"/>
                <a:ea typeface="Roboto"/>
                <a:cs typeface="Roboto"/>
                <a:sym typeface="Roboto"/>
              </a:rPr>
              <a:t>ketchfab</a:t>
            </a:r>
            <a:r>
              <a:rPr lang="en-AU" sz="900" i="0" u="none" strike="noStrike" cap="none" dirty="0">
                <a:solidFill>
                  <a:srgbClr val="B7B7B7"/>
                </a:solidFill>
                <a:latin typeface="Roboto"/>
                <a:ea typeface="Roboto"/>
                <a:cs typeface="Roboto"/>
                <a:sym typeface="Roboto"/>
              </a:rPr>
              <a:t> or Marmoset scene and lit appropriatel</a:t>
            </a:r>
            <a:r>
              <a:rPr lang="en-AU" sz="900" dirty="0">
                <a:solidFill>
                  <a:srgbClr val="B7B7B7"/>
                </a:solidFill>
                <a:latin typeface="Roboto"/>
                <a:ea typeface="Roboto"/>
                <a:cs typeface="Roboto"/>
                <a:sym typeface="Roboto"/>
              </a:rPr>
              <a:t>y.</a:t>
            </a:r>
            <a:endParaRPr sz="900" dirty="0">
              <a:solidFill>
                <a:srgbClr val="B7B7B7"/>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5"/>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b="0" i="0" u="none" strike="noStrike" cap="none">
                <a:solidFill>
                  <a:srgbClr val="00B0F0"/>
                </a:solidFill>
                <a:latin typeface="Roboto"/>
                <a:ea typeface="Roboto"/>
                <a:cs typeface="Roboto"/>
                <a:sym typeface="Roboto"/>
              </a:rPr>
              <a:t>Submission</a:t>
            </a:r>
            <a:r>
              <a:rPr lang="en-AU">
                <a:latin typeface="Roboto"/>
                <a:ea typeface="Roboto"/>
                <a:cs typeface="Roboto"/>
                <a:sym typeface="Roboto"/>
              </a:rPr>
              <a:t> | </a:t>
            </a:r>
            <a:r>
              <a:rPr lang="en-AU" sz="3000">
                <a:solidFill>
                  <a:srgbClr val="8CB3E3"/>
                </a:solidFill>
                <a:latin typeface="Roboto"/>
                <a:ea typeface="Roboto"/>
                <a:cs typeface="Roboto"/>
                <a:sym typeface="Roboto"/>
              </a:rPr>
              <a:t>Guidelines</a:t>
            </a:r>
            <a:endParaRPr/>
          </a:p>
        </p:txBody>
      </p:sp>
      <p:sp>
        <p:nvSpPr>
          <p:cNvPr id="420" name="Google Shape;420;p55"/>
          <p:cNvSpPr txBox="1">
            <a:spLocks noGrp="1"/>
          </p:cNvSpPr>
          <p:nvPr>
            <p:ph type="body" idx="1"/>
          </p:nvPr>
        </p:nvSpPr>
        <p:spPr>
          <a:xfrm>
            <a:off x="597242" y="892230"/>
            <a:ext cx="7853245" cy="3757396"/>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b="1" dirty="0">
                <a:solidFill>
                  <a:schemeClr val="bg1">
                    <a:lumMod val="85000"/>
                  </a:schemeClr>
                </a:solidFill>
                <a:latin typeface="Roboto"/>
                <a:ea typeface="Roboto"/>
                <a:sym typeface="Roboto"/>
              </a:rPr>
              <a:t>The following files must be uploaded to Canvas for assessment. Ensure files are in appropriate folders and folders are zipped. All folders and submitted files must adhere to the provided naming conventions. Naming convention is </a:t>
            </a:r>
            <a:r>
              <a:rPr lang="en-US" sz="900" b="1" dirty="0" err="1">
                <a:solidFill>
                  <a:schemeClr val="bg1">
                    <a:lumMod val="85000"/>
                  </a:schemeClr>
                </a:solidFill>
                <a:latin typeface="Roboto"/>
                <a:ea typeface="Roboto"/>
                <a:sym typeface="Roboto"/>
              </a:rPr>
              <a:t>SubjectName_AssetName_FirstNameLastName</a:t>
            </a:r>
            <a:r>
              <a:rPr lang="en-US" sz="900" b="1" dirty="0">
                <a:solidFill>
                  <a:schemeClr val="bg1">
                    <a:lumMod val="85000"/>
                  </a:schemeClr>
                </a:solidFill>
                <a:latin typeface="Roboto"/>
                <a:ea typeface="Roboto"/>
                <a:sym typeface="Roboto"/>
              </a:rPr>
              <a:t>.</a:t>
            </a:r>
            <a:endParaRPr lang="en-US" dirty="0">
              <a:solidFill>
                <a:schemeClr val="bg1">
                  <a:lumMod val="85000"/>
                </a:schemeClr>
              </a:solidFill>
              <a:latin typeface="Roboto"/>
            </a:endParaRPr>
          </a:p>
          <a:p>
            <a:pPr marL="0" marR="0" lvl="0" indent="0" algn="l">
              <a:lnSpc>
                <a:spcPct val="100000"/>
              </a:lnSpc>
              <a:spcBef>
                <a:spcPts val="0"/>
              </a:spcBef>
              <a:spcAft>
                <a:spcPts val="0"/>
              </a:spcAft>
              <a:buSzPts val="2800"/>
              <a:buFont typeface="Arial"/>
              <a:buNone/>
            </a:pPr>
            <a:endParaRPr lang="en-US" sz="900" i="0" u="none" strike="noStrike" cap="none" dirty="0">
              <a:solidFill>
                <a:schemeClr val="bg1">
                  <a:lumMod val="75000"/>
                </a:schemeClr>
              </a:solidFill>
              <a:latin typeface="Roboto"/>
              <a:ea typeface="Roboto"/>
              <a:cs typeface="Roboto"/>
            </a:endParaRPr>
          </a:p>
          <a:p>
            <a:pPr marL="0" indent="0">
              <a:spcBef>
                <a:spcPts val="0"/>
              </a:spcBef>
              <a:buNone/>
            </a:pPr>
            <a:r>
              <a:rPr lang="en-US" sz="900" b="1" dirty="0">
                <a:solidFill>
                  <a:schemeClr val="bg1">
                    <a:lumMod val="95000"/>
                  </a:schemeClr>
                </a:solidFill>
                <a:latin typeface="Roboto"/>
                <a:ea typeface="Roboto"/>
              </a:rPr>
              <a:t>Example folder structure is below:</a:t>
            </a:r>
          </a:p>
          <a:p>
            <a:pPr marL="0" indent="0">
              <a:spcBef>
                <a:spcPts val="280"/>
              </a:spcBef>
              <a:buNone/>
            </a:pPr>
            <a:endParaRPr lang="en-AU" sz="900" b="1" dirty="0">
              <a:solidFill>
                <a:srgbClr val="D9D9D9"/>
              </a:solidFill>
              <a:latin typeface="Roboto"/>
              <a:ea typeface="Roboto"/>
            </a:endParaRPr>
          </a:p>
          <a:p>
            <a:pPr marL="0" indent="0">
              <a:spcBef>
                <a:spcPts val="280"/>
              </a:spcBef>
              <a:buNone/>
            </a:pPr>
            <a:endParaRPr lang="en-AU" sz="900" b="1" dirty="0">
              <a:solidFill>
                <a:srgbClr val="D9D9D9"/>
              </a:solidFill>
              <a:latin typeface="Roboto"/>
              <a:ea typeface="Roboto"/>
            </a:endParaRPr>
          </a:p>
          <a:p>
            <a:pPr marL="0" indent="0">
              <a:spcBef>
                <a:spcPts val="280"/>
              </a:spcBef>
              <a:buNone/>
            </a:pPr>
            <a:endParaRPr lang="en-AU" sz="900" dirty="0">
              <a:solidFill>
                <a:srgbClr val="00B0F0"/>
              </a:solidFill>
              <a:latin typeface="Roboto"/>
              <a:ea typeface="Roboto"/>
            </a:endParaRPr>
          </a:p>
          <a:p>
            <a:pPr marL="0" indent="0">
              <a:spcBef>
                <a:spcPts val="280"/>
              </a:spcBef>
              <a:buNone/>
            </a:pPr>
            <a:endParaRPr lang="en-AU" sz="900" b="1" dirty="0">
              <a:solidFill>
                <a:srgbClr val="D9D9D9"/>
              </a:solidFill>
              <a:latin typeface="Roboto"/>
              <a:ea typeface="Roboto"/>
            </a:endParaRPr>
          </a:p>
          <a:p>
            <a:pPr marL="0" indent="0">
              <a:spcBef>
                <a:spcPts val="0"/>
              </a:spcBef>
              <a:buNone/>
            </a:pPr>
            <a:endParaRPr lang="en-US" dirty="0">
              <a:latin typeface="Roboto"/>
              <a:ea typeface="Roboto"/>
              <a:cs typeface="Roboto"/>
            </a:endParaRPr>
          </a:p>
        </p:txBody>
      </p:sp>
      <p:sp>
        <p:nvSpPr>
          <p:cNvPr id="5" name="TextBox 4">
            <a:extLst>
              <a:ext uri="{FF2B5EF4-FFF2-40B4-BE49-F238E27FC236}">
                <a16:creationId xmlns:a16="http://schemas.microsoft.com/office/drawing/2014/main" id="{7CC2A167-665B-4844-AF42-C94D388384EA}"/>
              </a:ext>
            </a:extLst>
          </p:cNvPr>
          <p:cNvSpPr txBox="1"/>
          <p:nvPr/>
        </p:nvSpPr>
        <p:spPr>
          <a:xfrm>
            <a:off x="4426488" y="1339485"/>
            <a:ext cx="4427618" cy="21698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dirty="0">
                <a:solidFill>
                  <a:schemeClr val="bg1">
                    <a:lumMod val="95000"/>
                  </a:schemeClr>
                </a:solidFill>
              </a:rPr>
              <a:t>Submit the PowerPoint Workbook for the subject and any associated assessment files using the folder structure shown on this slide.</a:t>
            </a:r>
            <a:endParaRPr lang="en-US" sz="900" dirty="0">
              <a:solidFill>
                <a:schemeClr val="bg1">
                  <a:lumMod val="95000"/>
                </a:schemeClr>
              </a:solidFill>
            </a:endParaRPr>
          </a:p>
          <a:p>
            <a:endParaRPr lang="en-US" sz="900" dirty="0"/>
          </a:p>
          <a:p>
            <a:r>
              <a:rPr lang="en-US" sz="900" b="1" dirty="0">
                <a:solidFill>
                  <a:schemeClr val="bg1">
                    <a:lumMod val="95000"/>
                  </a:schemeClr>
                </a:solidFill>
              </a:rPr>
              <a:t>Within each folder, please submit relevant files:</a:t>
            </a:r>
            <a:endParaRPr lang="en-US" dirty="0">
              <a:solidFill>
                <a:schemeClr val="bg1">
                  <a:lumMod val="95000"/>
                </a:schemeClr>
              </a:solidFill>
            </a:endParaRPr>
          </a:p>
          <a:p>
            <a:pPr marL="171450" indent="-171450">
              <a:buChar char="•"/>
            </a:pPr>
            <a:endParaRPr lang="en-US" sz="900" dirty="0">
              <a:solidFill>
                <a:srgbClr val="B7B7B7"/>
              </a:solidFill>
              <a:latin typeface="Roboto"/>
            </a:endParaRPr>
          </a:p>
          <a:p>
            <a:r>
              <a:rPr lang="en-US" sz="900" b="1" dirty="0">
                <a:solidFill>
                  <a:schemeClr val="bg1">
                    <a:lumMod val="95000"/>
                  </a:schemeClr>
                </a:solidFill>
                <a:latin typeface="Roboto"/>
              </a:rPr>
              <a:t>    Pre-Production Folder</a:t>
            </a:r>
            <a:endParaRPr lang="en-US" sz="900" dirty="0">
              <a:solidFill>
                <a:schemeClr val="bg1">
                  <a:lumMod val="95000"/>
                </a:schemeClr>
              </a:solidFill>
              <a:latin typeface="Roboto"/>
            </a:endParaRPr>
          </a:p>
          <a:p>
            <a:pPr marL="171450" lvl="4" indent="-171450">
              <a:buClr>
                <a:srgbClr val="00B0F0"/>
              </a:buClr>
              <a:buChar char="•"/>
            </a:pPr>
            <a:r>
              <a:rPr lang="en-US" sz="900" dirty="0">
                <a:solidFill>
                  <a:srgbClr val="B7B7B7"/>
                </a:solidFill>
                <a:latin typeface="Roboto"/>
              </a:rPr>
              <a:t>Rig test maya scene</a:t>
            </a:r>
          </a:p>
          <a:p>
            <a:pPr marL="171450" lvl="4" indent="-171450">
              <a:buChar char="•"/>
            </a:pPr>
            <a:endParaRPr lang="en-US" sz="900" dirty="0">
              <a:solidFill>
                <a:srgbClr val="B7B7B7"/>
              </a:solidFill>
              <a:latin typeface="Roboto"/>
              <a:ea typeface="Roboto"/>
            </a:endParaRPr>
          </a:p>
          <a:p>
            <a:pPr lvl="4"/>
            <a:r>
              <a:rPr lang="en-US" sz="900" b="1" dirty="0">
                <a:solidFill>
                  <a:schemeClr val="bg1">
                    <a:lumMod val="95000"/>
                  </a:schemeClr>
                </a:solidFill>
                <a:latin typeface="Roboto"/>
                <a:ea typeface="Roboto"/>
              </a:rPr>
              <a:t>    Production Folder </a:t>
            </a:r>
            <a:endParaRPr lang="en-US" sz="900" dirty="0">
              <a:solidFill>
                <a:schemeClr val="bg1">
                  <a:lumMod val="95000"/>
                </a:schemeClr>
              </a:solidFill>
              <a:latin typeface="Roboto"/>
              <a:ea typeface="Roboto"/>
            </a:endParaRPr>
          </a:p>
          <a:p>
            <a:pPr marL="171450" lvl="4" indent="-171450">
              <a:buClr>
                <a:srgbClr val="00B0F0"/>
              </a:buClr>
              <a:buFont typeface="Arial,Sans-Serif"/>
              <a:buChar char="•"/>
            </a:pPr>
            <a:r>
              <a:rPr lang="en-US" sz="900" dirty="0">
                <a:solidFill>
                  <a:srgbClr val="B7B7B7"/>
                </a:solidFill>
                <a:latin typeface="Roboto"/>
                <a:ea typeface="Roboto"/>
              </a:rPr>
              <a:t>Working model and texture source files</a:t>
            </a:r>
          </a:p>
          <a:p>
            <a:pPr marL="171450" lvl="4" indent="-171450">
              <a:buFont typeface="Arial,Sans-Serif"/>
              <a:buChar char="•"/>
            </a:pPr>
            <a:endParaRPr lang="en-US" sz="900" dirty="0">
              <a:solidFill>
                <a:srgbClr val="B7B7B7"/>
              </a:solidFill>
              <a:latin typeface="Roboto"/>
              <a:ea typeface="Roboto"/>
            </a:endParaRPr>
          </a:p>
          <a:p>
            <a:pPr lvl="4"/>
            <a:r>
              <a:rPr lang="en-US" sz="900" b="1" dirty="0">
                <a:solidFill>
                  <a:schemeClr val="bg1">
                    <a:lumMod val="95000"/>
                  </a:schemeClr>
                </a:solidFill>
                <a:latin typeface="Roboto"/>
                <a:ea typeface="Roboto"/>
              </a:rPr>
              <a:t>    Completed Production Folder </a:t>
            </a:r>
            <a:endParaRPr lang="en-US" sz="900" dirty="0">
              <a:solidFill>
                <a:schemeClr val="bg1">
                  <a:lumMod val="95000"/>
                </a:schemeClr>
              </a:solidFill>
              <a:latin typeface="Roboto"/>
              <a:ea typeface="Roboto"/>
            </a:endParaRPr>
          </a:p>
          <a:p>
            <a:pPr marL="171450" lvl="4" indent="-171450">
              <a:buClr>
                <a:srgbClr val="00B0F0"/>
              </a:buClr>
              <a:buFont typeface="Arial,Sans-Serif"/>
              <a:buChar char="•"/>
            </a:pPr>
            <a:r>
              <a:rPr lang="en-US" sz="900" dirty="0">
                <a:solidFill>
                  <a:srgbClr val="B7B7B7"/>
                </a:solidFill>
                <a:latin typeface="Roboto"/>
                <a:ea typeface="Roboto"/>
              </a:rPr>
              <a:t>Final high quality beauty render saved as a jpg</a:t>
            </a:r>
          </a:p>
          <a:p>
            <a:pPr marL="171450" lvl="4" indent="-171450">
              <a:buClr>
                <a:srgbClr val="00B0F0"/>
              </a:buClr>
              <a:buFont typeface="Arial,Sans-Serif"/>
              <a:buChar char="•"/>
            </a:pPr>
            <a:r>
              <a:rPr lang="en-US" sz="900" dirty="0">
                <a:solidFill>
                  <a:srgbClr val="B7B7B7"/>
                </a:solidFill>
                <a:latin typeface="Roboto"/>
                <a:ea typeface="Roboto"/>
              </a:rPr>
              <a:t>Packaged final Marmoset </a:t>
            </a:r>
            <a:r>
              <a:rPr lang="en-US" sz="900" dirty="0" err="1">
                <a:solidFill>
                  <a:srgbClr val="B7B7B7"/>
                </a:solidFill>
                <a:latin typeface="Roboto"/>
                <a:ea typeface="Roboto"/>
              </a:rPr>
              <a:t>Toolbag</a:t>
            </a:r>
            <a:r>
              <a:rPr lang="en-US" sz="900" dirty="0">
                <a:solidFill>
                  <a:srgbClr val="B7B7B7"/>
                </a:solidFill>
                <a:latin typeface="Roboto"/>
                <a:ea typeface="Roboto"/>
              </a:rPr>
              <a:t> scene or </a:t>
            </a:r>
            <a:r>
              <a:rPr lang="en-US" sz="900" dirty="0" err="1">
                <a:solidFill>
                  <a:srgbClr val="B7B7B7"/>
                </a:solidFill>
                <a:latin typeface="Roboto"/>
                <a:ea typeface="Roboto"/>
              </a:rPr>
              <a:t>sketchfab</a:t>
            </a:r>
            <a:r>
              <a:rPr lang="en-US" sz="900" dirty="0">
                <a:solidFill>
                  <a:srgbClr val="B7B7B7"/>
                </a:solidFill>
                <a:latin typeface="Roboto"/>
                <a:ea typeface="Roboto"/>
              </a:rPr>
              <a:t> link</a:t>
            </a:r>
          </a:p>
          <a:p>
            <a:pPr lvl="4"/>
            <a:endParaRPr lang="en-US" sz="900" dirty="0">
              <a:solidFill>
                <a:srgbClr val="B7B7B7"/>
              </a:solidFill>
              <a:latin typeface="Roboto"/>
              <a:ea typeface="Roboto"/>
            </a:endParaRPr>
          </a:p>
        </p:txBody>
      </p:sp>
      <p:sp>
        <p:nvSpPr>
          <p:cNvPr id="3" name="Rectangle 2">
            <a:extLst>
              <a:ext uri="{FF2B5EF4-FFF2-40B4-BE49-F238E27FC236}">
                <a16:creationId xmlns:a16="http://schemas.microsoft.com/office/drawing/2014/main" id="{A8005696-7426-4234-A057-3EA082CB9110}"/>
              </a:ext>
            </a:extLst>
          </p:cNvPr>
          <p:cNvSpPr/>
          <p:nvPr/>
        </p:nvSpPr>
        <p:spPr>
          <a:xfrm>
            <a:off x="4293422" y="1389957"/>
            <a:ext cx="45719" cy="349158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7" name="Group 6">
            <a:extLst>
              <a:ext uri="{FF2B5EF4-FFF2-40B4-BE49-F238E27FC236}">
                <a16:creationId xmlns:a16="http://schemas.microsoft.com/office/drawing/2014/main" id="{27FAD74C-1CCD-490A-844A-1D9BC9F7C1C9}"/>
              </a:ext>
            </a:extLst>
          </p:cNvPr>
          <p:cNvGrpSpPr/>
          <p:nvPr/>
        </p:nvGrpSpPr>
        <p:grpSpPr>
          <a:xfrm>
            <a:off x="197911" y="1687606"/>
            <a:ext cx="3996734" cy="3140702"/>
            <a:chOff x="317926" y="1576447"/>
            <a:chExt cx="3996734" cy="3251861"/>
          </a:xfrm>
        </p:grpSpPr>
        <p:sp>
          <p:nvSpPr>
            <p:cNvPr id="8" name="Rectangle 7">
              <a:extLst>
                <a:ext uri="{FF2B5EF4-FFF2-40B4-BE49-F238E27FC236}">
                  <a16:creationId xmlns:a16="http://schemas.microsoft.com/office/drawing/2014/main" id="{DC5F2876-427E-413E-8410-7D01E2AF1568}"/>
                </a:ext>
              </a:extLst>
            </p:cNvPr>
            <p:cNvSpPr/>
            <p:nvPr/>
          </p:nvSpPr>
          <p:spPr>
            <a:xfrm>
              <a:off x="317926" y="1576447"/>
              <a:ext cx="3996734" cy="3251861"/>
            </a:xfrm>
            <a:prstGeom prst="rect">
              <a:avLst/>
            </a:prstGeom>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9pPr>
            </a:lstStyle>
            <a:p>
              <a:pPr algn="ctr"/>
              <a:endParaRPr lang="en-AU"/>
            </a:p>
          </p:txBody>
        </p:sp>
        <p:pic>
          <p:nvPicPr>
            <p:cNvPr id="9" name="Picture 8" descr="Icon&#10;&#10;Description automatically generated">
              <a:extLst>
                <a:ext uri="{FF2B5EF4-FFF2-40B4-BE49-F238E27FC236}">
                  <a16:creationId xmlns:a16="http://schemas.microsoft.com/office/drawing/2014/main" id="{75F689FD-F2D9-461F-9588-DA5B8F1BF6E3}"/>
                </a:ext>
              </a:extLst>
            </p:cNvPr>
            <p:cNvPicPr>
              <a:picLocks noChangeAspect="1"/>
            </p:cNvPicPr>
            <p:nvPr/>
          </p:nvPicPr>
          <p:blipFill>
            <a:blip r:embed="rId3"/>
            <a:stretch>
              <a:fillRect/>
            </a:stretch>
          </p:blipFill>
          <p:spPr>
            <a:xfrm>
              <a:off x="477807" y="2249185"/>
              <a:ext cx="477607" cy="477607"/>
            </a:xfrm>
            <a:prstGeom prst="rect">
              <a:avLst/>
            </a:prstGeom>
          </p:spPr>
        </p:pic>
        <p:pic>
          <p:nvPicPr>
            <p:cNvPr id="10" name="Picture 9" descr="A picture containing text, sign, clipart&#10;&#10;Description automatically generated">
              <a:extLst>
                <a:ext uri="{FF2B5EF4-FFF2-40B4-BE49-F238E27FC236}">
                  <a16:creationId xmlns:a16="http://schemas.microsoft.com/office/drawing/2014/main" id="{879F3762-FAA8-418A-9603-A6F1E6B018CD}"/>
                </a:ext>
              </a:extLst>
            </p:cNvPr>
            <p:cNvPicPr>
              <a:picLocks noChangeAspect="1"/>
            </p:cNvPicPr>
            <p:nvPr/>
          </p:nvPicPr>
          <p:blipFill>
            <a:blip r:embed="rId4"/>
            <a:stretch>
              <a:fillRect/>
            </a:stretch>
          </p:blipFill>
          <p:spPr>
            <a:xfrm>
              <a:off x="461180" y="1684213"/>
              <a:ext cx="477607" cy="477607"/>
            </a:xfrm>
            <a:prstGeom prst="rect">
              <a:avLst/>
            </a:prstGeom>
          </p:spPr>
        </p:pic>
        <p:pic>
          <p:nvPicPr>
            <p:cNvPr id="11" name="Picture 10" descr="Icon&#10;&#10;Description automatically generated">
              <a:extLst>
                <a:ext uri="{FF2B5EF4-FFF2-40B4-BE49-F238E27FC236}">
                  <a16:creationId xmlns:a16="http://schemas.microsoft.com/office/drawing/2014/main" id="{006DCDEF-A0CC-4EE8-82D4-B42B01128982}"/>
                </a:ext>
              </a:extLst>
            </p:cNvPr>
            <p:cNvPicPr>
              <a:picLocks noChangeAspect="1"/>
            </p:cNvPicPr>
            <p:nvPr/>
          </p:nvPicPr>
          <p:blipFill>
            <a:blip r:embed="rId3"/>
            <a:stretch>
              <a:fillRect/>
            </a:stretch>
          </p:blipFill>
          <p:spPr>
            <a:xfrm>
              <a:off x="1169001" y="4000944"/>
              <a:ext cx="477607" cy="477607"/>
            </a:xfrm>
            <a:prstGeom prst="rect">
              <a:avLst/>
            </a:prstGeom>
          </p:spPr>
        </p:pic>
        <p:pic>
          <p:nvPicPr>
            <p:cNvPr id="12" name="Picture 11" descr="Icon&#10;&#10;Description automatically generated">
              <a:extLst>
                <a:ext uri="{FF2B5EF4-FFF2-40B4-BE49-F238E27FC236}">
                  <a16:creationId xmlns:a16="http://schemas.microsoft.com/office/drawing/2014/main" id="{2233FAEB-8C02-4D60-AFEB-F87EA193FE9A}"/>
                </a:ext>
              </a:extLst>
            </p:cNvPr>
            <p:cNvPicPr>
              <a:picLocks noChangeAspect="1"/>
            </p:cNvPicPr>
            <p:nvPr/>
          </p:nvPicPr>
          <p:blipFill>
            <a:blip r:embed="rId3"/>
            <a:stretch>
              <a:fillRect/>
            </a:stretch>
          </p:blipFill>
          <p:spPr>
            <a:xfrm>
              <a:off x="1169001" y="3446086"/>
              <a:ext cx="477607" cy="477607"/>
            </a:xfrm>
            <a:prstGeom prst="rect">
              <a:avLst/>
            </a:prstGeom>
          </p:spPr>
        </p:pic>
        <p:cxnSp>
          <p:nvCxnSpPr>
            <p:cNvPr id="13" name="Connector: Elbow 12">
              <a:extLst>
                <a:ext uri="{FF2B5EF4-FFF2-40B4-BE49-F238E27FC236}">
                  <a16:creationId xmlns:a16="http://schemas.microsoft.com/office/drawing/2014/main" id="{404C0755-A185-4BE2-A9FC-A552D0810A66}"/>
                </a:ext>
              </a:extLst>
            </p:cNvPr>
            <p:cNvCxnSpPr>
              <a:cxnSpLocks/>
            </p:cNvCxnSpPr>
            <p:nvPr/>
          </p:nvCxnSpPr>
          <p:spPr>
            <a:xfrm rot="16200000" flipH="1">
              <a:off x="765329" y="2725262"/>
              <a:ext cx="365441" cy="462876"/>
            </a:xfrm>
            <a:prstGeom prst="bentConnector2">
              <a:avLst/>
            </a:prstGeom>
            <a:ln w="28575"/>
          </p:spPr>
          <p:style>
            <a:lnRef idx="1">
              <a:schemeClr val="dk1"/>
            </a:lnRef>
            <a:fillRef idx="0">
              <a:schemeClr val="dk1"/>
            </a:fillRef>
            <a:effectRef idx="0">
              <a:schemeClr val="dk1"/>
            </a:effectRef>
            <a:fontRef idx="minor">
              <a:schemeClr val="tx1"/>
            </a:fontRef>
          </p:style>
        </p:cxnSp>
        <p:cxnSp>
          <p:nvCxnSpPr>
            <p:cNvPr id="14" name="Connector: Elbow 13">
              <a:extLst>
                <a:ext uri="{FF2B5EF4-FFF2-40B4-BE49-F238E27FC236}">
                  <a16:creationId xmlns:a16="http://schemas.microsoft.com/office/drawing/2014/main" id="{C4B7523E-E848-4CE7-BC7E-D66772A970BE}"/>
                </a:ext>
              </a:extLst>
            </p:cNvPr>
            <p:cNvCxnSpPr>
              <a:cxnSpLocks/>
            </p:cNvCxnSpPr>
            <p:nvPr/>
          </p:nvCxnSpPr>
          <p:spPr>
            <a:xfrm rot="16200000" flipH="1">
              <a:off x="170142" y="3252288"/>
              <a:ext cx="1555814" cy="462876"/>
            </a:xfrm>
            <a:prstGeom prst="bentConnector2">
              <a:avLst/>
            </a:prstGeom>
            <a:ln w="28575"/>
          </p:spPr>
          <p:style>
            <a:lnRef idx="1">
              <a:schemeClr val="dk1"/>
            </a:lnRef>
            <a:fillRef idx="0">
              <a:schemeClr val="dk1"/>
            </a:fillRef>
            <a:effectRef idx="0">
              <a:schemeClr val="dk1"/>
            </a:effectRef>
            <a:fontRef idx="minor">
              <a:schemeClr val="tx1"/>
            </a:fontRef>
          </p:style>
        </p:cxnSp>
        <p:sp>
          <p:nvSpPr>
            <p:cNvPr id="16" name="TextBox 10">
              <a:extLst>
                <a:ext uri="{FF2B5EF4-FFF2-40B4-BE49-F238E27FC236}">
                  <a16:creationId xmlns:a16="http://schemas.microsoft.com/office/drawing/2014/main" id="{058E6051-FB3E-46C2-987E-92C56A0760BD}"/>
                </a:ext>
              </a:extLst>
            </p:cNvPr>
            <p:cNvSpPr txBox="1"/>
            <p:nvPr/>
          </p:nvSpPr>
          <p:spPr>
            <a:xfrm>
              <a:off x="993468" y="1823588"/>
              <a:ext cx="2342539" cy="215444"/>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dirty="0">
                  <a:latin typeface="Roboto"/>
                </a:rPr>
                <a:t>3DArtPipeline_FirstNameLastName</a:t>
              </a:r>
            </a:p>
          </p:txBody>
        </p:sp>
        <p:sp>
          <p:nvSpPr>
            <p:cNvPr id="17" name="TextBox 11">
              <a:extLst>
                <a:ext uri="{FF2B5EF4-FFF2-40B4-BE49-F238E27FC236}">
                  <a16:creationId xmlns:a16="http://schemas.microsoft.com/office/drawing/2014/main" id="{F8FE9943-374D-4E70-B792-770E7711FFB8}"/>
                </a:ext>
              </a:extLst>
            </p:cNvPr>
            <p:cNvSpPr txBox="1"/>
            <p:nvPr/>
          </p:nvSpPr>
          <p:spPr>
            <a:xfrm>
              <a:off x="1000815" y="2379440"/>
              <a:ext cx="2113079"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dirty="0">
                  <a:latin typeface="Roboto"/>
                </a:rPr>
                <a:t>3DArtPipeline_Game_FirstNameLastName</a:t>
              </a:r>
            </a:p>
          </p:txBody>
        </p:sp>
        <p:sp>
          <p:nvSpPr>
            <p:cNvPr id="18" name="TextBox 12">
              <a:extLst>
                <a:ext uri="{FF2B5EF4-FFF2-40B4-BE49-F238E27FC236}">
                  <a16:creationId xmlns:a16="http://schemas.microsoft.com/office/drawing/2014/main" id="{A3C47AE4-5962-45C6-94EF-279EFFE35031}"/>
                </a:ext>
              </a:extLst>
            </p:cNvPr>
            <p:cNvSpPr txBox="1"/>
            <p:nvPr/>
          </p:nvSpPr>
          <p:spPr>
            <a:xfrm>
              <a:off x="1593287" y="3625441"/>
              <a:ext cx="686406"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dirty="0">
                  <a:latin typeface="Roboto"/>
                </a:rPr>
                <a:t>Production</a:t>
              </a:r>
            </a:p>
          </p:txBody>
        </p:sp>
        <p:sp>
          <p:nvSpPr>
            <p:cNvPr id="19" name="TextBox 13">
              <a:extLst>
                <a:ext uri="{FF2B5EF4-FFF2-40B4-BE49-F238E27FC236}">
                  <a16:creationId xmlns:a16="http://schemas.microsoft.com/office/drawing/2014/main" id="{D9A84281-02AF-47C6-9C1A-3DE1B48895B9}"/>
                </a:ext>
              </a:extLst>
            </p:cNvPr>
            <p:cNvSpPr txBox="1"/>
            <p:nvPr/>
          </p:nvSpPr>
          <p:spPr>
            <a:xfrm>
              <a:off x="1582801" y="4156135"/>
              <a:ext cx="1186543"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dirty="0" err="1">
                  <a:latin typeface="Roboto"/>
                </a:rPr>
                <a:t>CompletedProduction</a:t>
              </a:r>
              <a:endParaRPr lang="en-AU" sz="800" dirty="0">
                <a:latin typeface="Roboto"/>
              </a:endParaRPr>
            </a:p>
          </p:txBody>
        </p:sp>
        <p:pic>
          <p:nvPicPr>
            <p:cNvPr id="20" name="Picture 19" descr="Icon&#10;&#10;Description automatically generated">
              <a:extLst>
                <a:ext uri="{FF2B5EF4-FFF2-40B4-BE49-F238E27FC236}">
                  <a16:creationId xmlns:a16="http://schemas.microsoft.com/office/drawing/2014/main" id="{B0B6840E-CC50-48F8-B4AC-72F8F76FD47B}"/>
                </a:ext>
              </a:extLst>
            </p:cNvPr>
            <p:cNvPicPr>
              <a:picLocks noChangeAspect="1"/>
            </p:cNvPicPr>
            <p:nvPr/>
          </p:nvPicPr>
          <p:blipFill>
            <a:blip r:embed="rId3"/>
            <a:stretch>
              <a:fillRect/>
            </a:stretch>
          </p:blipFill>
          <p:spPr>
            <a:xfrm>
              <a:off x="1169001" y="2904119"/>
              <a:ext cx="477607" cy="477607"/>
            </a:xfrm>
            <a:prstGeom prst="rect">
              <a:avLst/>
            </a:prstGeom>
          </p:spPr>
        </p:pic>
        <p:cxnSp>
          <p:nvCxnSpPr>
            <p:cNvPr id="21" name="Connector: Elbow 20">
              <a:extLst>
                <a:ext uri="{FF2B5EF4-FFF2-40B4-BE49-F238E27FC236}">
                  <a16:creationId xmlns:a16="http://schemas.microsoft.com/office/drawing/2014/main" id="{2D2775FF-C5CB-421E-BB34-D24CEC6B24A2}"/>
                </a:ext>
              </a:extLst>
            </p:cNvPr>
            <p:cNvCxnSpPr>
              <a:cxnSpLocks/>
            </p:cNvCxnSpPr>
            <p:nvPr/>
          </p:nvCxnSpPr>
          <p:spPr>
            <a:xfrm rot="16200000" flipH="1">
              <a:off x="441126" y="2949845"/>
              <a:ext cx="1013847" cy="462876"/>
            </a:xfrm>
            <a:prstGeom prst="bentConnector2">
              <a:avLst/>
            </a:prstGeom>
            <a:ln w="28575"/>
          </p:spPr>
          <p:style>
            <a:lnRef idx="1">
              <a:schemeClr val="dk1"/>
            </a:lnRef>
            <a:fillRef idx="0">
              <a:schemeClr val="dk1"/>
            </a:fillRef>
            <a:effectRef idx="0">
              <a:schemeClr val="dk1"/>
            </a:effectRef>
            <a:fontRef idx="minor">
              <a:schemeClr val="tx1"/>
            </a:fontRef>
          </p:style>
        </p:cxnSp>
        <p:sp>
          <p:nvSpPr>
            <p:cNvPr id="22" name="TextBox 16">
              <a:extLst>
                <a:ext uri="{FF2B5EF4-FFF2-40B4-BE49-F238E27FC236}">
                  <a16:creationId xmlns:a16="http://schemas.microsoft.com/office/drawing/2014/main" id="{F8E52E78-2EA8-4908-8108-7A8FAE2B7BF9}"/>
                </a:ext>
              </a:extLst>
            </p:cNvPr>
            <p:cNvSpPr txBox="1"/>
            <p:nvPr/>
          </p:nvSpPr>
          <p:spPr>
            <a:xfrm>
              <a:off x="1572314" y="3046772"/>
              <a:ext cx="869149"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a:latin typeface="Roboto"/>
                </a:rPr>
                <a:t>Pre-Production</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12" name="Google Shape;218;p35">
            <a:extLst>
              <a:ext uri="{FF2B5EF4-FFF2-40B4-BE49-F238E27FC236}">
                <a16:creationId xmlns:a16="http://schemas.microsoft.com/office/drawing/2014/main" id="{3D500476-D913-472A-8738-F5A8974D9199}"/>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sym typeface="Roboto"/>
              </a:rPr>
              <a:t>Examples</a:t>
            </a:r>
            <a:r>
              <a:rPr lang="en-AU" b="0" i="0" u="none" strike="noStrike" cap="none">
                <a:latin typeface="Roboto"/>
                <a:ea typeface="Roboto"/>
                <a:sym typeface="Roboto"/>
              </a:rPr>
              <a:t> </a:t>
            </a:r>
            <a:r>
              <a:rPr lang="en-AU">
                <a:latin typeface="Roboto"/>
                <a:ea typeface="Roboto"/>
                <a:sym typeface="Roboto"/>
              </a:rPr>
              <a:t>|</a:t>
            </a:r>
            <a:r>
              <a:rPr lang="en-AU">
                <a:solidFill>
                  <a:srgbClr val="8CB3E3"/>
                </a:solidFill>
                <a:latin typeface="Roboto"/>
                <a:ea typeface="Roboto"/>
                <a:sym typeface="Roboto"/>
              </a:rPr>
              <a:t> </a:t>
            </a:r>
            <a:r>
              <a:rPr lang="en-AU" sz="3000">
                <a:solidFill>
                  <a:srgbClr val="8CB3E3"/>
                </a:solidFill>
                <a:latin typeface="Roboto"/>
                <a:ea typeface="Roboto"/>
                <a:sym typeface="Roboto"/>
              </a:rPr>
              <a:t>Student Work</a:t>
            </a:r>
            <a:endParaRPr lang="en-US">
              <a:latin typeface="Roboto"/>
            </a:endParaRPr>
          </a:p>
        </p:txBody>
      </p:sp>
      <p:sp>
        <p:nvSpPr>
          <p:cNvPr id="3" name="TextBox 2">
            <a:extLst>
              <a:ext uri="{FF2B5EF4-FFF2-40B4-BE49-F238E27FC236}">
                <a16:creationId xmlns:a16="http://schemas.microsoft.com/office/drawing/2014/main" id="{FCA8D31C-A7DE-4B15-9528-B1198F38D4BB}"/>
              </a:ext>
            </a:extLst>
          </p:cNvPr>
          <p:cNvSpPr txBox="1"/>
          <p:nvPr/>
        </p:nvSpPr>
        <p:spPr>
          <a:xfrm>
            <a:off x="203506" y="2811392"/>
            <a:ext cx="2843852" cy="253547"/>
          </a:xfrm>
          <a:prstGeom prst="rect">
            <a:avLst/>
          </a:prstGeom>
          <a:noFill/>
        </p:spPr>
        <p:txBody>
          <a:bodyPr wrap="square" lIns="91440" tIns="45720" rIns="91440" bIns="45720" rtlCol="0" anchor="t">
            <a:spAutoFit/>
          </a:bodyPr>
          <a:lstStyle/>
          <a:p>
            <a:r>
              <a:rPr lang="en-AU" sz="1000">
                <a:solidFill>
                  <a:schemeClr val="bg1">
                    <a:lumMod val="85000"/>
                  </a:schemeClr>
                </a:solidFill>
                <a:latin typeface="Roboto"/>
                <a:ea typeface="Roboto"/>
                <a:hlinkClick r:id="rId3">
                  <a:extLst>
                    <a:ext uri="{A12FA001-AC4F-418D-AE19-62706E023703}">
                      <ahyp:hlinkClr xmlns:ahyp="http://schemas.microsoft.com/office/drawing/2018/hyperlinkcolor" val="tx"/>
                    </a:ext>
                  </a:extLst>
                </a:hlinkClick>
              </a:rPr>
              <a:t>Alice Newhouse</a:t>
            </a:r>
            <a:endParaRPr lang="en-AU" sz="1000">
              <a:solidFill>
                <a:schemeClr val="bg1">
                  <a:lumMod val="85000"/>
                </a:schemeClr>
              </a:solidFill>
              <a:latin typeface="Roboto"/>
              <a:ea typeface="Roboto"/>
            </a:endParaRPr>
          </a:p>
        </p:txBody>
      </p:sp>
      <p:sp>
        <p:nvSpPr>
          <p:cNvPr id="10" name="TextBox 9">
            <a:extLst>
              <a:ext uri="{FF2B5EF4-FFF2-40B4-BE49-F238E27FC236}">
                <a16:creationId xmlns:a16="http://schemas.microsoft.com/office/drawing/2014/main" id="{BA669CF1-9F9C-453F-B2CD-51725C991CCD}"/>
              </a:ext>
            </a:extLst>
          </p:cNvPr>
          <p:cNvSpPr txBox="1"/>
          <p:nvPr/>
        </p:nvSpPr>
        <p:spPr>
          <a:xfrm>
            <a:off x="3235042" y="2809297"/>
            <a:ext cx="2795704" cy="246221"/>
          </a:xfrm>
          <a:prstGeom prst="rect">
            <a:avLst/>
          </a:prstGeom>
          <a:noFill/>
        </p:spPr>
        <p:txBody>
          <a:bodyPr wrap="square" lIns="91440" tIns="45720" rIns="91440" bIns="45720" rtlCol="0" anchor="ctr">
            <a:spAutoFit/>
          </a:bodyPr>
          <a:lstStyle/>
          <a:p>
            <a:r>
              <a:rPr lang="en-AU" sz="1000">
                <a:solidFill>
                  <a:schemeClr val="bg1">
                    <a:lumMod val="85000"/>
                  </a:schemeClr>
                </a:solidFill>
                <a:latin typeface="Roboto"/>
                <a:ea typeface="Roboto"/>
                <a:hlinkClick r:id="rId4">
                  <a:extLst>
                    <a:ext uri="{A12FA001-AC4F-418D-AE19-62706E023703}">
                      <ahyp:hlinkClr xmlns:ahyp="http://schemas.microsoft.com/office/drawing/2018/hyperlinkcolor" val="tx"/>
                    </a:ext>
                  </a:extLst>
                </a:hlinkClick>
              </a:rPr>
              <a:t>Kaye Simonson</a:t>
            </a:r>
            <a:endParaRPr lang="en-US">
              <a:solidFill>
                <a:schemeClr val="bg1">
                  <a:lumMod val="85000"/>
                </a:schemeClr>
              </a:solidFill>
            </a:endParaRPr>
          </a:p>
        </p:txBody>
      </p:sp>
      <p:sp>
        <p:nvSpPr>
          <p:cNvPr id="19" name="TextBox 18">
            <a:extLst>
              <a:ext uri="{FF2B5EF4-FFF2-40B4-BE49-F238E27FC236}">
                <a16:creationId xmlns:a16="http://schemas.microsoft.com/office/drawing/2014/main" id="{1AB3F67D-EA42-49A3-87A3-EDA1741AE36D}"/>
              </a:ext>
            </a:extLst>
          </p:cNvPr>
          <p:cNvSpPr txBox="1"/>
          <p:nvPr/>
        </p:nvSpPr>
        <p:spPr>
          <a:xfrm>
            <a:off x="6190482" y="2809297"/>
            <a:ext cx="2750009" cy="246221"/>
          </a:xfrm>
          <a:prstGeom prst="rect">
            <a:avLst/>
          </a:prstGeom>
          <a:noFill/>
        </p:spPr>
        <p:txBody>
          <a:bodyPr wrap="square" lIns="91440" tIns="45720" rIns="91440" bIns="45720" rtlCol="0" anchor="t">
            <a:spAutoFit/>
          </a:bodyPr>
          <a:lstStyle/>
          <a:p>
            <a:r>
              <a:rPr lang="en-AU" sz="1000">
                <a:solidFill>
                  <a:schemeClr val="bg1">
                    <a:lumMod val="85000"/>
                  </a:schemeClr>
                </a:solidFill>
                <a:latin typeface="Roboto"/>
                <a:ea typeface="Roboto"/>
                <a:hlinkClick r:id="rId5">
                  <a:extLst>
                    <a:ext uri="{A12FA001-AC4F-418D-AE19-62706E023703}">
                      <ahyp:hlinkClr xmlns:ahyp="http://schemas.microsoft.com/office/drawing/2018/hyperlinkcolor" val="tx"/>
                    </a:ext>
                  </a:extLst>
                </a:hlinkClick>
              </a:rPr>
              <a:t>Ailish Worton</a:t>
            </a:r>
            <a:endParaRPr lang="en-US"/>
          </a:p>
        </p:txBody>
      </p:sp>
      <p:pic>
        <p:nvPicPr>
          <p:cNvPr id="2" name="Picture 3" descr="A picture containing outdoor object&#10;&#10;Description automatically generated">
            <a:extLst>
              <a:ext uri="{FF2B5EF4-FFF2-40B4-BE49-F238E27FC236}">
                <a16:creationId xmlns:a16="http://schemas.microsoft.com/office/drawing/2014/main" id="{08939534-38B3-440C-A038-000667F59B51}"/>
              </a:ext>
            </a:extLst>
          </p:cNvPr>
          <p:cNvPicPr>
            <a:picLocks noChangeAspect="1"/>
          </p:cNvPicPr>
          <p:nvPr/>
        </p:nvPicPr>
        <p:blipFill rotWithShape="1">
          <a:blip r:embed="rId6"/>
          <a:srcRect l="-78" t="1546" r="-156" b="1568"/>
          <a:stretch/>
        </p:blipFill>
        <p:spPr>
          <a:xfrm>
            <a:off x="201502" y="1135627"/>
            <a:ext cx="2843451" cy="1622574"/>
          </a:xfrm>
          <a:prstGeom prst="rect">
            <a:avLst/>
          </a:prstGeom>
          <a:ln w="28575">
            <a:solidFill>
              <a:srgbClr val="00B0F0"/>
            </a:solidFill>
          </a:ln>
        </p:spPr>
      </p:pic>
      <p:pic>
        <p:nvPicPr>
          <p:cNvPr id="4" name="Picture 4">
            <a:extLst>
              <a:ext uri="{FF2B5EF4-FFF2-40B4-BE49-F238E27FC236}">
                <a16:creationId xmlns:a16="http://schemas.microsoft.com/office/drawing/2014/main" id="{B153E2A2-B391-43DA-95BF-A0AEBA646E61}"/>
              </a:ext>
            </a:extLst>
          </p:cNvPr>
          <p:cNvPicPr>
            <a:picLocks noChangeAspect="1"/>
          </p:cNvPicPr>
          <p:nvPr/>
        </p:nvPicPr>
        <p:blipFill rotWithShape="1">
          <a:blip r:embed="rId7"/>
          <a:srcRect l="930" t="822" r="677" b="3162"/>
          <a:stretch/>
        </p:blipFill>
        <p:spPr>
          <a:xfrm>
            <a:off x="3219404" y="1136022"/>
            <a:ext cx="2792423" cy="1612876"/>
          </a:xfrm>
          <a:prstGeom prst="rect">
            <a:avLst/>
          </a:prstGeom>
          <a:ln w="28575">
            <a:solidFill>
              <a:srgbClr val="00B0F0"/>
            </a:solidFill>
          </a:ln>
        </p:spPr>
      </p:pic>
      <p:pic>
        <p:nvPicPr>
          <p:cNvPr id="5" name="Picture 10" descr="A picture containing accessory&#10;&#10;Description automatically generated">
            <a:extLst>
              <a:ext uri="{FF2B5EF4-FFF2-40B4-BE49-F238E27FC236}">
                <a16:creationId xmlns:a16="http://schemas.microsoft.com/office/drawing/2014/main" id="{86A7B254-18A9-4754-A76F-3C20182D7244}"/>
              </a:ext>
            </a:extLst>
          </p:cNvPr>
          <p:cNvPicPr>
            <a:picLocks noChangeAspect="1"/>
          </p:cNvPicPr>
          <p:nvPr/>
        </p:nvPicPr>
        <p:blipFill rotWithShape="1">
          <a:blip r:embed="rId8"/>
          <a:srcRect l="-137" t="4455" r="316" b="4851"/>
          <a:stretch/>
        </p:blipFill>
        <p:spPr>
          <a:xfrm>
            <a:off x="6193570" y="1135929"/>
            <a:ext cx="2744174" cy="1616103"/>
          </a:xfrm>
          <a:prstGeom prst="rect">
            <a:avLst/>
          </a:prstGeom>
          <a:ln w="28575">
            <a:solidFill>
              <a:srgbClr val="00B0F0"/>
            </a:solidFill>
          </a:ln>
        </p:spPr>
      </p:pic>
      <p:pic>
        <p:nvPicPr>
          <p:cNvPr id="6" name="Picture 6">
            <a:extLst>
              <a:ext uri="{FF2B5EF4-FFF2-40B4-BE49-F238E27FC236}">
                <a16:creationId xmlns:a16="http://schemas.microsoft.com/office/drawing/2014/main" id="{4B6ED455-8DF4-4072-AE86-83BF76E6D380}"/>
              </a:ext>
            </a:extLst>
          </p:cNvPr>
          <p:cNvPicPr>
            <a:picLocks noChangeAspect="1"/>
          </p:cNvPicPr>
          <p:nvPr/>
        </p:nvPicPr>
        <p:blipFill rotWithShape="1">
          <a:blip r:embed="rId9"/>
          <a:srcRect t="3527" b="3527"/>
          <a:stretch/>
        </p:blipFill>
        <p:spPr>
          <a:xfrm>
            <a:off x="3218374" y="3185178"/>
            <a:ext cx="2800019" cy="1545638"/>
          </a:xfrm>
          <a:prstGeom prst="rect">
            <a:avLst/>
          </a:prstGeom>
          <a:ln w="28575">
            <a:solidFill>
              <a:srgbClr val="00B0F0"/>
            </a:solidFill>
          </a:ln>
        </p:spPr>
      </p:pic>
      <p:pic>
        <p:nvPicPr>
          <p:cNvPr id="8" name="Picture 8">
            <a:extLst>
              <a:ext uri="{FF2B5EF4-FFF2-40B4-BE49-F238E27FC236}">
                <a16:creationId xmlns:a16="http://schemas.microsoft.com/office/drawing/2014/main" id="{20F8F23D-5A77-442F-AD50-CDDA761C10A6}"/>
              </a:ext>
            </a:extLst>
          </p:cNvPr>
          <p:cNvPicPr>
            <a:picLocks noChangeAspect="1"/>
          </p:cNvPicPr>
          <p:nvPr/>
        </p:nvPicPr>
        <p:blipFill rotWithShape="1">
          <a:blip r:embed="rId10"/>
          <a:srcRect t="2779" b="2779"/>
          <a:stretch/>
        </p:blipFill>
        <p:spPr>
          <a:xfrm>
            <a:off x="6193958" y="3184864"/>
            <a:ext cx="2741634" cy="1547651"/>
          </a:xfrm>
          <a:prstGeom prst="rect">
            <a:avLst/>
          </a:prstGeom>
          <a:ln w="28575">
            <a:solidFill>
              <a:srgbClr val="00B0F0"/>
            </a:solidFill>
          </a:ln>
        </p:spPr>
      </p:pic>
      <p:pic>
        <p:nvPicPr>
          <p:cNvPr id="14" name="Picture 14" descr="A picture containing indoor&#10;&#10;Description automatically generated">
            <a:extLst>
              <a:ext uri="{FF2B5EF4-FFF2-40B4-BE49-F238E27FC236}">
                <a16:creationId xmlns:a16="http://schemas.microsoft.com/office/drawing/2014/main" id="{D79D36A6-BAB0-4338-B3ED-142260BA7658}"/>
              </a:ext>
            </a:extLst>
          </p:cNvPr>
          <p:cNvPicPr>
            <a:picLocks noChangeAspect="1"/>
          </p:cNvPicPr>
          <p:nvPr/>
        </p:nvPicPr>
        <p:blipFill rotWithShape="1">
          <a:blip r:embed="rId11"/>
          <a:srcRect t="6307" b="6307"/>
          <a:stretch/>
        </p:blipFill>
        <p:spPr>
          <a:xfrm>
            <a:off x="208368" y="3184700"/>
            <a:ext cx="2842918" cy="1538054"/>
          </a:xfrm>
          <a:prstGeom prst="rect">
            <a:avLst/>
          </a:prstGeom>
          <a:ln w="28575">
            <a:solidFill>
              <a:srgbClr val="00B0F0"/>
            </a:solidFill>
          </a:ln>
        </p:spPr>
      </p:pic>
      <p:sp>
        <p:nvSpPr>
          <p:cNvPr id="16" name="TextBox 15">
            <a:extLst>
              <a:ext uri="{FF2B5EF4-FFF2-40B4-BE49-F238E27FC236}">
                <a16:creationId xmlns:a16="http://schemas.microsoft.com/office/drawing/2014/main" id="{61AEFF07-167F-495C-9D4E-8928F3A0CF1D}"/>
              </a:ext>
            </a:extLst>
          </p:cNvPr>
          <p:cNvSpPr txBox="1"/>
          <p:nvPr/>
        </p:nvSpPr>
        <p:spPr>
          <a:xfrm>
            <a:off x="3231379" y="4771275"/>
            <a:ext cx="2788376" cy="246221"/>
          </a:xfrm>
          <a:prstGeom prst="rect">
            <a:avLst/>
          </a:prstGeom>
          <a:noFill/>
        </p:spPr>
        <p:txBody>
          <a:bodyPr wrap="square" lIns="91440" tIns="45720" rIns="91440" bIns="45720" rtlCol="0" anchor="ctr">
            <a:spAutoFit/>
          </a:bodyPr>
          <a:lstStyle/>
          <a:p>
            <a:r>
              <a:rPr lang="en-AU" sz="1000">
                <a:solidFill>
                  <a:schemeClr val="bg1">
                    <a:lumMod val="85000"/>
                  </a:schemeClr>
                </a:solidFill>
                <a:latin typeface="Roboto"/>
                <a:ea typeface="Roboto"/>
                <a:hlinkClick r:id="rId12">
                  <a:extLst>
                    <a:ext uri="{A12FA001-AC4F-418D-AE19-62706E023703}">
                      <ahyp:hlinkClr xmlns:ahyp="http://schemas.microsoft.com/office/drawing/2018/hyperlinkcolor" val="tx"/>
                    </a:ext>
                  </a:extLst>
                </a:hlinkClick>
              </a:rPr>
              <a:t>Harry Sherlock</a:t>
            </a:r>
            <a:endParaRPr lang="en-US"/>
          </a:p>
        </p:txBody>
      </p:sp>
      <p:sp>
        <p:nvSpPr>
          <p:cNvPr id="17" name="TextBox 16">
            <a:extLst>
              <a:ext uri="{FF2B5EF4-FFF2-40B4-BE49-F238E27FC236}">
                <a16:creationId xmlns:a16="http://schemas.microsoft.com/office/drawing/2014/main" id="{2F6C7BB7-9B1E-4A6F-9B9D-6173268D8932}"/>
              </a:ext>
            </a:extLst>
          </p:cNvPr>
          <p:cNvSpPr txBox="1"/>
          <p:nvPr/>
        </p:nvSpPr>
        <p:spPr>
          <a:xfrm>
            <a:off x="207975" y="4771274"/>
            <a:ext cx="2839664" cy="246221"/>
          </a:xfrm>
          <a:prstGeom prst="rect">
            <a:avLst/>
          </a:prstGeom>
          <a:noFill/>
        </p:spPr>
        <p:txBody>
          <a:bodyPr wrap="square" lIns="91440" tIns="45720" rIns="91440" bIns="45720" rtlCol="0" anchor="t">
            <a:spAutoFit/>
          </a:bodyPr>
          <a:lstStyle/>
          <a:p>
            <a:r>
              <a:rPr lang="en-AU" sz="1000">
                <a:solidFill>
                  <a:schemeClr val="bg1">
                    <a:lumMod val="85000"/>
                  </a:schemeClr>
                </a:solidFill>
                <a:latin typeface="Roboto"/>
                <a:ea typeface="Roboto"/>
                <a:hlinkClick r:id="rId13">
                  <a:extLst>
                    <a:ext uri="{A12FA001-AC4F-418D-AE19-62706E023703}">
                      <ahyp:hlinkClr xmlns:ahyp="http://schemas.microsoft.com/office/drawing/2018/hyperlinkcolor" val="tx"/>
                    </a:ext>
                  </a:extLst>
                </a:hlinkClick>
              </a:rPr>
              <a:t>Luka Freiherr von Rechenberg</a:t>
            </a:r>
            <a:endParaRPr lang="en-AU" sz="1000">
              <a:solidFill>
                <a:schemeClr val="bg1">
                  <a:lumMod val="85000"/>
                </a:schemeClr>
              </a:solidFill>
              <a:latin typeface="Roboto"/>
              <a:ea typeface="Roboto"/>
            </a:endParaRPr>
          </a:p>
        </p:txBody>
      </p:sp>
      <p:sp>
        <p:nvSpPr>
          <p:cNvPr id="18" name="TextBox 17">
            <a:extLst>
              <a:ext uri="{FF2B5EF4-FFF2-40B4-BE49-F238E27FC236}">
                <a16:creationId xmlns:a16="http://schemas.microsoft.com/office/drawing/2014/main" id="{18C301C4-4DE6-4D93-9B3F-7A1BEAC217B6}"/>
              </a:ext>
            </a:extLst>
          </p:cNvPr>
          <p:cNvSpPr txBox="1"/>
          <p:nvPr/>
        </p:nvSpPr>
        <p:spPr>
          <a:xfrm>
            <a:off x="6188836" y="4771275"/>
            <a:ext cx="2751743" cy="246221"/>
          </a:xfrm>
          <a:prstGeom prst="rect">
            <a:avLst/>
          </a:prstGeom>
          <a:noFill/>
        </p:spPr>
        <p:txBody>
          <a:bodyPr wrap="square" lIns="91440" tIns="45720" rIns="91440" bIns="45720" rtlCol="0" anchor="ctr">
            <a:spAutoFit/>
          </a:bodyPr>
          <a:lstStyle/>
          <a:p>
            <a:r>
              <a:rPr lang="en-AU" sz="1000">
                <a:solidFill>
                  <a:schemeClr val="bg1">
                    <a:lumMod val="85000"/>
                  </a:schemeClr>
                </a:solidFill>
                <a:latin typeface="Roboto"/>
                <a:ea typeface="Roboto"/>
                <a:hlinkClick r:id="rId14">
                  <a:extLst>
                    <a:ext uri="{A12FA001-AC4F-418D-AE19-62706E023703}">
                      <ahyp:hlinkClr xmlns:ahyp="http://schemas.microsoft.com/office/drawing/2018/hyperlinkcolor" val="tx"/>
                    </a:ext>
                  </a:extLst>
                </a:hlinkClick>
              </a:rPr>
              <a:t>Dylan Stuart</a:t>
            </a:r>
            <a:endParaRPr lang="en-US">
              <a:solidFill>
                <a:schemeClr val="bg1">
                  <a:lumMod val="85000"/>
                </a:schemeClr>
              </a:solidFill>
            </a:endParaRPr>
          </a:p>
        </p:txBody>
      </p:sp>
      <p:sp>
        <p:nvSpPr>
          <p:cNvPr id="7" name="Rectangle 6">
            <a:extLst>
              <a:ext uri="{FF2B5EF4-FFF2-40B4-BE49-F238E27FC236}">
                <a16:creationId xmlns:a16="http://schemas.microsoft.com/office/drawing/2014/main" id="{BF2BF4C7-FE73-F8D8-2740-AB6FA9AEDC0C}"/>
              </a:ext>
            </a:extLst>
          </p:cNvPr>
          <p:cNvSpPr/>
          <p:nvPr/>
        </p:nvSpPr>
        <p:spPr>
          <a:xfrm>
            <a:off x="1943109" y="878999"/>
            <a:ext cx="5150472" cy="230832"/>
          </a:xfrm>
          <a:prstGeom prst="rect">
            <a:avLst/>
          </a:prstGeom>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AU" sz="900" dirty="0">
                <a:solidFill>
                  <a:schemeClr val="bg1">
                    <a:lumMod val="85000"/>
                  </a:schemeClr>
                </a:solidFill>
                <a:latin typeface="Roboto"/>
                <a:ea typeface="Roboto"/>
              </a:rPr>
              <a:t>Below are examples of high-quality submissions from ex-student for inspiration.</a:t>
            </a:r>
            <a:endParaRPr lang="en-US" sz="900" dirty="0">
              <a:solidFill>
                <a:schemeClr val="bg1">
                  <a:lumMod val="85000"/>
                </a:schemeClr>
              </a:solidFill>
              <a:latin typeface="Roboto"/>
              <a:ea typeface="Roboto"/>
            </a:endParaRPr>
          </a:p>
        </p:txBody>
      </p:sp>
    </p:spTree>
    <p:extLst>
      <p:ext uri="{BB962C8B-B14F-4D97-AF65-F5344CB8AC3E}">
        <p14:creationId xmlns:p14="http://schemas.microsoft.com/office/powerpoint/2010/main" val="3486143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Maintain healthy work practice</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32010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3"/>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Maintain Healthy Work Practice | </a:t>
            </a:r>
            <a:r>
              <a:rPr lang="en-AU" sz="3000">
                <a:solidFill>
                  <a:srgbClr val="8CB3E3"/>
                </a:solidFill>
                <a:latin typeface="Roboto"/>
                <a:ea typeface="Roboto"/>
                <a:cs typeface="Roboto"/>
                <a:sym typeface="Roboto"/>
              </a:rPr>
              <a:t>WHS</a:t>
            </a:r>
            <a:endParaRPr sz="3000"/>
          </a:p>
        </p:txBody>
      </p:sp>
      <p:sp>
        <p:nvSpPr>
          <p:cNvPr id="335" name="Google Shape;335;p53"/>
          <p:cNvSpPr txBox="1"/>
          <p:nvPr/>
        </p:nvSpPr>
        <p:spPr>
          <a:xfrm>
            <a:off x="351775" y="1063375"/>
            <a:ext cx="8242800" cy="575302"/>
          </a:xfrm>
          <a:prstGeom prst="rect">
            <a:avLst/>
          </a:prstGeom>
          <a:noFill/>
          <a:ln>
            <a:noFill/>
          </a:ln>
        </p:spPr>
        <p:txBody>
          <a:bodyPr spcFirstLastPara="1" wrap="square" lIns="91425" tIns="45700" rIns="91425" bIns="45700" anchor="t" anchorCtr="0">
            <a:noAutofit/>
          </a:bodyPr>
          <a:lstStyle/>
          <a:p>
            <a:pPr lvl="0">
              <a:buClr>
                <a:schemeClr val="dk1"/>
              </a:buClr>
              <a:buSzPts val="1100"/>
            </a:pPr>
            <a:r>
              <a:rPr lang="en-US" sz="900">
                <a:solidFill>
                  <a:srgbClr val="B7B7B7"/>
                </a:solidFill>
                <a:latin typeface="Roboto"/>
                <a:ea typeface="Roboto"/>
                <a:cs typeface="Roboto"/>
                <a:sym typeface="Roboto"/>
              </a:rPr>
              <a:t>When working in a studio environment it is important to maintain healthy and safe work practices. Before starting the assessment ensure that the following safe work practices are being maintained by evaluating your work environment using the checklist below.</a:t>
            </a:r>
            <a:endParaRPr sz="900">
              <a:solidFill>
                <a:srgbClr val="92D050"/>
              </a:solidFill>
              <a:latin typeface="Roboto"/>
              <a:ea typeface="Roboto"/>
              <a:cs typeface="Roboto"/>
              <a:sym typeface="Roboto"/>
            </a:endParaRPr>
          </a:p>
          <a:p>
            <a:pPr marL="0" lvl="0" indent="0" rtl="0">
              <a:spcBef>
                <a:spcPts val="0"/>
              </a:spcBef>
              <a:spcAft>
                <a:spcPts val="0"/>
              </a:spcAft>
              <a:buClr>
                <a:srgbClr val="92D050"/>
              </a:buClr>
              <a:buSzPts val="2800"/>
              <a:buFont typeface="Arial"/>
              <a:buNone/>
            </a:pPr>
            <a:endParaRPr sz="900">
              <a:solidFill>
                <a:srgbClr val="888888"/>
              </a:solidFill>
              <a:latin typeface="Roboto"/>
              <a:ea typeface="Roboto"/>
              <a:cs typeface="Roboto"/>
              <a:sym typeface="Roboto"/>
            </a:endParaRPr>
          </a:p>
        </p:txBody>
      </p:sp>
      <p:sp>
        <p:nvSpPr>
          <p:cNvPr id="4" name="Google Shape;484;p70">
            <a:extLst>
              <a:ext uri="{FF2B5EF4-FFF2-40B4-BE49-F238E27FC236}">
                <a16:creationId xmlns:a16="http://schemas.microsoft.com/office/drawing/2014/main" id="{BF3C929F-DC02-4440-A414-113BB6BE8204}"/>
              </a:ext>
            </a:extLst>
          </p:cNvPr>
          <p:cNvSpPr txBox="1">
            <a:spLocks noGrp="1"/>
          </p:cNvSpPr>
          <p:nvPr>
            <p:ph type="body" idx="1"/>
          </p:nvPr>
        </p:nvSpPr>
        <p:spPr>
          <a:xfrm>
            <a:off x="881150" y="1506071"/>
            <a:ext cx="7507200" cy="2951803"/>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b="1" dirty="0">
                <a:solidFill>
                  <a:srgbClr val="D9D9D9"/>
                </a:solidFill>
                <a:latin typeface="Roboto"/>
                <a:ea typeface="Roboto"/>
                <a:cs typeface="Roboto"/>
                <a:sym typeface="Roboto"/>
              </a:rPr>
              <a:t>The workstation is setup ergonomically:</a:t>
            </a:r>
          </a:p>
          <a:p>
            <a:pPr marL="0" lvl="0" indent="0">
              <a:spcBef>
                <a:spcPts val="280"/>
              </a:spcBef>
              <a:buNone/>
            </a:pPr>
            <a:r>
              <a:rPr lang="en-AU" sz="900" dirty="0">
                <a:solidFill>
                  <a:srgbClr val="B7B7B7"/>
                </a:solidFill>
                <a:latin typeface="Roboto"/>
                <a:ea typeface="Roboto"/>
                <a:cs typeface="Roboto"/>
                <a:sym typeface="Roboto"/>
              </a:rPr>
              <a:t>An ergonomic workstation requires that the position/height and angle of the monitors, chair, keyboard, mouse and desk can be adjusted to maintain a healthy posture and that there is an appropriate level of lighting in the room.</a:t>
            </a:r>
            <a:br>
              <a:rPr lang="en-AU" sz="900" dirty="0">
                <a:latin typeface="Roboto"/>
                <a:ea typeface="Roboto"/>
                <a:cs typeface="Roboto"/>
                <a:sym typeface="Roboto"/>
              </a:rPr>
            </a:br>
            <a:br>
              <a:rPr lang="en-AU" sz="900" dirty="0">
                <a:latin typeface="Roboto"/>
                <a:ea typeface="Roboto"/>
                <a:cs typeface="Roboto"/>
                <a:sym typeface="Roboto"/>
              </a:rPr>
            </a:br>
            <a:r>
              <a:rPr lang="en-AU" sz="900" b="1" dirty="0">
                <a:latin typeface="Roboto"/>
                <a:ea typeface="Roboto"/>
                <a:cs typeface="Roboto"/>
                <a:sym typeface="Roboto"/>
              </a:rPr>
              <a:t>R</a:t>
            </a:r>
            <a:r>
              <a:rPr lang="en-AU" sz="900" b="1" dirty="0">
                <a:solidFill>
                  <a:srgbClr val="D9D9D9"/>
                </a:solidFill>
                <a:latin typeface="Roboto"/>
                <a:ea typeface="Roboto"/>
                <a:cs typeface="Roboto"/>
                <a:sym typeface="Roboto"/>
              </a:rPr>
              <a:t>egular breaks have been scheduled:</a:t>
            </a:r>
          </a:p>
          <a:p>
            <a:pPr marL="0" lvl="0" indent="0">
              <a:spcBef>
                <a:spcPts val="280"/>
              </a:spcBef>
              <a:buNone/>
            </a:pPr>
            <a:r>
              <a:rPr lang="en-AU" sz="900" dirty="0">
                <a:solidFill>
                  <a:srgbClr val="B7B7B7"/>
                </a:solidFill>
                <a:latin typeface="Roboto"/>
                <a:ea typeface="Roboto"/>
                <a:cs typeface="Roboto"/>
                <a:sym typeface="Roboto"/>
              </a:rPr>
              <a:t>It is important to take regular breaks when working at a computer for any long period of time.</a:t>
            </a:r>
            <a:br>
              <a:rPr lang="en-AU" sz="900" dirty="0">
                <a:solidFill>
                  <a:srgbClr val="B7B7B7"/>
                </a:solidFill>
                <a:latin typeface="Roboto"/>
                <a:ea typeface="Roboto"/>
                <a:cs typeface="Roboto"/>
                <a:sym typeface="Roboto"/>
              </a:rPr>
            </a:br>
            <a:endParaRPr lang="en-AU" sz="900" b="1" dirty="0">
              <a:solidFill>
                <a:srgbClr val="D9D9D9"/>
              </a:solidFill>
              <a:latin typeface="Roboto"/>
              <a:ea typeface="Roboto"/>
              <a:cs typeface="Roboto"/>
              <a:sym typeface="Roboto"/>
            </a:endParaRPr>
          </a:p>
          <a:p>
            <a:pPr marL="0" marR="0" lvl="0" indent="0" algn="l" rtl="0">
              <a:lnSpc>
                <a:spcPct val="100000"/>
              </a:lnSpc>
              <a:spcBef>
                <a:spcPts val="280"/>
              </a:spcBef>
              <a:spcAft>
                <a:spcPts val="0"/>
              </a:spcAft>
              <a:buClr>
                <a:srgbClr val="92D050"/>
              </a:buClr>
              <a:buSzPts val="2800"/>
              <a:buFont typeface="Arial"/>
              <a:buNone/>
            </a:pPr>
            <a:r>
              <a:rPr lang="en-AU" sz="900" b="1" dirty="0">
                <a:solidFill>
                  <a:srgbClr val="D9D9D9"/>
                </a:solidFill>
                <a:latin typeface="Roboto"/>
                <a:ea typeface="Roboto"/>
                <a:cs typeface="Roboto"/>
                <a:sym typeface="Roboto"/>
              </a:rPr>
              <a:t>The work environment is free of hazards:</a:t>
            </a:r>
          </a:p>
          <a:p>
            <a:pPr marL="0" lvl="0" indent="0">
              <a:spcBef>
                <a:spcPts val="280"/>
              </a:spcBef>
              <a:buNone/>
            </a:pPr>
            <a:r>
              <a:rPr lang="en-AU" sz="900" dirty="0">
                <a:solidFill>
                  <a:srgbClr val="B7B7B7"/>
                </a:solidFill>
                <a:latin typeface="Roboto"/>
                <a:ea typeface="Roboto"/>
                <a:cs typeface="Roboto"/>
                <a:sym typeface="Roboto"/>
              </a:rPr>
              <a:t>Hazards are potential sources of injury or ill-health which may include mechanical, physical, chemical, psychological and electrical hazards.</a:t>
            </a:r>
            <a:endParaRPr lang="en-AU" sz="900" dirty="0">
              <a:solidFill>
                <a:srgbClr val="B7B7B7"/>
              </a:solidFill>
              <a:latin typeface="Roboto"/>
              <a:ea typeface="Roboto"/>
              <a:cs typeface="Roboto"/>
            </a:endParaRPr>
          </a:p>
        </p:txBody>
      </p:sp>
      <p:sp>
        <p:nvSpPr>
          <p:cNvPr id="5" name="Google Shape;485;p70">
            <a:extLst>
              <a:ext uri="{FF2B5EF4-FFF2-40B4-BE49-F238E27FC236}">
                <a16:creationId xmlns:a16="http://schemas.microsoft.com/office/drawing/2014/main" id="{EED6A5E4-658B-4FBA-8A42-9CB78417F345}"/>
              </a:ext>
            </a:extLst>
          </p:cNvPr>
          <p:cNvSpPr txBox="1"/>
          <p:nvPr/>
        </p:nvSpPr>
        <p:spPr>
          <a:xfrm>
            <a:off x="469038" y="1581441"/>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AU" b="1" i="0" dirty="0">
                <a:solidFill>
                  <a:srgbClr val="000000"/>
                </a:solidFill>
                <a:effectLst/>
                <a:latin typeface="Times New Roman" panose="02020603050405020304" pitchFamily="18" charset="0"/>
              </a:rPr>
              <a:t>✓</a:t>
            </a:r>
            <a:endParaRPr sz="1400" b="1" i="0" u="none" strike="noStrike" cap="none" dirty="0">
              <a:solidFill>
                <a:srgbClr val="1F497D"/>
              </a:solidFill>
              <a:latin typeface="Roboto"/>
              <a:ea typeface="Roboto"/>
              <a:cs typeface="Roboto"/>
              <a:sym typeface="Roboto"/>
            </a:endParaRPr>
          </a:p>
        </p:txBody>
      </p:sp>
      <p:sp>
        <p:nvSpPr>
          <p:cNvPr id="6" name="Google Shape;486;p70">
            <a:extLst>
              <a:ext uri="{FF2B5EF4-FFF2-40B4-BE49-F238E27FC236}">
                <a16:creationId xmlns:a16="http://schemas.microsoft.com/office/drawing/2014/main" id="{F1D419E8-F26F-4BF7-A85B-45E7C97B3676}"/>
              </a:ext>
            </a:extLst>
          </p:cNvPr>
          <p:cNvSpPr txBox="1"/>
          <p:nvPr/>
        </p:nvSpPr>
        <p:spPr>
          <a:xfrm>
            <a:off x="469038" y="2158929"/>
            <a:ext cx="309000" cy="294300"/>
          </a:xfrm>
          <a:prstGeom prst="rect">
            <a:avLst/>
          </a:prstGeom>
          <a:solidFill>
            <a:srgbClr val="EFEFEF"/>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AU" b="1" i="0" dirty="0">
                <a:solidFill>
                  <a:srgbClr val="000000"/>
                </a:solidFill>
                <a:effectLst/>
                <a:latin typeface="Times New Roman" panose="02020603050405020304" pitchFamily="18" charset="0"/>
              </a:rPr>
              <a:t>✓</a:t>
            </a:r>
            <a:endParaRPr sz="1400" b="1" i="0" u="none" strike="noStrike" cap="none" dirty="0">
              <a:solidFill>
                <a:srgbClr val="1F497D"/>
              </a:solidFill>
              <a:latin typeface="Roboto"/>
              <a:ea typeface="Roboto"/>
              <a:cs typeface="Roboto"/>
              <a:sym typeface="Roboto"/>
            </a:endParaRPr>
          </a:p>
        </p:txBody>
      </p:sp>
      <p:sp>
        <p:nvSpPr>
          <p:cNvPr id="7" name="Google Shape;487;p70">
            <a:extLst>
              <a:ext uri="{FF2B5EF4-FFF2-40B4-BE49-F238E27FC236}">
                <a16:creationId xmlns:a16="http://schemas.microsoft.com/office/drawing/2014/main" id="{EE2122EE-E666-4D39-B521-F265625FD367}"/>
              </a:ext>
            </a:extLst>
          </p:cNvPr>
          <p:cNvSpPr txBox="1"/>
          <p:nvPr/>
        </p:nvSpPr>
        <p:spPr>
          <a:xfrm>
            <a:off x="469038" y="2647496"/>
            <a:ext cx="309000" cy="294300"/>
          </a:xfrm>
          <a:prstGeom prst="rect">
            <a:avLst/>
          </a:prstGeom>
          <a:solidFill>
            <a:srgbClr val="EFEFEF"/>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AU" b="1" i="0" dirty="0">
                <a:solidFill>
                  <a:srgbClr val="000000"/>
                </a:solidFill>
                <a:effectLst/>
                <a:latin typeface="Times New Roman" panose="02020603050405020304" pitchFamily="18" charset="0"/>
              </a:rPr>
              <a:t>✓</a:t>
            </a:r>
            <a:endParaRPr sz="1400" b="1" i="0" u="none" strike="noStrike" cap="none" dirty="0">
              <a:solidFill>
                <a:srgbClr val="1F497D"/>
              </a:solidFill>
              <a:latin typeface="Roboto"/>
              <a:ea typeface="Roboto"/>
              <a:cs typeface="Roboto"/>
              <a:sym typeface="Roboto"/>
            </a:endParaRPr>
          </a:p>
        </p:txBody>
      </p:sp>
      <p:sp>
        <p:nvSpPr>
          <p:cNvPr id="8" name="Google Shape;342;p50">
            <a:extLst>
              <a:ext uri="{FF2B5EF4-FFF2-40B4-BE49-F238E27FC236}">
                <a16:creationId xmlns:a16="http://schemas.microsoft.com/office/drawing/2014/main" id="{8E58F15B-98B0-4C2D-8794-FF156C80D242}"/>
              </a:ext>
            </a:extLst>
          </p:cNvPr>
          <p:cNvSpPr txBox="1">
            <a:spLocks/>
          </p:cNvSpPr>
          <p:nvPr/>
        </p:nvSpPr>
        <p:spPr>
          <a:xfrm>
            <a:off x="359700" y="3207123"/>
            <a:ext cx="8424600" cy="12405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Clr>
                <a:schemeClr val="dk1"/>
              </a:buClr>
              <a:buFont typeface="Arial"/>
              <a:buNone/>
            </a:pPr>
            <a:r>
              <a:rPr lang="en-US" sz="900" dirty="0">
                <a:solidFill>
                  <a:srgbClr val="D9D9D9"/>
                </a:solidFill>
                <a:latin typeface="Roboto"/>
                <a:ea typeface="Roboto"/>
                <a:cs typeface="Roboto"/>
                <a:sym typeface="Roboto"/>
              </a:rPr>
              <a:t>Outline the work health and safety requirements that must be considered when working in an office environment. </a:t>
            </a:r>
            <a:br>
              <a:rPr lang="en-US" sz="900" dirty="0">
                <a:solidFill>
                  <a:srgbClr val="D9D9D9"/>
                </a:solidFill>
                <a:latin typeface="Roboto"/>
                <a:ea typeface="Roboto"/>
                <a:cs typeface="Roboto"/>
                <a:sym typeface="Roboto"/>
              </a:rPr>
            </a:br>
            <a:r>
              <a:rPr lang="en-US" sz="900" dirty="0">
                <a:solidFill>
                  <a:srgbClr val="92D050"/>
                </a:solidFill>
                <a:latin typeface="Roboto"/>
                <a:ea typeface="Roboto"/>
                <a:cs typeface="Roboto"/>
                <a:sym typeface="Roboto"/>
              </a:rPr>
              <a:t>There are many work health and safety requirements that must be considered in an office environment but some more prominent considerations for a studio may include:</a:t>
            </a:r>
          </a:p>
          <a:p>
            <a:pPr marL="0" indent="0">
              <a:spcBef>
                <a:spcPts val="0"/>
              </a:spcBef>
              <a:buClr>
                <a:schemeClr val="dk1"/>
              </a:buClr>
              <a:buFont typeface="Arial"/>
              <a:buNone/>
            </a:pPr>
            <a:r>
              <a:rPr lang="en-US" sz="900" dirty="0">
                <a:solidFill>
                  <a:srgbClr val="92D050"/>
                </a:solidFill>
                <a:latin typeface="Roboto"/>
                <a:ea typeface="Roboto"/>
                <a:cs typeface="Roboto"/>
                <a:sym typeface="Roboto"/>
              </a:rPr>
              <a:t>1. Ergonomics: Ensuring that office furniture and equipment, such as chairs, desks, and computer monitors, are set up in a way that minimizes the risk of injury or strain.  This includes ensuring that the graphical tablet is at a comfortable height and angle if present in the work environment.</a:t>
            </a:r>
          </a:p>
          <a:p>
            <a:pPr marL="0" indent="0">
              <a:spcBef>
                <a:spcPts val="0"/>
              </a:spcBef>
              <a:buClr>
                <a:schemeClr val="dk1"/>
              </a:buClr>
              <a:buFont typeface="Arial"/>
              <a:buNone/>
            </a:pPr>
            <a:r>
              <a:rPr lang="en-US" sz="900" dirty="0">
                <a:solidFill>
                  <a:srgbClr val="92D050"/>
                </a:solidFill>
                <a:latin typeface="Roboto"/>
                <a:ea typeface="Roboto"/>
                <a:cs typeface="Roboto"/>
                <a:sym typeface="Roboto"/>
              </a:rPr>
              <a:t>2. Avoid Eye strain: Working with a graphical tablet for extended periods can put a strain on the eyes, so it is important to take regular breaks and ensure that the workspace is adequately lit.</a:t>
            </a:r>
          </a:p>
          <a:p>
            <a:pPr marL="0" indent="0">
              <a:spcBef>
                <a:spcPts val="0"/>
              </a:spcBef>
              <a:buClr>
                <a:schemeClr val="dk1"/>
              </a:buClr>
              <a:buFont typeface="Arial"/>
              <a:buNone/>
            </a:pPr>
            <a:r>
              <a:rPr lang="en-US" sz="900" dirty="0">
                <a:solidFill>
                  <a:srgbClr val="92D050"/>
                </a:solidFill>
                <a:latin typeface="Roboto"/>
                <a:ea typeface="Roboto"/>
                <a:cs typeface="Roboto"/>
                <a:sym typeface="Roboto"/>
              </a:rPr>
              <a:t>3. Repetitive strain injury (RSI): Working with a graphical tablet can involve repetitive motions, such as moving the pen across the tablet surface. This can increase the risk of RSI, so it is important to take regular breaks and stretch the hands and arms to prevent injury.</a:t>
            </a:r>
          </a:p>
          <a:p>
            <a:pPr marL="0" indent="0">
              <a:spcBef>
                <a:spcPts val="0"/>
              </a:spcBef>
              <a:buClr>
                <a:schemeClr val="dk1"/>
              </a:buClr>
              <a:buFont typeface="Arial"/>
              <a:buNone/>
            </a:pPr>
            <a:r>
              <a:rPr lang="en-US" sz="900" dirty="0">
                <a:solidFill>
                  <a:srgbClr val="92D050"/>
                </a:solidFill>
                <a:latin typeface="Roboto"/>
                <a:ea typeface="Roboto"/>
                <a:cs typeface="Roboto"/>
                <a:sym typeface="Roboto"/>
              </a:rPr>
              <a:t>4. Mental health: Make sure you maintain a good work-life balance, take regular breaks and maintain an exercise regime. Communicate with your manager help to identify and address issues before they become problems. Take advantage of training opportunities provided by your employer.</a:t>
            </a:r>
          </a:p>
          <a:p>
            <a:pPr marL="0" indent="0">
              <a:spcBef>
                <a:spcPts val="0"/>
              </a:spcBef>
              <a:buClr>
                <a:schemeClr val="dk1"/>
              </a:buClr>
              <a:buFont typeface="Arial"/>
              <a:buNone/>
            </a:pPr>
            <a:r>
              <a:rPr lang="en-US" sz="900" dirty="0">
                <a:solidFill>
                  <a:srgbClr val="92D050"/>
                </a:solidFill>
                <a:latin typeface="Roboto"/>
                <a:ea typeface="Roboto"/>
                <a:cs typeface="Roboto"/>
                <a:sym typeface="Roboto"/>
              </a:rPr>
              <a:t> </a:t>
            </a:r>
            <a:endParaRPr lang="en-US" sz="900" dirty="0">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p:txBody>
      </p:sp>
    </p:spTree>
    <p:extLst>
      <p:ext uri="{BB962C8B-B14F-4D97-AF65-F5344CB8AC3E}">
        <p14:creationId xmlns:p14="http://schemas.microsoft.com/office/powerpoint/2010/main" val="1068382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Pre-Production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04254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3" name="Google Shape;253;p40"/>
          <p:cNvSpPr txBox="1">
            <a:spLocks noGrp="1"/>
          </p:cNvSpPr>
          <p:nvPr>
            <p:ph type="title"/>
          </p:nvPr>
        </p:nvSpPr>
        <p:spPr>
          <a:xfrm>
            <a:off x="323525" y="205975"/>
            <a:ext cx="8490900" cy="857400"/>
          </a:xfrm>
          <a:prstGeom prst="rect">
            <a:avLst/>
          </a:prstGeom>
          <a:noFill/>
          <a:ln>
            <a:noFill/>
          </a:ln>
        </p:spPr>
        <p:txBody>
          <a:bodyPr spcFirstLastPara="1" wrap="square" lIns="91425" tIns="45700" rIns="91425" bIns="45700" anchor="ctr" anchorCtr="0">
            <a:noAutofit/>
          </a:bodyPr>
          <a:lstStyle/>
          <a:p>
            <a:r>
              <a:rPr lang="en-AU" sz="3600" b="0" dirty="0">
                <a:latin typeface="Roboto"/>
                <a:ea typeface="Roboto"/>
                <a:cs typeface="Roboto"/>
                <a:sym typeface="Roboto"/>
              </a:rPr>
              <a:t>Pre-Production | </a:t>
            </a:r>
            <a:r>
              <a:rPr lang="en-AU" sz="3000" b="0" dirty="0">
                <a:solidFill>
                  <a:srgbClr val="8CB3E3"/>
                </a:solidFill>
                <a:latin typeface="Roboto"/>
                <a:ea typeface="Roboto"/>
                <a:cs typeface="Roboto"/>
                <a:sym typeface="Roboto"/>
              </a:rPr>
              <a:t>Palm Tree Exercise</a:t>
            </a:r>
            <a:endParaRPr sz="3000" b="0" dirty="0"/>
          </a:p>
        </p:txBody>
      </p:sp>
      <p:sp>
        <p:nvSpPr>
          <p:cNvPr id="254" name="Google Shape;254;p40"/>
          <p:cNvSpPr txBox="1">
            <a:spLocks noGrp="1"/>
          </p:cNvSpPr>
          <p:nvPr>
            <p:ph type="body" idx="1"/>
          </p:nvPr>
        </p:nvSpPr>
        <p:spPr>
          <a:xfrm>
            <a:off x="550927" y="875040"/>
            <a:ext cx="7900200" cy="294300"/>
          </a:xfrm>
          <a:prstGeom prst="rect">
            <a:avLst/>
          </a:prstGeom>
          <a:noFill/>
          <a:ln>
            <a:noFill/>
          </a:ln>
        </p:spPr>
        <p:txBody>
          <a:bodyPr spcFirstLastPara="1" wrap="square" lIns="91425" tIns="45700" rIns="91425" bIns="45700" anchor="t" anchorCtr="0">
            <a:noAutofit/>
          </a:bodyPr>
          <a:lstStyle/>
          <a:p>
            <a:pPr marL="0" indent="0" algn="ctr">
              <a:spcBef>
                <a:spcPts val="0"/>
              </a:spcBef>
              <a:buClr>
                <a:schemeClr val="dk1"/>
              </a:buClr>
              <a:buSzPts val="2800"/>
              <a:buNone/>
            </a:pPr>
            <a:r>
              <a:rPr lang="en-AU" sz="900" dirty="0">
                <a:solidFill>
                  <a:srgbClr val="B7B7B7"/>
                </a:solidFill>
                <a:latin typeface="Roboto"/>
                <a:ea typeface="Roboto"/>
                <a:sym typeface="Roboto"/>
              </a:rPr>
              <a:t>Insert a screenshot below of the palm tree exercise skinned and deformed</a:t>
            </a:r>
            <a:endParaRPr lang="fr-FR" sz="900">
              <a:solidFill>
                <a:srgbClr val="B7B7B7"/>
              </a:solidFill>
              <a:latin typeface="Roboto"/>
              <a:ea typeface="Roboto"/>
            </a:endParaRPr>
          </a:p>
        </p:txBody>
      </p:sp>
      <p:sp>
        <p:nvSpPr>
          <p:cNvPr id="5" name="Google Shape;342;p50">
            <a:extLst>
              <a:ext uri="{FF2B5EF4-FFF2-40B4-BE49-F238E27FC236}">
                <a16:creationId xmlns:a16="http://schemas.microsoft.com/office/drawing/2014/main" id="{DDED981F-4639-4D3D-A43E-0E3B87809D11}"/>
              </a:ext>
            </a:extLst>
          </p:cNvPr>
          <p:cNvSpPr txBox="1">
            <a:spLocks/>
          </p:cNvSpPr>
          <p:nvPr/>
        </p:nvSpPr>
        <p:spPr>
          <a:xfrm>
            <a:off x="258683" y="3962545"/>
            <a:ext cx="8619429" cy="100820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Clr>
                <a:schemeClr val="dk1"/>
              </a:buClr>
              <a:buNone/>
            </a:pPr>
            <a:r>
              <a:rPr lang="en-US" sz="900">
                <a:solidFill>
                  <a:srgbClr val="D9D9D9"/>
                </a:solidFill>
                <a:latin typeface="Roboto"/>
                <a:ea typeface="Roboto"/>
                <a:cs typeface="Roboto"/>
                <a:sym typeface="Roboto"/>
              </a:rPr>
              <a:t>Describe the mesh and topology requirements necessary for optimal deformation.</a:t>
            </a:r>
            <a:br>
              <a:rPr lang="en-US" sz="900">
                <a:latin typeface="Roboto"/>
                <a:ea typeface="Roboto"/>
                <a:cs typeface="Roboto"/>
              </a:rPr>
            </a:br>
            <a:r>
              <a:rPr lang="en-US" sz="900">
                <a:solidFill>
                  <a:srgbClr val="92D050"/>
                </a:solidFill>
                <a:latin typeface="Roboto"/>
                <a:ea typeface="Roboto"/>
                <a:cs typeface="Roboto"/>
                <a:sym typeface="Roboto"/>
              </a:rPr>
              <a:t>Answer here</a:t>
            </a:r>
          </a:p>
          <a:p>
            <a:pPr marL="0" indent="0">
              <a:spcBef>
                <a:spcPts val="0"/>
              </a:spcBef>
              <a:buClr>
                <a:schemeClr val="dk1"/>
              </a:buClr>
              <a:buNone/>
            </a:pPr>
            <a:endParaRPr lang="en-US" sz="900">
              <a:solidFill>
                <a:srgbClr val="92D050"/>
              </a:solidFill>
              <a:latin typeface="Roboto"/>
              <a:ea typeface="Roboto"/>
              <a:cs typeface="Roboto"/>
              <a:sym typeface="Roboto"/>
            </a:endParaRPr>
          </a:p>
          <a:p>
            <a:pPr marL="0" indent="0">
              <a:spcBef>
                <a:spcPts val="0"/>
              </a:spcBef>
              <a:buClr>
                <a:schemeClr val="dk1"/>
              </a:buClr>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p:txBody>
      </p:sp>
      <p:pic>
        <p:nvPicPr>
          <p:cNvPr id="2" name="Google Shape;403;p53" descr="temp.PNG">
            <a:extLst>
              <a:ext uri="{FF2B5EF4-FFF2-40B4-BE49-F238E27FC236}">
                <a16:creationId xmlns:a16="http://schemas.microsoft.com/office/drawing/2014/main" id="{398A6F1C-CBB8-4092-9CF9-6A9BB85F9346}"/>
              </a:ext>
            </a:extLst>
          </p:cNvPr>
          <p:cNvPicPr preferRelativeResize="0"/>
          <p:nvPr/>
        </p:nvPicPr>
        <p:blipFill rotWithShape="1">
          <a:blip r:embed="rId3">
            <a:alphaModFix/>
          </a:blip>
          <a:srcRect/>
          <a:stretch/>
        </p:blipFill>
        <p:spPr>
          <a:xfrm>
            <a:off x="258579" y="1116616"/>
            <a:ext cx="2797970" cy="2572443"/>
          </a:xfrm>
          <a:prstGeom prst="roundRect">
            <a:avLst>
              <a:gd name="adj" fmla="val 0"/>
            </a:avLst>
          </a:prstGeom>
          <a:noFill/>
          <a:ln w="19050" cap="flat" cmpd="sng">
            <a:solidFill>
              <a:srgbClr val="92D050"/>
            </a:solidFill>
            <a:prstDash val="solid"/>
            <a:round/>
            <a:headEnd type="none" w="sm" len="sm"/>
            <a:tailEnd type="none" w="sm" len="sm"/>
          </a:ln>
        </p:spPr>
      </p:pic>
      <p:pic>
        <p:nvPicPr>
          <p:cNvPr id="6" name="Google Shape;403;p53" descr="temp.PNG">
            <a:extLst>
              <a:ext uri="{FF2B5EF4-FFF2-40B4-BE49-F238E27FC236}">
                <a16:creationId xmlns:a16="http://schemas.microsoft.com/office/drawing/2014/main" id="{BBCE48C8-4852-4699-A04E-5CA70ED7E594}"/>
              </a:ext>
            </a:extLst>
          </p:cNvPr>
          <p:cNvPicPr preferRelativeResize="0"/>
          <p:nvPr/>
        </p:nvPicPr>
        <p:blipFill rotWithShape="1">
          <a:blip r:embed="rId3">
            <a:alphaModFix/>
          </a:blip>
          <a:srcRect/>
          <a:stretch/>
        </p:blipFill>
        <p:spPr>
          <a:xfrm>
            <a:off x="3172663" y="1116616"/>
            <a:ext cx="2797970" cy="2572443"/>
          </a:xfrm>
          <a:prstGeom prst="roundRect">
            <a:avLst>
              <a:gd name="adj" fmla="val 0"/>
            </a:avLst>
          </a:prstGeom>
          <a:noFill/>
          <a:ln w="19050" cap="flat" cmpd="sng">
            <a:solidFill>
              <a:srgbClr val="92D050"/>
            </a:solidFill>
            <a:prstDash val="solid"/>
            <a:round/>
            <a:headEnd type="none" w="sm" len="sm"/>
            <a:tailEnd type="none" w="sm" len="sm"/>
          </a:ln>
        </p:spPr>
      </p:pic>
      <p:pic>
        <p:nvPicPr>
          <p:cNvPr id="7" name="Google Shape;403;p53" descr="temp.PNG">
            <a:extLst>
              <a:ext uri="{FF2B5EF4-FFF2-40B4-BE49-F238E27FC236}">
                <a16:creationId xmlns:a16="http://schemas.microsoft.com/office/drawing/2014/main" id="{F8B72DFF-57C4-40C0-BA48-701E5BE7674E}"/>
              </a:ext>
            </a:extLst>
          </p:cNvPr>
          <p:cNvPicPr preferRelativeResize="0"/>
          <p:nvPr/>
        </p:nvPicPr>
        <p:blipFill rotWithShape="1">
          <a:blip r:embed="rId3">
            <a:alphaModFix/>
          </a:blip>
          <a:srcRect/>
          <a:stretch/>
        </p:blipFill>
        <p:spPr>
          <a:xfrm>
            <a:off x="6081088" y="1116615"/>
            <a:ext cx="2797970" cy="2572443"/>
          </a:xfrm>
          <a:prstGeom prst="roundRect">
            <a:avLst>
              <a:gd name="adj" fmla="val 0"/>
            </a:avLst>
          </a:prstGeom>
          <a:noFill/>
          <a:ln w="19050" cap="flat" cmpd="sng">
            <a:solidFill>
              <a:srgbClr val="92D050"/>
            </a:solidFill>
            <a:prstDash val="solid"/>
            <a:round/>
            <a:headEnd type="none" w="sm" len="sm"/>
            <a:tailEnd type="none" w="sm" len="sm"/>
          </a:ln>
        </p:spPr>
      </p:pic>
      <p:sp>
        <p:nvSpPr>
          <p:cNvPr id="3" name="Google Shape;254;p40">
            <a:extLst>
              <a:ext uri="{FF2B5EF4-FFF2-40B4-BE49-F238E27FC236}">
                <a16:creationId xmlns:a16="http://schemas.microsoft.com/office/drawing/2014/main" id="{09A4ABD4-915F-4481-8295-4D3E428215F5}"/>
              </a:ext>
            </a:extLst>
          </p:cNvPr>
          <p:cNvSpPr txBox="1">
            <a:spLocks/>
          </p:cNvSpPr>
          <p:nvPr/>
        </p:nvSpPr>
        <p:spPr>
          <a:xfrm>
            <a:off x="1008881" y="3766113"/>
            <a:ext cx="1296829" cy="25469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lgn="ctr">
              <a:spcBef>
                <a:spcPts val="0"/>
              </a:spcBef>
              <a:buClr>
                <a:schemeClr val="dk1"/>
              </a:buClr>
              <a:buSzPts val="2800"/>
              <a:buNone/>
            </a:pPr>
            <a:r>
              <a:rPr lang="en-AU" sz="900" dirty="0">
                <a:solidFill>
                  <a:srgbClr val="B7B7B7"/>
                </a:solidFill>
                <a:latin typeface="Roboto"/>
                <a:ea typeface="Roboto"/>
                <a:sym typeface="Roboto"/>
              </a:rPr>
              <a:t>Coconut Tree Trunk 1</a:t>
            </a:r>
            <a:endParaRPr lang="en-AU" sz="900" dirty="0">
              <a:solidFill>
                <a:srgbClr val="B7B7B7"/>
              </a:solidFill>
              <a:latin typeface="Roboto"/>
              <a:ea typeface="Roboto"/>
            </a:endParaRPr>
          </a:p>
        </p:txBody>
      </p:sp>
      <p:sp>
        <p:nvSpPr>
          <p:cNvPr id="10" name="Google Shape;254;p40">
            <a:extLst>
              <a:ext uri="{FF2B5EF4-FFF2-40B4-BE49-F238E27FC236}">
                <a16:creationId xmlns:a16="http://schemas.microsoft.com/office/drawing/2014/main" id="{F7A242B2-A6B1-4CE6-95BB-262A46B202C0}"/>
              </a:ext>
            </a:extLst>
          </p:cNvPr>
          <p:cNvSpPr txBox="1">
            <a:spLocks/>
          </p:cNvSpPr>
          <p:nvPr/>
        </p:nvSpPr>
        <p:spPr>
          <a:xfrm>
            <a:off x="3855064" y="3766113"/>
            <a:ext cx="1296829" cy="25469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lgn="ctr">
              <a:spcBef>
                <a:spcPts val="0"/>
              </a:spcBef>
              <a:buClr>
                <a:schemeClr val="dk1"/>
              </a:buClr>
              <a:buSzPts val="2800"/>
              <a:buNone/>
            </a:pPr>
            <a:r>
              <a:rPr lang="en-AU" sz="900" dirty="0">
                <a:solidFill>
                  <a:srgbClr val="B7B7B7"/>
                </a:solidFill>
                <a:latin typeface="Roboto"/>
                <a:ea typeface="Roboto"/>
                <a:sym typeface="Roboto"/>
              </a:rPr>
              <a:t>Coconut Tree Trunk 2</a:t>
            </a:r>
            <a:endParaRPr lang="en-AU" sz="900" dirty="0">
              <a:solidFill>
                <a:srgbClr val="B7B7B7"/>
              </a:solidFill>
              <a:latin typeface="Roboto"/>
              <a:ea typeface="Roboto"/>
            </a:endParaRPr>
          </a:p>
        </p:txBody>
      </p:sp>
      <p:sp>
        <p:nvSpPr>
          <p:cNvPr id="11" name="Google Shape;254;p40">
            <a:extLst>
              <a:ext uri="{FF2B5EF4-FFF2-40B4-BE49-F238E27FC236}">
                <a16:creationId xmlns:a16="http://schemas.microsoft.com/office/drawing/2014/main" id="{9FC6BC86-0E86-4D38-92FE-243047001CBE}"/>
              </a:ext>
            </a:extLst>
          </p:cNvPr>
          <p:cNvSpPr txBox="1">
            <a:spLocks/>
          </p:cNvSpPr>
          <p:nvPr/>
        </p:nvSpPr>
        <p:spPr>
          <a:xfrm>
            <a:off x="6831390" y="3766113"/>
            <a:ext cx="1296829" cy="25469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lgn="ctr">
              <a:spcBef>
                <a:spcPts val="0"/>
              </a:spcBef>
              <a:buClr>
                <a:schemeClr val="dk1"/>
              </a:buClr>
              <a:buSzPts val="2800"/>
              <a:buNone/>
            </a:pPr>
            <a:r>
              <a:rPr lang="en-AU" sz="900" dirty="0">
                <a:solidFill>
                  <a:srgbClr val="B7B7B7"/>
                </a:solidFill>
                <a:latin typeface="Roboto"/>
                <a:ea typeface="Roboto"/>
                <a:sym typeface="Roboto"/>
              </a:rPr>
              <a:t>Coconut Tree Trunk 3</a:t>
            </a:r>
            <a:endParaRPr lang="en-AU" sz="900" dirty="0">
              <a:solidFill>
                <a:srgbClr val="B7B7B7"/>
              </a:solidFill>
              <a:latin typeface="Roboto"/>
              <a:ea typeface="Roboto"/>
            </a:endParaRPr>
          </a:p>
        </p:txBody>
      </p:sp>
    </p:spTree>
    <p:extLst>
      <p:ext uri="{BB962C8B-B14F-4D97-AF65-F5344CB8AC3E}">
        <p14:creationId xmlns:p14="http://schemas.microsoft.com/office/powerpoint/2010/main" val="2504494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4" name="Google Shape;234;p37"/>
          <p:cNvSpPr txBox="1"/>
          <p:nvPr/>
        </p:nvSpPr>
        <p:spPr>
          <a:xfrm>
            <a:off x="351775" y="1063375"/>
            <a:ext cx="8242800" cy="445800"/>
          </a:xfrm>
          <a:prstGeom prst="rect">
            <a:avLst/>
          </a:prstGeom>
          <a:noFill/>
          <a:ln>
            <a:noFill/>
          </a:ln>
        </p:spPr>
        <p:txBody>
          <a:bodyPr spcFirstLastPara="1" wrap="square" lIns="91425" tIns="45700" rIns="91425" bIns="45700" anchor="t" anchorCtr="0">
            <a:noAutofit/>
          </a:bodyPr>
          <a:lstStyle/>
          <a:p>
            <a:pPr>
              <a:buClr>
                <a:schemeClr val="dk1"/>
              </a:buClr>
              <a:buSzPts val="1100"/>
            </a:pPr>
            <a:r>
              <a:rPr lang="en-AU" sz="900" dirty="0">
                <a:solidFill>
                  <a:srgbClr val="B7B7B7"/>
                </a:solidFill>
                <a:latin typeface="Roboto"/>
                <a:ea typeface="Roboto"/>
                <a:cs typeface="Roboto"/>
                <a:sym typeface="Roboto"/>
              </a:rPr>
              <a:t>Considering the brief, write a description of each asset below. Include the materials it is made from (wood, metal etc), its condition/age, where it was found, how it got there and any other relevant features.</a:t>
            </a:r>
            <a:endParaRPr sz="2800" dirty="0">
              <a:solidFill>
                <a:srgbClr val="FFFFFF"/>
              </a:solidFill>
              <a:latin typeface="Calibri"/>
              <a:ea typeface="Calibri"/>
              <a:cs typeface="Calibri"/>
              <a:sym typeface="Calibri"/>
            </a:endParaRPr>
          </a:p>
        </p:txBody>
      </p:sp>
      <p:sp>
        <p:nvSpPr>
          <p:cNvPr id="232" name="Google Shape;232;p37"/>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Asset Description</a:t>
            </a:r>
            <a:endParaRPr sz="3000"/>
          </a:p>
        </p:txBody>
      </p:sp>
      <p:sp>
        <p:nvSpPr>
          <p:cNvPr id="233" name="Google Shape;233;p37"/>
          <p:cNvSpPr txBox="1">
            <a:spLocks noGrp="1"/>
          </p:cNvSpPr>
          <p:nvPr>
            <p:ph type="body" idx="1"/>
          </p:nvPr>
        </p:nvSpPr>
        <p:spPr>
          <a:xfrm>
            <a:off x="361350" y="1447075"/>
            <a:ext cx="8421300" cy="33321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dirty="0">
                <a:solidFill>
                  <a:srgbClr val="888888"/>
                </a:solidFill>
                <a:latin typeface="Roboto"/>
                <a:ea typeface="Roboto"/>
                <a:cs typeface="Roboto"/>
                <a:sym typeface="Roboto"/>
              </a:rPr>
              <a:t>E.g., A battered shield made of scarred wooden panels with rusty, studded metal banding.  There is a large rusty shield boss with a skull motif in the center of the shield. The front of the shield is smattered with barnacles and its loosened panels warped from being half submerged in wet sand. Once owned by a great warrior the shield was washed up on a deserted beach many years ago and has remained undisturbed.</a:t>
            </a:r>
          </a:p>
          <a:p>
            <a:pPr marL="0" indent="0">
              <a:spcBef>
                <a:spcPts val="0"/>
              </a:spcBef>
              <a:buNone/>
            </a:pPr>
            <a:endParaRPr lang="en-AU" sz="900" dirty="0">
              <a:solidFill>
                <a:srgbClr val="D9D9D9"/>
              </a:solidFill>
              <a:latin typeface="Roboto"/>
              <a:ea typeface="Roboto"/>
              <a:cs typeface="Roboto"/>
              <a:sym typeface="Roboto"/>
            </a:endParaRPr>
          </a:p>
          <a:p>
            <a:pPr marL="0" marR="0" lvl="0" indent="0" algn="l" rtl="0">
              <a:lnSpc>
                <a:spcPct val="100000"/>
              </a:lnSpc>
              <a:spcBef>
                <a:spcPts val="0"/>
              </a:spcBef>
              <a:spcAft>
                <a:spcPts val="0"/>
              </a:spcAft>
              <a:buClr>
                <a:srgbClr val="92D050"/>
              </a:buClr>
              <a:buSzPts val="2800"/>
              <a:buFont typeface="Arial"/>
              <a:buNone/>
            </a:pPr>
            <a:r>
              <a:rPr lang="en-AU" sz="900" dirty="0">
                <a:solidFill>
                  <a:srgbClr val="D9D9D9"/>
                </a:solidFill>
                <a:latin typeface="Roboto"/>
                <a:ea typeface="Roboto"/>
                <a:cs typeface="Roboto"/>
                <a:sym typeface="Roboto"/>
              </a:rPr>
              <a:t>Bladed Weapon</a:t>
            </a:r>
            <a:r>
              <a:rPr lang="en-AU" sz="900" i="0" u="none" strike="noStrike" cap="none" dirty="0">
                <a:solidFill>
                  <a:srgbClr val="D9D9D9"/>
                </a:solidFill>
                <a:latin typeface="Roboto"/>
                <a:ea typeface="Roboto"/>
                <a:cs typeface="Roboto"/>
                <a:sym typeface="Roboto"/>
              </a:rPr>
              <a:t>:</a:t>
            </a:r>
            <a:endParaRPr sz="900" dirty="0">
              <a:latin typeface="Roboto"/>
              <a:ea typeface="Roboto"/>
              <a:cs typeface="Roboto"/>
              <a:sym typeface="Roboto"/>
            </a:endParaRPr>
          </a:p>
          <a:p>
            <a:pPr marL="0" indent="0">
              <a:spcBef>
                <a:spcPts val="0"/>
              </a:spcBef>
              <a:buNone/>
            </a:pPr>
            <a:r>
              <a:rPr lang="en-US" sz="900" dirty="0">
                <a:solidFill>
                  <a:srgbClr val="92D050"/>
                </a:solidFill>
                <a:latin typeface="Roboto"/>
                <a:ea typeface="Roboto"/>
                <a:cs typeface="Roboto"/>
              </a:rPr>
              <a:t>This polearm features an elegant asymmetrical crescent-shaped blade crafted from high-quality metal. The comfortable leather grip is complemented by a sturdy metal pommel that adds to the weapon's balance and weight. The metal banding along the blade is intricately engraved with mysterious runes that enhance the weapon's mystical properties. The blade and pommel are adorned with sparkling gems that further focus and amplify the weapon's power. Despite showing signs of wear and tear from extensive use, the weapon remains a formidable force to be reckoned with.</a:t>
            </a:r>
          </a:p>
          <a:p>
            <a:pPr marL="0" indent="0">
              <a:spcBef>
                <a:spcPts val="0"/>
              </a:spcBef>
              <a:buNone/>
            </a:pPr>
            <a:endParaRPr lang="en-AU" sz="900" dirty="0">
              <a:solidFill>
                <a:srgbClr val="92D050"/>
              </a:solidFill>
              <a:latin typeface="Roboto"/>
              <a:ea typeface="Roboto"/>
              <a:cs typeface="Roboto"/>
            </a:endParaRPr>
          </a:p>
          <a:p>
            <a:pPr marL="0" indent="0">
              <a:spcBef>
                <a:spcPts val="0"/>
              </a:spcBef>
              <a:buSzPct val="100000"/>
              <a:buNone/>
            </a:pPr>
            <a:r>
              <a:rPr lang="en-AU" sz="900" dirty="0">
                <a:solidFill>
                  <a:srgbClr val="D9D9D9"/>
                </a:solidFill>
                <a:latin typeface="Roboto"/>
                <a:ea typeface="Roboto"/>
                <a:cs typeface="Roboto"/>
                <a:sym typeface="Roboto"/>
              </a:rPr>
              <a:t>Shield</a:t>
            </a:r>
            <a:r>
              <a:rPr lang="en-AU" sz="900" i="0" u="none" strike="noStrike" cap="none" dirty="0">
                <a:solidFill>
                  <a:srgbClr val="D9D9D9"/>
                </a:solidFill>
                <a:latin typeface="Roboto"/>
                <a:ea typeface="Roboto"/>
                <a:cs typeface="Roboto"/>
                <a:sym typeface="Roboto"/>
              </a:rPr>
              <a:t>:</a:t>
            </a:r>
            <a:endParaRPr lang="en-AU" sz="900" dirty="0">
              <a:latin typeface="Roboto"/>
              <a:ea typeface="Roboto"/>
              <a:cs typeface="Roboto"/>
              <a:sym typeface="Roboto"/>
            </a:endParaRPr>
          </a:p>
          <a:p>
            <a:pPr marL="0" indent="0">
              <a:spcBef>
                <a:spcPts val="0"/>
              </a:spcBef>
              <a:buSzPct val="100000"/>
              <a:buNone/>
            </a:pPr>
            <a:r>
              <a:rPr lang="en-US" sz="900" dirty="0">
                <a:solidFill>
                  <a:srgbClr val="92D050"/>
                </a:solidFill>
                <a:latin typeface="Roboto"/>
                <a:ea typeface="Roboto"/>
                <a:sym typeface="Roboto"/>
              </a:rPr>
              <a:t>This curved shield is the perfect complement to the polearm, providing vital protection during combat. The shield is expertly crafted, with a sturdy metal rim that offers exceptional durability and resilience. The center of the shield is crafted using the same high-quality metal as the polearm's blade, imbuing it with powerful mystical properties that enhance its defensive capabilities. In the center of the shield, a spherical gem glitters in the light, mounted on a shining metal plate that catches the eye. Despite bearing the scars of many battles, the shield remains a reliable and effective defense against enemy attacks.</a:t>
            </a:r>
            <a:r>
              <a:rPr lang="en-AU" sz="900" dirty="0">
                <a:solidFill>
                  <a:srgbClr val="92D050"/>
                </a:solidFill>
                <a:latin typeface="Roboto"/>
                <a:ea typeface="Roboto"/>
                <a:sym typeface="Roboto"/>
              </a:rPr>
              <a:t> </a:t>
            </a:r>
            <a:endParaRPr lang="en-AU" sz="900" dirty="0">
              <a:solidFill>
                <a:srgbClr val="92D050"/>
              </a:solidFill>
              <a:latin typeface="Roboto"/>
              <a:ea typeface="Roboto"/>
            </a:endParaRPr>
          </a:p>
          <a:p>
            <a:pPr marL="0" marR="0" lvl="0" indent="0" algn="l" rtl="0">
              <a:lnSpc>
                <a:spcPct val="100000"/>
              </a:lnSpc>
              <a:spcBef>
                <a:spcPts val="0"/>
              </a:spcBef>
              <a:spcAft>
                <a:spcPts val="0"/>
              </a:spcAft>
              <a:buClr>
                <a:srgbClr val="92D050"/>
              </a:buClr>
              <a:buSzPts val="2800"/>
              <a:buFont typeface="Arial"/>
              <a:buNone/>
            </a:pPr>
            <a:endParaRPr sz="900" i="0" u="none" strike="noStrike" cap="none" dirty="0">
              <a:solidFill>
                <a:srgbClr val="92D050"/>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2800"/>
              <a:buFont typeface="Arial"/>
              <a:buNone/>
            </a:pPr>
            <a:endParaRPr sz="900" dirty="0">
              <a:solidFill>
                <a:srgbClr val="92D050"/>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2800"/>
              <a:buFont typeface="Arial"/>
              <a:buNone/>
            </a:pPr>
            <a:endParaRPr sz="900" dirty="0">
              <a:solidFill>
                <a:srgbClr val="92D050"/>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2800"/>
              <a:buFont typeface="Arial"/>
              <a:buNone/>
            </a:pPr>
            <a:endParaRPr sz="900" dirty="0">
              <a:solidFill>
                <a:srgbClr val="92D050"/>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2800"/>
              <a:buFont typeface="Arial"/>
              <a:buNone/>
            </a:pPr>
            <a:endParaRPr sz="900" dirty="0">
              <a:solidFill>
                <a:srgbClr val="92D050"/>
              </a:solidFill>
              <a:latin typeface="Roboto"/>
              <a:ea typeface="Roboto"/>
              <a:cs typeface="Roboto"/>
              <a:sym typeface="Roboto"/>
            </a:endParaRPr>
          </a:p>
          <a:p>
            <a:pPr marL="0" indent="0">
              <a:spcBef>
                <a:spcPts val="0"/>
              </a:spcBef>
              <a:buClr>
                <a:schemeClr val="dk1"/>
              </a:buClr>
              <a:buNone/>
            </a:pPr>
            <a:endParaRPr sz="900" dirty="0">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graphicFrame>
        <p:nvGraphicFramePr>
          <p:cNvPr id="252" name="Google Shape;252;p40"/>
          <p:cNvGraphicFramePr/>
          <p:nvPr>
            <p:extLst>
              <p:ext uri="{D42A27DB-BD31-4B8C-83A1-F6EECF244321}">
                <p14:modId xmlns:p14="http://schemas.microsoft.com/office/powerpoint/2010/main" val="3435536441"/>
              </p:ext>
            </p:extLst>
          </p:nvPr>
        </p:nvGraphicFramePr>
        <p:xfrm>
          <a:off x="622162" y="1402904"/>
          <a:ext cx="7006835" cy="2630934"/>
        </p:xfrm>
        <a:graphic>
          <a:graphicData uri="http://schemas.openxmlformats.org/drawingml/2006/table">
            <a:tbl>
              <a:tblPr>
                <a:noFill/>
                <a:tableStyleId>{2DE40A0A-F175-4DEE-BA99-264EB937CA04}</a:tableStyleId>
              </a:tblPr>
              <a:tblGrid>
                <a:gridCol w="1123010">
                  <a:extLst>
                    <a:ext uri="{9D8B030D-6E8A-4147-A177-3AD203B41FA5}">
                      <a16:colId xmlns:a16="http://schemas.microsoft.com/office/drawing/2014/main" val="20000"/>
                    </a:ext>
                  </a:extLst>
                </a:gridCol>
                <a:gridCol w="5883825">
                  <a:extLst>
                    <a:ext uri="{9D8B030D-6E8A-4147-A177-3AD203B41FA5}">
                      <a16:colId xmlns:a16="http://schemas.microsoft.com/office/drawing/2014/main" val="20002"/>
                    </a:ext>
                  </a:extLst>
                </a:gridCol>
              </a:tblGrid>
              <a:tr h="344994">
                <a:tc>
                  <a:txBody>
                    <a:bodyPr/>
                    <a:lstStyle/>
                    <a:p>
                      <a:pPr marL="0" marR="0" lvl="0" indent="0" algn="l" rtl="0">
                        <a:lnSpc>
                          <a:spcPct val="100000"/>
                        </a:lnSpc>
                        <a:spcBef>
                          <a:spcPts val="0"/>
                        </a:spcBef>
                        <a:spcAft>
                          <a:spcPts val="0"/>
                        </a:spcAft>
                        <a:buClr>
                          <a:srgbClr val="00B0F0"/>
                        </a:buClr>
                        <a:buSzPts val="1000"/>
                        <a:buFont typeface="Calibri"/>
                        <a:buNone/>
                      </a:pPr>
                      <a:r>
                        <a:rPr lang="en-AU" sz="1000" b="1" u="none" strike="noStrike" cap="none">
                          <a:solidFill>
                            <a:srgbClr val="D9D9D9"/>
                          </a:solidFill>
                          <a:latin typeface="Roboto"/>
                          <a:ea typeface="Roboto"/>
                          <a:cs typeface="Roboto"/>
                          <a:sym typeface="Roboto"/>
                        </a:rPr>
                        <a:t>Object</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chemeClr val="tx1">
                        <a:lumMod val="75000"/>
                        <a:lumOff val="25000"/>
                      </a:schemeClr>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dirty="0">
                          <a:solidFill>
                            <a:srgbClr val="D9D9D9"/>
                          </a:solidFill>
                          <a:latin typeface="Roboto"/>
                          <a:ea typeface="Roboto"/>
                          <a:cs typeface="Roboto"/>
                          <a:sym typeface="Roboto"/>
                        </a:rPr>
                        <a:t>Modelling Method/Techniques</a:t>
                      </a:r>
                      <a:endParaRPr dirty="0"/>
                    </a:p>
                  </a:txBody>
                  <a:tcPr marL="91425" marR="91425" marT="91425" marB="91425">
                    <a:lnL w="19050" cap="flat" cmpd="sng" algn="ctr">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lgn="ctr">
                      <a:solidFill>
                        <a:srgbClr val="666666"/>
                      </a:solidFill>
                      <a:prstDash val="solid"/>
                      <a:round/>
                      <a:headEnd type="none" w="sm" len="sm"/>
                      <a:tailEnd type="none" w="sm" len="sm"/>
                    </a:lnB>
                    <a:solidFill>
                      <a:schemeClr val="tx1">
                        <a:lumMod val="75000"/>
                        <a:lumOff val="25000"/>
                      </a:schemeClr>
                    </a:solidFill>
                  </a:tcPr>
                </a:tc>
                <a:extLst>
                  <a:ext uri="{0D108BD9-81ED-4DB2-BD59-A6C34878D82A}">
                    <a16:rowId xmlns:a16="http://schemas.microsoft.com/office/drawing/2014/main" val="10000"/>
                  </a:ext>
                </a:extLst>
              </a:tr>
              <a:tr h="361500">
                <a:tc>
                  <a:txBody>
                    <a:bodyPr/>
                    <a:lstStyle/>
                    <a:p>
                      <a:pPr marL="0" marR="0" lvl="0" indent="0" rtl="0">
                        <a:lnSpc>
                          <a:spcPct val="100000"/>
                        </a:lnSpc>
                        <a:spcBef>
                          <a:spcPts val="0"/>
                        </a:spcBef>
                        <a:spcAft>
                          <a:spcPts val="0"/>
                        </a:spcAft>
                        <a:buClr>
                          <a:schemeClr val="dk1"/>
                        </a:buClr>
                        <a:buSzPts val="900"/>
                        <a:buFont typeface="Arial"/>
                        <a:buNone/>
                      </a:pPr>
                      <a:r>
                        <a:rPr lang="en-US" sz="900" u="none" strike="noStrike" cap="none">
                          <a:solidFill>
                            <a:srgbClr val="9E9E9E"/>
                          </a:solidFill>
                          <a:latin typeface="Roboto"/>
                          <a:ea typeface="Roboto"/>
                          <a:cs typeface="Roboto"/>
                          <a:sym typeface="Roboto"/>
                        </a:rPr>
                        <a:t>Bladed Weapon</a:t>
                      </a:r>
                      <a:endParaRPr sz="900" u="none" strike="noStrike" cap="none">
                        <a:solidFill>
                          <a:srgbClr val="9E9E9E"/>
                        </a:solidFill>
                        <a:latin typeface="Roboto"/>
                        <a:ea typeface="Roboto"/>
                        <a:cs typeface="Roboto"/>
                        <a:sym typeface="Roboto"/>
                      </a:endParaRPr>
                    </a:p>
                    <a:p>
                      <a:pPr marL="0" marR="0" lvl="0" indent="0" rtl="0">
                        <a:lnSpc>
                          <a:spcPct val="100000"/>
                        </a:lnSpc>
                        <a:spcBef>
                          <a:spcPts val="0"/>
                        </a:spcBef>
                        <a:spcAft>
                          <a:spcPts val="0"/>
                        </a:spcAft>
                        <a:buClr>
                          <a:schemeClr val="dk1"/>
                        </a:buClr>
                        <a:buSzPts val="900"/>
                        <a:buFont typeface="Arial"/>
                        <a:buNone/>
                      </a:pPr>
                      <a:endParaRPr sz="900">
                        <a:solidFill>
                          <a:srgbClr val="9E9E9E"/>
                        </a:solidFill>
                        <a:latin typeface="Roboto"/>
                        <a:ea typeface="Roboto"/>
                        <a:cs typeface="Roboto"/>
                        <a:sym typeface="Roboto"/>
                      </a:endParaRPr>
                    </a:p>
                    <a:p>
                      <a:pPr marL="0" marR="0" lvl="0" indent="0" rtl="0">
                        <a:lnSpc>
                          <a:spcPct val="100000"/>
                        </a:lnSpc>
                        <a:spcBef>
                          <a:spcPts val="0"/>
                        </a:spcBef>
                        <a:spcAft>
                          <a:spcPts val="0"/>
                        </a:spcAft>
                        <a:buClr>
                          <a:schemeClr val="dk1"/>
                        </a:buClr>
                        <a:buSzPts val="900"/>
                        <a:buFont typeface="Arial"/>
                        <a:buNone/>
                      </a:pPr>
                      <a:endParaRPr lang="en-GB" sz="900">
                        <a:solidFill>
                          <a:srgbClr val="9E9E9E"/>
                        </a:solidFill>
                        <a:latin typeface="Roboto"/>
                        <a:ea typeface="Roboto"/>
                        <a:cs typeface="Roboto"/>
                        <a:sym typeface="Roboto"/>
                      </a:endParaRPr>
                    </a:p>
                    <a:p>
                      <a:pPr marL="0" marR="0" lvl="0" indent="0" rtl="0">
                        <a:lnSpc>
                          <a:spcPct val="100000"/>
                        </a:lnSpc>
                        <a:spcBef>
                          <a:spcPts val="0"/>
                        </a:spcBef>
                        <a:spcAft>
                          <a:spcPts val="0"/>
                        </a:spcAft>
                        <a:buClr>
                          <a:schemeClr val="dk1"/>
                        </a:buClr>
                        <a:buSzPts val="900"/>
                        <a:buFont typeface="Arial"/>
                        <a:buNone/>
                      </a:pPr>
                      <a:endParaRPr lang="en-GB"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dirty="0">
                          <a:solidFill>
                            <a:srgbClr val="92D050"/>
                          </a:solidFill>
                          <a:latin typeface="Roboto"/>
                          <a:ea typeface="Roboto"/>
                          <a:cs typeface="Roboto"/>
                          <a:sym typeface="Roboto"/>
                        </a:rPr>
                        <a:t>Polygonal techniques will be used to model the mesh. The pole can be constructed from a cylinder using extrusion, the move tool and scaling. The pommel and gem setting in the blade will be constructed from a cylinder using extrusion, scaling, move and vertex merge (for the gem). The blade will be constructed from a plane that will be shaped to represent the blade and then mirrored with bridging. The edge faces will then be extruded, and a loop-cut added to the face loop to make it possible to create an edge.</a:t>
                      </a: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endParaRPr lang="en-AU" sz="900" b="0" i="0" u="none" strike="noStrike" cap="none" dirty="0">
                        <a:solidFill>
                          <a:srgbClr val="92D050"/>
                        </a:solidFill>
                        <a:latin typeface="Roboto"/>
                        <a:ea typeface="Roboto"/>
                        <a:cs typeface="Roboto"/>
                        <a:sym typeface="Roboto"/>
                      </a:endParaRP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dirty="0">
                          <a:solidFill>
                            <a:srgbClr val="92D050"/>
                          </a:solidFill>
                          <a:latin typeface="Roboto"/>
                          <a:ea typeface="Roboto"/>
                          <a:cs typeface="Roboto"/>
                          <a:sym typeface="Roboto"/>
                        </a:rPr>
                        <a:t>If time permits, the model will be exported as FBX to perform sculpting in Blender to add wear, tear and </a:t>
                      </a:r>
                      <a:r>
                        <a:rPr lang="en-US" sz="900" dirty="0">
                          <a:solidFill>
                            <a:srgbClr val="92D050"/>
                          </a:solidFill>
                          <a:latin typeface="Roboto"/>
                          <a:ea typeface="Roboto"/>
                          <a:cs typeface="Roboto"/>
                        </a:rPr>
                        <a:t>runes</a:t>
                      </a:r>
                      <a:r>
                        <a:rPr lang="en-AU" sz="900" b="0" i="0" u="none" strike="noStrike" cap="none" dirty="0">
                          <a:solidFill>
                            <a:srgbClr val="92D050"/>
                          </a:solidFill>
                          <a:latin typeface="Roboto"/>
                          <a:ea typeface="Roboto"/>
                          <a:cs typeface="Roboto"/>
                          <a:sym typeface="Roboto"/>
                        </a:rPr>
                        <a:t>.</a:t>
                      </a:r>
                    </a:p>
                  </a:txBody>
                  <a:tcPr marL="91425" marR="91425" marT="91425" marB="91425">
                    <a:lnL w="19050" cap="flat" cmpd="sng" algn="ctr">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lgn="ctr">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347850">
                <a:tc>
                  <a:txBody>
                    <a:bodyPr/>
                    <a:lstStyle/>
                    <a:p>
                      <a:pPr marL="0" marR="0" lvl="0" indent="0" rtl="0">
                        <a:lnSpc>
                          <a:spcPct val="100000"/>
                        </a:lnSpc>
                        <a:spcBef>
                          <a:spcPts val="0"/>
                        </a:spcBef>
                        <a:spcAft>
                          <a:spcPts val="0"/>
                        </a:spcAft>
                        <a:buClr>
                          <a:srgbClr val="00B0F0"/>
                        </a:buClr>
                        <a:buSzPts val="900"/>
                        <a:buFont typeface="Roboto"/>
                        <a:buNone/>
                      </a:pPr>
                      <a:r>
                        <a:rPr lang="en-AU" sz="900" u="none" strike="noStrike" cap="none">
                          <a:solidFill>
                            <a:srgbClr val="9E9E9E"/>
                          </a:solidFill>
                          <a:latin typeface="Roboto"/>
                          <a:ea typeface="Roboto"/>
                          <a:cs typeface="Roboto"/>
                          <a:sym typeface="Roboto"/>
                        </a:rPr>
                        <a:t>Shield</a:t>
                      </a:r>
                      <a:endParaRPr sz="900" u="none" strike="noStrike" cap="none">
                        <a:solidFill>
                          <a:srgbClr val="9E9E9E"/>
                        </a:solidFill>
                        <a:latin typeface="Roboto"/>
                        <a:ea typeface="Roboto"/>
                        <a:cs typeface="Roboto"/>
                        <a:sym typeface="Roboto"/>
                      </a:endParaRPr>
                    </a:p>
                    <a:p>
                      <a:pPr marL="0" marR="0" lvl="0" indent="0" rtl="0">
                        <a:lnSpc>
                          <a:spcPct val="100000"/>
                        </a:lnSpc>
                        <a:spcBef>
                          <a:spcPts val="0"/>
                        </a:spcBef>
                        <a:spcAft>
                          <a:spcPts val="0"/>
                        </a:spcAft>
                        <a:buClr>
                          <a:srgbClr val="00B0F0"/>
                        </a:buClr>
                        <a:buSzPts val="900"/>
                        <a:buFont typeface="Roboto"/>
                        <a:buNone/>
                      </a:pPr>
                      <a:endParaRPr sz="900">
                        <a:solidFill>
                          <a:srgbClr val="9E9E9E"/>
                        </a:solidFill>
                        <a:latin typeface="Roboto"/>
                        <a:ea typeface="Roboto"/>
                        <a:cs typeface="Roboto"/>
                        <a:sym typeface="Roboto"/>
                      </a:endParaRPr>
                    </a:p>
                    <a:p>
                      <a:pPr marL="0" marR="0" lvl="0" indent="0" rtl="0">
                        <a:lnSpc>
                          <a:spcPct val="100000"/>
                        </a:lnSpc>
                        <a:spcBef>
                          <a:spcPts val="0"/>
                        </a:spcBef>
                        <a:spcAft>
                          <a:spcPts val="0"/>
                        </a:spcAft>
                        <a:buClr>
                          <a:srgbClr val="00B0F0"/>
                        </a:buClr>
                        <a:buSzPts val="900"/>
                        <a:buFont typeface="Roboto"/>
                        <a:buNone/>
                      </a:pPr>
                      <a:endParaRPr lang="en-GB" sz="900">
                        <a:solidFill>
                          <a:srgbClr val="9E9E9E"/>
                        </a:solidFill>
                        <a:latin typeface="Roboto"/>
                        <a:ea typeface="Roboto"/>
                        <a:cs typeface="Roboto"/>
                        <a:sym typeface="Roboto"/>
                      </a:endParaRPr>
                    </a:p>
                    <a:p>
                      <a:pPr marL="0" marR="0" lvl="0" indent="0" rtl="0">
                        <a:lnSpc>
                          <a:spcPct val="100000"/>
                        </a:lnSpc>
                        <a:spcBef>
                          <a:spcPts val="0"/>
                        </a:spcBef>
                        <a:spcAft>
                          <a:spcPts val="0"/>
                        </a:spcAft>
                        <a:buClr>
                          <a:srgbClr val="00B0F0"/>
                        </a:buClr>
                        <a:buSzPts val="900"/>
                        <a:buFont typeface="Roboto"/>
                        <a:buNone/>
                      </a:pP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dirty="0">
                          <a:solidFill>
                            <a:srgbClr val="92D050"/>
                          </a:solidFill>
                          <a:latin typeface="Roboto"/>
                          <a:ea typeface="Roboto"/>
                          <a:cs typeface="Roboto"/>
                          <a:sym typeface="Roboto"/>
                        </a:rPr>
                        <a:t>Polygonal techniques will be used here. A plane will be shaped to match reference image and then mirrored with bridging. The edge faces will then be extruded with thickness and offset, extruded with thickness again to create the rim. The metal plate in the centre will be part of a cylinder, the gem will be part of a sphere. The leather padding on the back will be a cube and the front grip on the back will be an extruded cylinder and the back will be an extruded cube.</a:t>
                      </a: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endParaRPr lang="en-AU" sz="900" b="0" i="0" u="none" strike="noStrike" cap="none" dirty="0">
                        <a:solidFill>
                          <a:srgbClr val="92D050"/>
                        </a:solidFill>
                        <a:latin typeface="Roboto"/>
                        <a:ea typeface="Roboto"/>
                        <a:cs typeface="Roboto"/>
                        <a:sym typeface="Roboto"/>
                      </a:endParaRP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dirty="0">
                          <a:solidFill>
                            <a:srgbClr val="92D050"/>
                          </a:solidFill>
                          <a:latin typeface="Roboto"/>
                          <a:ea typeface="Roboto"/>
                          <a:cs typeface="Roboto"/>
                          <a:sym typeface="Roboto"/>
                        </a:rPr>
                        <a:t>If time permits, the model will be exported as FBX to perform sculpting in Blender to add wear, tear and </a:t>
                      </a:r>
                      <a:r>
                        <a:rPr lang="en-US" sz="900" dirty="0">
                          <a:solidFill>
                            <a:srgbClr val="92D050"/>
                          </a:solidFill>
                          <a:latin typeface="Roboto"/>
                          <a:ea typeface="Roboto"/>
                          <a:cs typeface="Roboto"/>
                        </a:rPr>
                        <a:t>runes</a:t>
                      </a:r>
                      <a:r>
                        <a:rPr lang="en-AU" sz="900" b="0" i="0" u="none" strike="noStrike" cap="none" dirty="0">
                          <a:solidFill>
                            <a:srgbClr val="92D050"/>
                          </a:solidFill>
                          <a:latin typeface="Roboto"/>
                          <a:ea typeface="Roboto"/>
                          <a:cs typeface="Roboto"/>
                          <a:sym typeface="Roboto"/>
                        </a:rPr>
                        <a:t>.</a:t>
                      </a:r>
                    </a:p>
                  </a:txBody>
                  <a:tcPr marL="91425" marR="91425" marT="91425" marB="91425">
                    <a:lnL w="19050" cap="flat" cmpd="sng" algn="ctr">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53" name="Google Shape;253;p40"/>
          <p:cNvSpPr txBox="1">
            <a:spLocks noGrp="1"/>
          </p:cNvSpPr>
          <p:nvPr>
            <p:ph type="title"/>
          </p:nvPr>
        </p:nvSpPr>
        <p:spPr>
          <a:xfrm>
            <a:off x="323525" y="205975"/>
            <a:ext cx="8490900" cy="857400"/>
          </a:xfrm>
          <a:prstGeom prst="rect">
            <a:avLst/>
          </a:prstGeom>
          <a:noFill/>
          <a:ln>
            <a:noFill/>
          </a:ln>
        </p:spPr>
        <p:txBody>
          <a:bodyPr spcFirstLastPara="1" wrap="square" lIns="91425" tIns="45700" rIns="91425" bIns="45700" anchor="ctr" anchorCtr="0">
            <a:noAutofit/>
          </a:bodyPr>
          <a:lstStyle/>
          <a:p>
            <a:r>
              <a:rPr lang="en-AU" sz="3600" b="0">
                <a:latin typeface="Roboto"/>
                <a:ea typeface="Roboto"/>
                <a:cs typeface="Roboto"/>
                <a:sym typeface="Roboto"/>
              </a:rPr>
              <a:t>Pre-Production | </a:t>
            </a:r>
            <a:r>
              <a:rPr lang="en-AU" sz="3000" b="0">
                <a:solidFill>
                  <a:srgbClr val="8CB3E3"/>
                </a:solidFill>
                <a:latin typeface="Roboto"/>
                <a:ea typeface="Roboto"/>
                <a:cs typeface="Roboto"/>
                <a:sym typeface="Roboto"/>
              </a:rPr>
              <a:t>Modelling Methods</a:t>
            </a:r>
            <a:endParaRPr sz="3000" b="0"/>
          </a:p>
        </p:txBody>
      </p:sp>
      <p:sp>
        <p:nvSpPr>
          <p:cNvPr id="254" name="Google Shape;254;p40"/>
          <p:cNvSpPr txBox="1">
            <a:spLocks noGrp="1"/>
          </p:cNvSpPr>
          <p:nvPr>
            <p:ph type="body" idx="1"/>
          </p:nvPr>
        </p:nvSpPr>
        <p:spPr>
          <a:xfrm>
            <a:off x="382075" y="1063375"/>
            <a:ext cx="7900200" cy="294300"/>
          </a:xfrm>
          <a:prstGeom prst="rect">
            <a:avLst/>
          </a:prstGeom>
          <a:noFill/>
          <a:ln>
            <a:noFill/>
          </a:ln>
        </p:spPr>
        <p:txBody>
          <a:bodyPr spcFirstLastPara="1" wrap="square" lIns="91425" tIns="45700" rIns="91425" bIns="45700" anchor="t" anchorCtr="0">
            <a:noAutofit/>
          </a:bodyPr>
          <a:lstStyle/>
          <a:p>
            <a:pPr marL="0" lvl="0" indent="0">
              <a:spcBef>
                <a:spcPts val="0"/>
              </a:spcBef>
              <a:buClr>
                <a:schemeClr val="dk1"/>
              </a:buClr>
              <a:buSzPts val="2800"/>
              <a:buNone/>
            </a:pPr>
            <a:r>
              <a:rPr lang="en-AU" sz="900">
                <a:solidFill>
                  <a:srgbClr val="B7B7B7"/>
                </a:solidFill>
                <a:latin typeface="Roboto"/>
                <a:ea typeface="Roboto"/>
                <a:cs typeface="Roboto"/>
                <a:sym typeface="Roboto"/>
              </a:rPr>
              <a:t>For each asset research and describe the modelling method/techniques that will be used to create the mesh </a:t>
            </a:r>
            <a:r>
              <a:rPr lang="fr-FR" sz="900">
                <a:solidFill>
                  <a:srgbClr val="B7B7B7"/>
                </a:solidFill>
                <a:latin typeface="Roboto"/>
                <a:ea typeface="Roboto"/>
                <a:cs typeface="Roboto"/>
                <a:sym typeface="Roboto"/>
              </a:rPr>
              <a:t>(e.g. subdivision, NURBS, polygonal).</a:t>
            </a:r>
            <a:endParaRPr lang="fr-FR" sz="900">
              <a:solidFill>
                <a:srgbClr val="B7B7B7"/>
              </a:solidFill>
              <a:latin typeface="Roboto"/>
              <a:ea typeface="Roboto"/>
            </a:endParaRPr>
          </a:p>
        </p:txBody>
      </p:sp>
      <p:sp>
        <p:nvSpPr>
          <p:cNvPr id="5" name="Google Shape;342;p50">
            <a:extLst>
              <a:ext uri="{FF2B5EF4-FFF2-40B4-BE49-F238E27FC236}">
                <a16:creationId xmlns:a16="http://schemas.microsoft.com/office/drawing/2014/main" id="{DDED981F-4639-4D3D-A43E-0E3B87809D11}"/>
              </a:ext>
            </a:extLst>
          </p:cNvPr>
          <p:cNvSpPr txBox="1">
            <a:spLocks/>
          </p:cNvSpPr>
          <p:nvPr/>
        </p:nvSpPr>
        <p:spPr>
          <a:xfrm>
            <a:off x="382075" y="4171800"/>
            <a:ext cx="8424600" cy="8574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Clr>
                <a:schemeClr val="dk1"/>
              </a:buClr>
              <a:buNone/>
            </a:pPr>
            <a:r>
              <a:rPr lang="en-US" sz="900" dirty="0">
                <a:solidFill>
                  <a:srgbClr val="D9D9D9"/>
                </a:solidFill>
                <a:latin typeface="Roboto"/>
                <a:ea typeface="Roboto"/>
                <a:cs typeface="Roboto"/>
                <a:sym typeface="Roboto"/>
              </a:rPr>
              <a:t>Describe any intellectual property considerations you should consider when creating any assets.</a:t>
            </a:r>
            <a:br>
              <a:rPr lang="en-US" sz="900" dirty="0">
                <a:latin typeface="Roboto"/>
                <a:ea typeface="Roboto"/>
                <a:cs typeface="Roboto"/>
              </a:rPr>
            </a:br>
            <a:r>
              <a:rPr lang="en-US" sz="900" dirty="0">
                <a:solidFill>
                  <a:srgbClr val="92D050"/>
                </a:solidFill>
                <a:latin typeface="Roboto"/>
                <a:ea typeface="Roboto"/>
                <a:cs typeface="Roboto"/>
                <a:sym typeface="Roboto"/>
              </a:rPr>
              <a:t>The work should omit any trademarks, brands or labeling that are copyrighted and you have not sought permission to use (i.e. Everything in the assignment). For non-copyright material, likeness of real-world people or products should be avoided if consumers are likely to associate the asset with the product directly. Many jurisdictions have personality rights or likeness rights and thus using them in a commercial product requires an agreement. Likeness with an existing person or product that feels disparaged by the asset can also be problematic. If the asset is inspired by an existing asset, then the inspiration should not result in a direct copy but should add substantial new creative work (even if it is just inspiration aggregated from other assets).</a:t>
            </a:r>
            <a:endParaRPr lang="en-US" sz="900" dirty="0">
              <a:solidFill>
                <a:srgbClr val="92D050"/>
              </a:solidFill>
              <a:latin typeface="Roboto"/>
              <a:ea typeface="Roboto"/>
              <a:cs typeface="Roboto"/>
            </a:endParaRPr>
          </a:p>
          <a:p>
            <a:pPr marL="0" indent="0">
              <a:spcBef>
                <a:spcPts val="0"/>
              </a:spcBef>
              <a:buClr>
                <a:schemeClr val="dk1"/>
              </a:buClr>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8"/>
          <p:cNvSpPr txBox="1">
            <a:spLocks noGrp="1"/>
          </p:cNvSpPr>
          <p:nvPr>
            <p:ph type="body" idx="1"/>
          </p:nvPr>
        </p:nvSpPr>
        <p:spPr>
          <a:xfrm>
            <a:off x="350850" y="1063375"/>
            <a:ext cx="7900200" cy="294300"/>
          </a:xfrm>
          <a:prstGeom prst="rect">
            <a:avLst/>
          </a:prstGeom>
          <a:noFill/>
          <a:ln>
            <a:noFill/>
          </a:ln>
        </p:spPr>
        <p:txBody>
          <a:bodyPr spcFirstLastPara="1" wrap="square" lIns="91425" tIns="45700" rIns="91425" bIns="45700" anchor="t" anchorCtr="0">
            <a:noAutofit/>
          </a:bodyPr>
          <a:lstStyle/>
          <a:p>
            <a:pPr marL="0" lvl="0" indent="0">
              <a:spcBef>
                <a:spcPts val="0"/>
              </a:spcBef>
              <a:buClr>
                <a:schemeClr val="dk1"/>
              </a:buClr>
              <a:buSzPts val="225"/>
              <a:buNone/>
            </a:pPr>
            <a:r>
              <a:rPr lang="en-US" sz="900">
                <a:solidFill>
                  <a:srgbClr val="B7B7B7"/>
                </a:solidFill>
                <a:latin typeface="Roboto"/>
                <a:ea typeface="Roboto"/>
                <a:cs typeface="Roboto"/>
                <a:sym typeface="Roboto"/>
              </a:rPr>
              <a:t>With your trainer, negotiate a schedule covering each stage of development and include the milestone dates. Research and list the software required for each stage.</a:t>
            </a:r>
            <a:endParaRPr lang="en-US" sz="900"/>
          </a:p>
        </p:txBody>
      </p:sp>
      <p:graphicFrame>
        <p:nvGraphicFramePr>
          <p:cNvPr id="240" name="Google Shape;240;p38"/>
          <p:cNvGraphicFramePr/>
          <p:nvPr>
            <p:extLst>
              <p:ext uri="{D42A27DB-BD31-4B8C-83A1-F6EECF244321}">
                <p14:modId xmlns:p14="http://schemas.microsoft.com/office/powerpoint/2010/main" val="2051820484"/>
              </p:ext>
            </p:extLst>
          </p:nvPr>
        </p:nvGraphicFramePr>
        <p:xfrm>
          <a:off x="498515" y="1471152"/>
          <a:ext cx="7553984" cy="2524520"/>
        </p:xfrm>
        <a:graphic>
          <a:graphicData uri="http://schemas.openxmlformats.org/drawingml/2006/table">
            <a:tbl>
              <a:tblPr>
                <a:noFill/>
                <a:tableStyleId>{2DE40A0A-F175-4DEE-BA99-264EB937CA04}</a:tableStyleId>
              </a:tblPr>
              <a:tblGrid>
                <a:gridCol w="3829883">
                  <a:extLst>
                    <a:ext uri="{9D8B030D-6E8A-4147-A177-3AD203B41FA5}">
                      <a16:colId xmlns:a16="http://schemas.microsoft.com/office/drawing/2014/main" val="20000"/>
                    </a:ext>
                  </a:extLst>
                </a:gridCol>
                <a:gridCol w="1142669">
                  <a:extLst>
                    <a:ext uri="{9D8B030D-6E8A-4147-A177-3AD203B41FA5}">
                      <a16:colId xmlns:a16="http://schemas.microsoft.com/office/drawing/2014/main" val="20001"/>
                    </a:ext>
                  </a:extLst>
                </a:gridCol>
                <a:gridCol w="2581432">
                  <a:extLst>
                    <a:ext uri="{9D8B030D-6E8A-4147-A177-3AD203B41FA5}">
                      <a16:colId xmlns:a16="http://schemas.microsoft.com/office/drawing/2014/main" val="20002"/>
                    </a:ext>
                  </a:extLst>
                </a:gridCol>
              </a:tblGrid>
              <a:tr h="420682">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chemeClr val="bg1">
                              <a:lumMod val="85000"/>
                            </a:schemeClr>
                          </a:solidFill>
                          <a:latin typeface="Roboto"/>
                          <a:ea typeface="Roboto"/>
                          <a:cs typeface="Roboto"/>
                          <a:sym typeface="Roboto"/>
                        </a:rPr>
                        <a:t>Task</a:t>
                      </a:r>
                      <a:endParaRPr>
                        <a:solidFill>
                          <a:schemeClr val="bg1">
                            <a:lumMod val="85000"/>
                          </a:schemeClr>
                        </a:solidFill>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dirty="0">
                          <a:solidFill>
                            <a:srgbClr val="D9D9D9"/>
                          </a:solidFill>
                          <a:latin typeface="Roboto"/>
                          <a:ea typeface="Roboto"/>
                          <a:cs typeface="Roboto"/>
                          <a:sym typeface="Roboto"/>
                        </a:rPr>
                        <a:t>Milestone Date</a:t>
                      </a:r>
                      <a:endParaRPr dirty="0"/>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Software Required</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extLst>
                  <a:ext uri="{0D108BD9-81ED-4DB2-BD59-A6C34878D82A}">
                    <a16:rowId xmlns:a16="http://schemas.microsoft.com/office/drawing/2014/main" val="10000"/>
                  </a:ext>
                </a:extLst>
              </a:tr>
              <a:tr h="408662">
                <a:tc>
                  <a:txBody>
                    <a:bodyPr/>
                    <a:lstStyle/>
                    <a:p>
                      <a:pPr marL="0" marR="0" lvl="0" indent="0" algn="l" rtl="0">
                        <a:lnSpc>
                          <a:spcPct val="100000"/>
                        </a:lnSpc>
                        <a:spcBef>
                          <a:spcPts val="0"/>
                        </a:spcBef>
                        <a:spcAft>
                          <a:spcPts val="0"/>
                        </a:spcAft>
                        <a:buClr>
                          <a:srgbClr val="00B0F0"/>
                        </a:buClr>
                        <a:buSzPts val="900"/>
                        <a:buFont typeface="Roboto"/>
                        <a:buNone/>
                      </a:pPr>
                      <a:r>
                        <a:rPr lang="en-AU" sz="900" u="none" strike="noStrike" cap="none">
                          <a:solidFill>
                            <a:schemeClr val="bg1">
                              <a:lumMod val="65000"/>
                            </a:schemeClr>
                          </a:solidFill>
                          <a:latin typeface="Roboto"/>
                          <a:ea typeface="Roboto"/>
                          <a:cs typeface="Roboto"/>
                          <a:sym typeface="Roboto"/>
                        </a:rPr>
                        <a:t>Pre-production</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dirty="0">
                          <a:solidFill>
                            <a:srgbClr val="92D050"/>
                          </a:solidFill>
                          <a:latin typeface="Roboto"/>
                          <a:ea typeface="Roboto"/>
                          <a:cs typeface="Roboto"/>
                          <a:sym typeface="Roboto"/>
                        </a:rPr>
                        <a:t>Feb 17</a:t>
                      </a: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dirty="0">
                          <a:solidFill>
                            <a:srgbClr val="92D050"/>
                          </a:solidFill>
                          <a:latin typeface="Roboto"/>
                          <a:ea typeface="Roboto"/>
                          <a:cs typeface="Roboto"/>
                          <a:sym typeface="Roboto"/>
                        </a:rPr>
                        <a:t>Adobe Photoshop, Autodesk Maya</a:t>
                      </a: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408662">
                <a:tc>
                  <a:txBody>
                    <a:bodyPr/>
                    <a:lstStyle/>
                    <a:p>
                      <a:pPr marL="0" marR="0" lvl="0" indent="0" algn="l" rtl="0">
                        <a:lnSpc>
                          <a:spcPct val="100000"/>
                        </a:lnSpc>
                        <a:spcBef>
                          <a:spcPts val="0"/>
                        </a:spcBef>
                        <a:spcAft>
                          <a:spcPts val="0"/>
                        </a:spcAft>
                        <a:buClr>
                          <a:schemeClr val="dk1"/>
                        </a:buClr>
                        <a:buSzPts val="900"/>
                        <a:buFont typeface="Arial"/>
                        <a:buNone/>
                      </a:pPr>
                      <a:r>
                        <a:rPr lang="en-AU" sz="900">
                          <a:solidFill>
                            <a:schemeClr val="bg1">
                              <a:lumMod val="65000"/>
                            </a:schemeClr>
                          </a:solidFill>
                          <a:latin typeface="Roboto"/>
                          <a:ea typeface="Roboto"/>
                          <a:cs typeface="Roboto"/>
                          <a:sym typeface="Roboto"/>
                        </a:rPr>
                        <a:t>Modelling &amp; UV’s</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AU" sz="900" b="0" i="0" u="none" strike="noStrike" cap="none" dirty="0">
                          <a:solidFill>
                            <a:srgbClr val="92D050"/>
                          </a:solidFill>
                          <a:latin typeface="Roboto"/>
                          <a:ea typeface="Roboto"/>
                          <a:cs typeface="Roboto"/>
                          <a:sym typeface="Roboto"/>
                        </a:rPr>
                        <a:t>Feb 23</a:t>
                      </a: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dirty="0">
                          <a:solidFill>
                            <a:srgbClr val="92D050"/>
                          </a:solidFill>
                          <a:latin typeface="Roboto"/>
                          <a:ea typeface="Roboto"/>
                          <a:cs typeface="Roboto"/>
                          <a:sym typeface="Roboto"/>
                        </a:rPr>
                        <a:t>Autodesk Maya, (Possibly Blender for sculpting)</a:t>
                      </a: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4"/>
                  </a:ext>
                </a:extLst>
              </a:tr>
              <a:tr h="408662">
                <a:tc>
                  <a:txBody>
                    <a:bodyPr/>
                    <a:lstStyle/>
                    <a:p>
                      <a:pPr marL="0" marR="0" lvl="0" indent="0" algn="l" rtl="0">
                        <a:lnSpc>
                          <a:spcPct val="100000"/>
                        </a:lnSpc>
                        <a:spcBef>
                          <a:spcPts val="0"/>
                        </a:spcBef>
                        <a:spcAft>
                          <a:spcPts val="0"/>
                        </a:spcAft>
                        <a:buNone/>
                      </a:pPr>
                      <a:r>
                        <a:rPr lang="en-AU" sz="900" dirty="0">
                          <a:solidFill>
                            <a:schemeClr val="bg1">
                              <a:lumMod val="65000"/>
                            </a:schemeClr>
                          </a:solidFill>
                          <a:latin typeface="Roboto"/>
                          <a:ea typeface="Roboto"/>
                          <a:cs typeface="Roboto"/>
                          <a:sym typeface="Roboto"/>
                        </a:rPr>
                        <a:t>Texturing</a:t>
                      </a:r>
                      <a:endParaRPr sz="900" dirty="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900" b="0" i="0" u="none" strike="noStrike" cap="none" dirty="0">
                          <a:solidFill>
                            <a:srgbClr val="92D050"/>
                          </a:solidFill>
                          <a:latin typeface="Roboto"/>
                          <a:ea typeface="Roboto"/>
                          <a:cs typeface="Roboto"/>
                          <a:sym typeface="Roboto"/>
                        </a:rPr>
                        <a:t>Feb 27</a:t>
                      </a: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None/>
                      </a:pPr>
                      <a:r>
                        <a:rPr lang="en-AU" sz="900" b="0" i="0" u="none" strike="noStrike" cap="none">
                          <a:solidFill>
                            <a:srgbClr val="92D050"/>
                          </a:solidFill>
                          <a:latin typeface="Roboto"/>
                          <a:ea typeface="Roboto"/>
                          <a:cs typeface="Roboto"/>
                          <a:sym typeface="Roboto"/>
                        </a:rPr>
                        <a:t>Substance Painter</a:t>
                      </a: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5"/>
                  </a:ext>
                </a:extLst>
              </a:tr>
              <a:tr h="408662">
                <a:tc>
                  <a:txBody>
                    <a:bodyPr/>
                    <a:lstStyle/>
                    <a:p>
                      <a:pPr marL="0" lvl="0" indent="0" rtl="0">
                        <a:spcBef>
                          <a:spcPts val="0"/>
                        </a:spcBef>
                        <a:spcAft>
                          <a:spcPts val="0"/>
                        </a:spcAft>
                        <a:buClr>
                          <a:schemeClr val="dk1"/>
                        </a:buClr>
                        <a:buSzPts val="900"/>
                        <a:buFont typeface="Arial"/>
                        <a:buNone/>
                      </a:pPr>
                      <a:r>
                        <a:rPr lang="en-AU" sz="900">
                          <a:solidFill>
                            <a:schemeClr val="bg1">
                              <a:lumMod val="65000"/>
                            </a:schemeClr>
                          </a:solidFill>
                          <a:latin typeface="Roboto"/>
                          <a:ea typeface="Roboto"/>
                          <a:cs typeface="Roboto"/>
                          <a:sym typeface="Roboto"/>
                        </a:rPr>
                        <a:t>Presentation</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AU" sz="900" b="0" i="0" u="none" strike="noStrike" cap="none" dirty="0">
                          <a:solidFill>
                            <a:srgbClr val="92D050"/>
                          </a:solidFill>
                          <a:latin typeface="Roboto"/>
                          <a:ea typeface="Roboto"/>
                          <a:cs typeface="Roboto"/>
                          <a:sym typeface="Roboto"/>
                        </a:rPr>
                        <a:t>Mar 1</a:t>
                      </a: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rgbClr val="000000"/>
                        </a:buClr>
                        <a:buSzPts val="900"/>
                        <a:buFont typeface="Arial"/>
                        <a:buNone/>
                      </a:pPr>
                      <a:r>
                        <a:rPr lang="en-AU" sz="900" b="0" i="0" u="none" strike="noStrike" cap="none" dirty="0">
                          <a:solidFill>
                            <a:srgbClr val="92D050"/>
                          </a:solidFill>
                          <a:latin typeface="Roboto"/>
                          <a:ea typeface="Roboto"/>
                          <a:cs typeface="Roboto"/>
                          <a:sym typeface="Roboto"/>
                        </a:rPr>
                        <a:t>Marmoset</a:t>
                      </a: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6"/>
                  </a:ext>
                </a:extLst>
              </a:tr>
              <a:tr h="420682">
                <a:tc>
                  <a:txBody>
                    <a:bodyPr/>
                    <a:lstStyle/>
                    <a:p>
                      <a:pPr marL="0" lvl="0" indent="0" rtl="0">
                        <a:spcBef>
                          <a:spcPts val="0"/>
                        </a:spcBef>
                        <a:spcAft>
                          <a:spcPts val="0"/>
                        </a:spcAft>
                        <a:buClr>
                          <a:schemeClr val="dk1"/>
                        </a:buClr>
                        <a:buSzPts val="900"/>
                        <a:buFont typeface="Arial"/>
                        <a:buNone/>
                      </a:pPr>
                      <a:r>
                        <a:rPr lang="en-AU" sz="900">
                          <a:solidFill>
                            <a:schemeClr val="bg1">
                              <a:lumMod val="65000"/>
                            </a:schemeClr>
                          </a:solidFill>
                          <a:latin typeface="Roboto"/>
                          <a:ea typeface="Roboto"/>
                          <a:cs typeface="Roboto"/>
                          <a:sym typeface="Roboto"/>
                        </a:rPr>
                        <a:t>Post-production</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900" b="0" i="0" u="none" strike="noStrike" cap="none" dirty="0">
                          <a:solidFill>
                            <a:srgbClr val="92D050"/>
                          </a:solidFill>
                          <a:latin typeface="Roboto"/>
                          <a:ea typeface="Roboto"/>
                          <a:cs typeface="Roboto"/>
                          <a:sym typeface="Roboto"/>
                        </a:rPr>
                        <a:t>Mar 2</a:t>
                      </a: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None/>
                      </a:pPr>
                      <a:r>
                        <a:rPr lang="en-AU" sz="900" b="0" i="0" u="none" strike="noStrike" cap="none" dirty="0">
                          <a:solidFill>
                            <a:srgbClr val="92D050"/>
                          </a:solidFill>
                          <a:latin typeface="Roboto"/>
                          <a:ea typeface="Roboto"/>
                          <a:cs typeface="Roboto"/>
                          <a:sym typeface="Roboto"/>
                        </a:rPr>
                        <a:t>N/A</a:t>
                      </a: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241" name="Google Shape;241;p3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b="0" i="0" u="none" strike="noStrike" cap="none">
                <a:solidFill>
                  <a:srgbClr val="00B0F0"/>
                </a:solidFill>
                <a:latin typeface="Roboto"/>
                <a:ea typeface="Roboto"/>
                <a:cs typeface="Roboto"/>
                <a:sym typeface="Roboto"/>
              </a:rPr>
              <a:t>Pre-Production</a:t>
            </a:r>
            <a:r>
              <a:rPr lang="en-AU">
                <a:latin typeface="Roboto"/>
                <a:ea typeface="Roboto"/>
                <a:cs typeface="Roboto"/>
                <a:sym typeface="Roboto"/>
              </a:rPr>
              <a:t> </a:t>
            </a:r>
            <a:r>
              <a:rPr lang="en-AU" sz="3600" b="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b="0" i="0" u="none" strike="noStrike" cap="none">
                <a:solidFill>
                  <a:srgbClr val="8CB3E3"/>
                </a:solidFill>
                <a:latin typeface="Roboto"/>
                <a:ea typeface="Roboto"/>
                <a:cs typeface="Roboto"/>
                <a:sym typeface="Roboto"/>
              </a:rPr>
              <a:t>Schedule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graphicFrame>
        <p:nvGraphicFramePr>
          <p:cNvPr id="246" name="Google Shape;246;p39"/>
          <p:cNvGraphicFramePr/>
          <p:nvPr>
            <p:extLst>
              <p:ext uri="{D42A27DB-BD31-4B8C-83A1-F6EECF244321}">
                <p14:modId xmlns:p14="http://schemas.microsoft.com/office/powerpoint/2010/main" val="59798298"/>
              </p:ext>
            </p:extLst>
          </p:nvPr>
        </p:nvGraphicFramePr>
        <p:xfrm>
          <a:off x="450587" y="1377218"/>
          <a:ext cx="7923282" cy="2682150"/>
        </p:xfrm>
        <a:graphic>
          <a:graphicData uri="http://schemas.openxmlformats.org/drawingml/2006/table">
            <a:tbl>
              <a:tblPr>
                <a:noFill/>
                <a:tableStyleId>{2DE40A0A-F175-4DEE-BA99-264EB937CA04}</a:tableStyleId>
              </a:tblPr>
              <a:tblGrid>
                <a:gridCol w="1624310">
                  <a:extLst>
                    <a:ext uri="{9D8B030D-6E8A-4147-A177-3AD203B41FA5}">
                      <a16:colId xmlns:a16="http://schemas.microsoft.com/office/drawing/2014/main" val="20000"/>
                    </a:ext>
                  </a:extLst>
                </a:gridCol>
                <a:gridCol w="1262626">
                  <a:extLst>
                    <a:ext uri="{9D8B030D-6E8A-4147-A177-3AD203B41FA5}">
                      <a16:colId xmlns:a16="http://schemas.microsoft.com/office/drawing/2014/main" val="20001"/>
                    </a:ext>
                  </a:extLst>
                </a:gridCol>
                <a:gridCol w="1610085">
                  <a:extLst>
                    <a:ext uri="{9D8B030D-6E8A-4147-A177-3AD203B41FA5}">
                      <a16:colId xmlns:a16="http://schemas.microsoft.com/office/drawing/2014/main" val="20002"/>
                    </a:ext>
                  </a:extLst>
                </a:gridCol>
                <a:gridCol w="1236545">
                  <a:extLst>
                    <a:ext uri="{9D8B030D-6E8A-4147-A177-3AD203B41FA5}">
                      <a16:colId xmlns:a16="http://schemas.microsoft.com/office/drawing/2014/main" val="20003"/>
                    </a:ext>
                  </a:extLst>
                </a:gridCol>
                <a:gridCol w="2189716">
                  <a:extLst>
                    <a:ext uri="{9D8B030D-6E8A-4147-A177-3AD203B41FA5}">
                      <a16:colId xmlns:a16="http://schemas.microsoft.com/office/drawing/2014/main" val="20004"/>
                    </a:ext>
                  </a:extLst>
                </a:gridCol>
              </a:tblGrid>
              <a:tr h="306050">
                <a:tc>
                  <a:txBody>
                    <a:bodyPr/>
                    <a:lstStyle/>
                    <a:p>
                      <a:pPr marL="0" marR="0" lvl="0" indent="0" algn="l" rtl="0">
                        <a:lnSpc>
                          <a:spcPct val="100000"/>
                        </a:lnSpc>
                        <a:spcBef>
                          <a:spcPts val="0"/>
                        </a:spcBef>
                        <a:spcAft>
                          <a:spcPts val="0"/>
                        </a:spcAft>
                        <a:buFont typeface="Roboto"/>
                        <a:buNone/>
                      </a:pPr>
                      <a:r>
                        <a:rPr lang="en-AU" sz="1000" b="1" u="none" strike="noStrike" cap="none">
                          <a:solidFill>
                            <a:srgbClr val="D9D9D9"/>
                          </a:solidFill>
                          <a:latin typeface="Roboto"/>
                          <a:ea typeface="Roboto"/>
                          <a:cs typeface="Roboto"/>
                          <a:sym typeface="Roboto"/>
                        </a:rPr>
                        <a:t>Asset</a:t>
                      </a:r>
                      <a:r>
                        <a:rPr lang="en-AU" sz="1000" b="1" u="none" strike="noStrike" cap="none">
                          <a:solidFill>
                            <a:srgbClr val="D9D9D9"/>
                          </a:solidFill>
                          <a:latin typeface="Roboto"/>
                          <a:ea typeface="Roboto"/>
                          <a:cs typeface="Roboto"/>
                        </a:rPr>
                        <a:t> </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Font typeface="Roboto"/>
                        <a:buNone/>
                      </a:pPr>
                      <a:r>
                        <a:rPr lang="en-AU" sz="1000" b="1" u="none" strike="noStrike" cap="none">
                          <a:solidFill>
                            <a:srgbClr val="D9D9D9"/>
                          </a:solidFill>
                          <a:latin typeface="Roboto"/>
                          <a:ea typeface="Roboto"/>
                          <a:cs typeface="Roboto"/>
                          <a:sym typeface="Roboto"/>
                        </a:rPr>
                        <a:t>Polycount</a:t>
                      </a:r>
                      <a:r>
                        <a:rPr lang="en-AU" sz="1000" b="1" u="none" strike="noStrike" cap="none">
                          <a:solidFill>
                            <a:srgbClr val="D9D9D9"/>
                          </a:solidFill>
                          <a:latin typeface="Roboto"/>
                          <a:ea typeface="Roboto"/>
                          <a:cs typeface="Roboto"/>
                        </a:rPr>
                        <a:t> </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Textures</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Tex. Size</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dirty="0">
                          <a:solidFill>
                            <a:srgbClr val="D9D9D9"/>
                          </a:solidFill>
                          <a:latin typeface="Roboto"/>
                          <a:ea typeface="Roboto"/>
                          <a:cs typeface="Roboto"/>
                          <a:sym typeface="Roboto"/>
                        </a:rPr>
                        <a:t>Texture Name</a:t>
                      </a:r>
                      <a:endParaRPr dirty="0"/>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extLst>
                  <a:ext uri="{0D108BD9-81ED-4DB2-BD59-A6C34878D82A}">
                    <a16:rowId xmlns:a16="http://schemas.microsoft.com/office/drawing/2014/main" val="10000"/>
                  </a:ext>
                </a:extLst>
              </a:tr>
              <a:tr h="1071275">
                <a:tc>
                  <a:txBody>
                    <a:bodyPr/>
                    <a:lstStyle/>
                    <a:p>
                      <a:pPr marL="0" marR="0" lvl="0" indent="0" algn="l" rtl="0">
                        <a:lnSpc>
                          <a:spcPct val="100000"/>
                        </a:lnSpc>
                        <a:spcBef>
                          <a:spcPts val="0"/>
                        </a:spcBef>
                        <a:spcAft>
                          <a:spcPts val="0"/>
                        </a:spcAft>
                        <a:buClr>
                          <a:srgbClr val="D9D9D9"/>
                        </a:buClr>
                        <a:buSzPts val="900"/>
                        <a:buFont typeface="Roboto"/>
                        <a:buNone/>
                      </a:pPr>
                      <a:r>
                        <a:rPr lang="en-AU" sz="900" dirty="0">
                          <a:solidFill>
                            <a:srgbClr val="9E9E9E"/>
                          </a:solidFill>
                          <a:latin typeface="Roboto"/>
                          <a:ea typeface="Roboto"/>
                          <a:cs typeface="Roboto"/>
                          <a:sym typeface="Roboto"/>
                        </a:rPr>
                        <a:t>Bladed Weapon</a:t>
                      </a:r>
                      <a:endParaRPr sz="900" dirty="0">
                        <a:solidFill>
                          <a:srgbClr val="9E9E9E"/>
                        </a:solidFill>
                        <a:latin typeface="Roboto"/>
                        <a:ea typeface="Roboto"/>
                        <a:cs typeface="Roboto"/>
                        <a:sym typeface="Roboto"/>
                      </a:endParaRPr>
                    </a:p>
                    <a:p>
                      <a:pPr marL="0" marR="0" lvl="0" indent="0" algn="l" rtl="0">
                        <a:lnSpc>
                          <a:spcPct val="100000"/>
                        </a:lnSpc>
                        <a:spcBef>
                          <a:spcPts val="0"/>
                        </a:spcBef>
                        <a:spcAft>
                          <a:spcPts val="0"/>
                        </a:spcAft>
                        <a:buClr>
                          <a:srgbClr val="D9D9D9"/>
                        </a:buClr>
                        <a:buSzPts val="900"/>
                        <a:buFont typeface="Roboto"/>
                        <a:buNone/>
                      </a:pPr>
                      <a:r>
                        <a:rPr lang="en-AU" sz="900" dirty="0" err="1">
                          <a:solidFill>
                            <a:srgbClr val="92D050"/>
                          </a:solidFill>
                          <a:latin typeface="Roboto"/>
                          <a:ea typeface="Roboto"/>
                          <a:cs typeface="Roboto"/>
                          <a:sym typeface="Roboto"/>
                        </a:rPr>
                        <a:t>CrescentBladePolearm</a:t>
                      </a:r>
                      <a:r>
                        <a:rPr lang="en-AU" sz="900" u="none" strike="noStrike" cap="none" dirty="0" err="1">
                          <a:solidFill>
                            <a:srgbClr val="92D050"/>
                          </a:solidFill>
                          <a:latin typeface="Roboto"/>
                          <a:ea typeface="Roboto"/>
                          <a:cs typeface="Roboto"/>
                          <a:sym typeface="Roboto"/>
                        </a:rPr>
                        <a:t>.fbx</a:t>
                      </a:r>
                      <a:endParaRPr sz="900" dirty="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rgbClr val="B7B7B7"/>
                        </a:buClr>
                        <a:buSzPts val="900"/>
                        <a:buFont typeface="Roboto"/>
                        <a:buNone/>
                      </a:pPr>
                      <a:r>
                        <a:rPr lang="en-AU" sz="900" u="none" strike="noStrike" cap="none">
                          <a:solidFill>
                            <a:srgbClr val="9E9E9E"/>
                          </a:solidFill>
                          <a:latin typeface="Roboto"/>
                          <a:ea typeface="Roboto"/>
                          <a:cs typeface="Roboto"/>
                          <a:sym typeface="Roboto"/>
                        </a:rPr>
                        <a:t>500-1500 </a:t>
                      </a:r>
                      <a:r>
                        <a:rPr lang="en-AU" sz="900">
                          <a:solidFill>
                            <a:srgbClr val="9E9E9E"/>
                          </a:solidFill>
                          <a:latin typeface="Roboto"/>
                          <a:ea typeface="Roboto"/>
                          <a:cs typeface="Roboto"/>
                          <a:sym typeface="Roboto"/>
                        </a:rPr>
                        <a:t>T</a:t>
                      </a:r>
                      <a:r>
                        <a:rPr lang="en-AU" sz="900" u="none" strike="noStrike" cap="none">
                          <a:solidFill>
                            <a:srgbClr val="9E9E9E"/>
                          </a:solidFill>
                          <a:latin typeface="Roboto"/>
                          <a:ea typeface="Roboto"/>
                          <a:cs typeface="Roboto"/>
                          <a:sym typeface="Roboto"/>
                        </a:rPr>
                        <a:t>ris</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Font typeface="Roboto"/>
                        <a:buNone/>
                      </a:pPr>
                      <a:r>
                        <a:rPr lang="en-AU" sz="900" dirty="0">
                          <a:solidFill>
                            <a:srgbClr val="9E9E9E"/>
                          </a:solidFill>
                          <a:latin typeface="Roboto"/>
                          <a:cs typeface="Roboto"/>
                        </a:rPr>
                        <a:t>Base </a:t>
                      </a:r>
                      <a:r>
                        <a:rPr lang="en-AU" sz="900" noProof="0" dirty="0" err="1">
                          <a:solidFill>
                            <a:srgbClr val="9E9E9E"/>
                          </a:solidFill>
                          <a:latin typeface="Roboto"/>
                          <a:cs typeface="Roboto"/>
                        </a:rPr>
                        <a:t>Color</a:t>
                      </a:r>
                      <a:r>
                        <a:rPr lang="en-AU" sz="900" u="none" strike="noStrike" cap="none" dirty="0">
                          <a:solidFill>
                            <a:srgbClr val="9E9E9E"/>
                          </a:solidFill>
                          <a:latin typeface="Roboto"/>
                          <a:cs typeface="Roboto"/>
                        </a:rPr>
                        <a:t> </a:t>
                      </a:r>
                      <a:r>
                        <a:rPr lang="en-AU" sz="900" u="none" strike="noStrike" cap="none" dirty="0">
                          <a:solidFill>
                            <a:srgbClr val="9E9E9E"/>
                          </a:solidFill>
                          <a:latin typeface="Roboto"/>
                          <a:ea typeface="Roboto"/>
                          <a:cs typeface="Roboto"/>
                        </a:rPr>
                        <a:t>        </a:t>
                      </a:r>
                      <a:endParaRPr lang="en-US" sz="900" dirty="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dirty="0">
                          <a:solidFill>
                            <a:srgbClr val="9E9E9E"/>
                          </a:solidFill>
                          <a:latin typeface="Roboto"/>
                          <a:ea typeface="Roboto"/>
                          <a:cs typeface="Roboto"/>
                          <a:sym typeface="Roboto"/>
                        </a:rPr>
                        <a:t>Metallic</a:t>
                      </a:r>
                      <a:r>
                        <a:rPr lang="en-AU" sz="900" u="none" strike="noStrike" cap="none" dirty="0">
                          <a:solidFill>
                            <a:srgbClr val="9E9E9E"/>
                          </a:solidFill>
                          <a:latin typeface="Roboto"/>
                          <a:ea typeface="Roboto"/>
                          <a:cs typeface="Roboto"/>
                        </a:rPr>
                        <a:t> </a:t>
                      </a:r>
                      <a:endParaRPr sz="900" dirty="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dirty="0">
                          <a:solidFill>
                            <a:srgbClr val="9E9E9E"/>
                          </a:solidFill>
                          <a:latin typeface="Roboto"/>
                          <a:ea typeface="Roboto"/>
                          <a:cs typeface="Roboto"/>
                          <a:sym typeface="Roboto"/>
                        </a:rPr>
                        <a:t>Roughness</a:t>
                      </a:r>
                      <a:endParaRPr sz="900" dirty="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u="none" strike="noStrike" cap="none" dirty="0">
                          <a:solidFill>
                            <a:srgbClr val="9E9E9E"/>
                          </a:solidFill>
                          <a:latin typeface="Roboto"/>
                          <a:ea typeface="Roboto"/>
                          <a:cs typeface="Roboto"/>
                          <a:sym typeface="Roboto"/>
                        </a:rPr>
                        <a:t>Normal</a:t>
                      </a:r>
                      <a:r>
                        <a:rPr lang="en-AU" sz="900" u="none" strike="noStrike" cap="none" dirty="0">
                          <a:solidFill>
                            <a:srgbClr val="9E9E9E"/>
                          </a:solidFill>
                          <a:latin typeface="Roboto"/>
                          <a:ea typeface="Roboto"/>
                          <a:cs typeface="Roboto"/>
                        </a:rPr>
                        <a:t>      </a:t>
                      </a:r>
                    </a:p>
                    <a:p>
                      <a:pPr marL="0" marR="0" lvl="0" indent="0" rtl="0">
                        <a:lnSpc>
                          <a:spcPct val="100000"/>
                        </a:lnSpc>
                        <a:spcBef>
                          <a:spcPts val="560"/>
                        </a:spcBef>
                        <a:spcAft>
                          <a:spcPts val="0"/>
                        </a:spcAft>
                        <a:buFont typeface="Roboto"/>
                        <a:buNone/>
                      </a:pPr>
                      <a:r>
                        <a:rPr lang="en-AU" sz="900" dirty="0">
                          <a:solidFill>
                            <a:srgbClr val="9E9E9E"/>
                          </a:solidFill>
                          <a:latin typeface="Roboto"/>
                          <a:ea typeface="Roboto"/>
                          <a:cs typeface="Roboto"/>
                          <a:sym typeface="Roboto"/>
                        </a:rPr>
                        <a:t>Emissive</a:t>
                      </a:r>
                      <a:endParaRPr sz="900" dirty="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chemeClr val="dk1"/>
                        </a:buClr>
                        <a:buSzPts val="900"/>
                        <a:buFont typeface="Arial"/>
                        <a:buNone/>
                      </a:pPr>
                      <a:r>
                        <a:rPr lang="en-AU" sz="900" u="none" strike="noStrike" cap="none" dirty="0">
                          <a:solidFill>
                            <a:srgbClr val="9E9E9E"/>
                          </a:solidFill>
                          <a:latin typeface="Roboto"/>
                          <a:ea typeface="Roboto"/>
                          <a:cs typeface="Roboto"/>
                          <a:sym typeface="Roboto"/>
                        </a:rPr>
                        <a:t>1024x1024</a:t>
                      </a:r>
                      <a:endParaRPr sz="900" dirty="0">
                        <a:solidFill>
                          <a:srgbClr val="9E9E9E"/>
                        </a:solidFill>
                        <a:latin typeface="Roboto"/>
                        <a:ea typeface="Roboto"/>
                        <a:cs typeface="Roboto"/>
                        <a:sym typeface="Roboto"/>
                      </a:endParaRPr>
                    </a:p>
                    <a:p>
                      <a:pPr marL="0" marR="0" lvl="0" indent="0" rtl="0">
                        <a:lnSpc>
                          <a:spcPct val="100000"/>
                        </a:lnSpc>
                        <a:spcBef>
                          <a:spcPts val="560"/>
                        </a:spcBef>
                        <a:spcAft>
                          <a:spcPts val="0"/>
                        </a:spcAft>
                        <a:buClr>
                          <a:srgbClr val="B7B7B7"/>
                        </a:buClr>
                        <a:buSzPts val="900"/>
                        <a:buFont typeface="Roboto"/>
                        <a:buNone/>
                      </a:pPr>
                      <a:r>
                        <a:rPr lang="en-AU" sz="900" dirty="0">
                          <a:solidFill>
                            <a:srgbClr val="9E9E9E"/>
                          </a:solidFill>
                          <a:latin typeface="Roboto"/>
                          <a:ea typeface="Roboto"/>
                          <a:cs typeface="Roboto"/>
                          <a:sym typeface="Roboto"/>
                        </a:rPr>
                        <a:t>1024x1024</a:t>
                      </a:r>
                      <a:endParaRPr sz="900" dirty="0">
                        <a:solidFill>
                          <a:srgbClr val="9E9E9E"/>
                        </a:solidFill>
                        <a:latin typeface="Roboto"/>
                        <a:ea typeface="Roboto"/>
                        <a:cs typeface="Roboto"/>
                        <a:sym typeface="Roboto"/>
                      </a:endParaRPr>
                    </a:p>
                    <a:p>
                      <a:pPr marL="0" marR="0" lvl="0" indent="0" rtl="0">
                        <a:lnSpc>
                          <a:spcPct val="100000"/>
                        </a:lnSpc>
                        <a:spcBef>
                          <a:spcPts val="560"/>
                        </a:spcBef>
                        <a:spcAft>
                          <a:spcPts val="0"/>
                        </a:spcAft>
                        <a:buClr>
                          <a:srgbClr val="B7B7B7"/>
                        </a:buClr>
                        <a:buSzPts val="900"/>
                        <a:buFont typeface="Roboto"/>
                        <a:buNone/>
                      </a:pPr>
                      <a:r>
                        <a:rPr lang="en-AU" sz="900" dirty="0">
                          <a:solidFill>
                            <a:srgbClr val="9E9E9E"/>
                          </a:solidFill>
                          <a:latin typeface="Roboto"/>
                          <a:ea typeface="Roboto"/>
                          <a:cs typeface="Roboto"/>
                          <a:sym typeface="Roboto"/>
                        </a:rPr>
                        <a:t>1024x1024</a:t>
                      </a:r>
                      <a:endParaRPr sz="900" dirty="0">
                        <a:solidFill>
                          <a:srgbClr val="9E9E9E"/>
                        </a:solidFill>
                        <a:latin typeface="Roboto"/>
                        <a:ea typeface="Roboto"/>
                        <a:cs typeface="Roboto"/>
                        <a:sym typeface="Roboto"/>
                      </a:endParaRPr>
                    </a:p>
                    <a:p>
                      <a:pPr marL="0" marR="0" lvl="0" indent="0" rtl="0">
                        <a:lnSpc>
                          <a:spcPct val="100000"/>
                        </a:lnSpc>
                        <a:spcBef>
                          <a:spcPts val="560"/>
                        </a:spcBef>
                        <a:spcAft>
                          <a:spcPts val="0"/>
                        </a:spcAft>
                        <a:buClr>
                          <a:schemeClr val="dk1"/>
                        </a:buClr>
                        <a:buSzPts val="900"/>
                        <a:buFont typeface="Arial"/>
                        <a:buNone/>
                      </a:pPr>
                      <a:r>
                        <a:rPr lang="en-AU" sz="900" u="none" strike="noStrike" cap="none" dirty="0">
                          <a:solidFill>
                            <a:srgbClr val="9E9E9E"/>
                          </a:solidFill>
                          <a:latin typeface="Roboto"/>
                          <a:ea typeface="Roboto"/>
                          <a:cs typeface="Roboto"/>
                          <a:sym typeface="Roboto"/>
                        </a:rPr>
                        <a:t>1024x1024</a:t>
                      </a:r>
                    </a:p>
                    <a:p>
                      <a:pPr marL="0" marR="0" lvl="0" indent="0" algn="l" defTabSz="914400" rtl="0" eaLnBrk="1" fontAlgn="auto" latinLnBrk="0" hangingPunct="1">
                        <a:lnSpc>
                          <a:spcPct val="100000"/>
                        </a:lnSpc>
                        <a:spcBef>
                          <a:spcPts val="560"/>
                        </a:spcBef>
                        <a:spcAft>
                          <a:spcPts val="0"/>
                        </a:spcAft>
                        <a:buClr>
                          <a:schemeClr val="dk1"/>
                        </a:buClr>
                        <a:buSzPts val="900"/>
                        <a:buFont typeface="Arial"/>
                        <a:buNone/>
                        <a:tabLst/>
                        <a:defRPr/>
                      </a:pPr>
                      <a:r>
                        <a:rPr lang="en-AU" sz="900" u="none" strike="noStrike" cap="none" dirty="0">
                          <a:solidFill>
                            <a:srgbClr val="9E9E9E"/>
                          </a:solidFill>
                          <a:latin typeface="Roboto"/>
                          <a:ea typeface="Roboto"/>
                          <a:cs typeface="Roboto"/>
                          <a:sym typeface="Roboto"/>
                        </a:rPr>
                        <a:t>1024x1024</a:t>
                      </a:r>
                      <a:endParaRPr lang="en-AU" sz="900" dirty="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rgbClr val="92D050"/>
                        </a:buClr>
                        <a:buSzPts val="900"/>
                        <a:buFont typeface="Roboto"/>
                        <a:buNone/>
                      </a:pPr>
                      <a:r>
                        <a:rPr lang="en-AU" sz="900" dirty="0" err="1">
                          <a:solidFill>
                            <a:srgbClr val="92D050"/>
                          </a:solidFill>
                          <a:latin typeface="Roboto"/>
                          <a:ea typeface="Roboto"/>
                          <a:cs typeface="Roboto"/>
                          <a:sym typeface="Roboto"/>
                        </a:rPr>
                        <a:t>CrescentBladePolearm</a:t>
                      </a:r>
                      <a:r>
                        <a:rPr lang="en-AU" sz="900" u="none" strike="noStrike" cap="none" dirty="0" err="1">
                          <a:solidFill>
                            <a:srgbClr val="9E9E9E"/>
                          </a:solidFill>
                          <a:latin typeface="Roboto"/>
                          <a:ea typeface="Roboto"/>
                          <a:cs typeface="Roboto"/>
                          <a:sym typeface="Roboto"/>
                        </a:rPr>
                        <a:t>_</a:t>
                      </a:r>
                      <a:r>
                        <a:rPr lang="en-AU" sz="900" dirty="0" err="1">
                          <a:solidFill>
                            <a:srgbClr val="9E9E9E"/>
                          </a:solidFill>
                          <a:latin typeface="Roboto"/>
                          <a:cs typeface="Roboto"/>
                        </a:rPr>
                        <a:t>BaseColor</a:t>
                      </a:r>
                      <a:r>
                        <a:rPr lang="en-AU" sz="900" u="none" strike="noStrike" cap="none" dirty="0" err="1">
                          <a:solidFill>
                            <a:srgbClr val="9E9E9E"/>
                          </a:solidFill>
                          <a:latin typeface="Roboto"/>
                          <a:ea typeface="Roboto"/>
                          <a:cs typeface="Roboto"/>
                          <a:sym typeface="Roboto"/>
                        </a:rPr>
                        <a:t>.tga</a:t>
                      </a:r>
                      <a:endParaRPr sz="900" dirty="0">
                        <a:solidFill>
                          <a:srgbClr val="9E9E9E"/>
                        </a:solidFill>
                        <a:latin typeface="Roboto"/>
                        <a:ea typeface="Roboto"/>
                        <a:cs typeface="Roboto"/>
                        <a:sym typeface="Roboto"/>
                      </a:endParaRPr>
                    </a:p>
                    <a:p>
                      <a:pPr marL="0" marR="0" lvl="0" indent="0" rtl="0">
                        <a:lnSpc>
                          <a:spcPct val="100000"/>
                        </a:lnSpc>
                        <a:spcBef>
                          <a:spcPts val="560"/>
                        </a:spcBef>
                        <a:spcAft>
                          <a:spcPts val="0"/>
                        </a:spcAft>
                        <a:buClr>
                          <a:srgbClr val="92D050"/>
                        </a:buClr>
                        <a:buSzPts val="900"/>
                        <a:buFont typeface="Roboto"/>
                        <a:buNone/>
                      </a:pPr>
                      <a:r>
                        <a:rPr lang="en-AU" sz="900" dirty="0" err="1">
                          <a:solidFill>
                            <a:srgbClr val="92D050"/>
                          </a:solidFill>
                          <a:latin typeface="Roboto"/>
                          <a:ea typeface="Roboto"/>
                          <a:cs typeface="Roboto"/>
                          <a:sym typeface="Roboto"/>
                        </a:rPr>
                        <a:t>CrescentBladePolearm</a:t>
                      </a:r>
                      <a:r>
                        <a:rPr lang="en-AU" sz="900" dirty="0" err="1">
                          <a:solidFill>
                            <a:srgbClr val="9E9E9E"/>
                          </a:solidFill>
                          <a:latin typeface="Roboto"/>
                          <a:ea typeface="Roboto"/>
                          <a:cs typeface="Roboto"/>
                          <a:sym typeface="Roboto"/>
                        </a:rPr>
                        <a:t>_Metallic</a:t>
                      </a:r>
                      <a:r>
                        <a:rPr lang="en-AU" sz="900" u="none" strike="noStrike" cap="none" dirty="0" err="1">
                          <a:solidFill>
                            <a:srgbClr val="9E9E9E"/>
                          </a:solidFill>
                          <a:latin typeface="Roboto"/>
                          <a:ea typeface="Roboto"/>
                          <a:cs typeface="Roboto"/>
                          <a:sym typeface="Roboto"/>
                        </a:rPr>
                        <a:t>.tga</a:t>
                      </a:r>
                      <a:endParaRPr sz="900" dirty="0">
                        <a:solidFill>
                          <a:srgbClr val="9E9E9E"/>
                        </a:solidFill>
                        <a:latin typeface="Roboto"/>
                        <a:ea typeface="Roboto"/>
                        <a:cs typeface="Roboto"/>
                        <a:sym typeface="Roboto"/>
                      </a:endParaRPr>
                    </a:p>
                    <a:p>
                      <a:pPr marL="0" marR="0" lvl="0" indent="0" rtl="0">
                        <a:lnSpc>
                          <a:spcPct val="100000"/>
                        </a:lnSpc>
                        <a:spcBef>
                          <a:spcPts val="560"/>
                        </a:spcBef>
                        <a:spcAft>
                          <a:spcPts val="0"/>
                        </a:spcAft>
                        <a:buClr>
                          <a:srgbClr val="92D050"/>
                        </a:buClr>
                        <a:buSzPts val="900"/>
                        <a:buFont typeface="Roboto"/>
                        <a:buNone/>
                      </a:pPr>
                      <a:r>
                        <a:rPr lang="en-AU" sz="900" dirty="0" err="1">
                          <a:solidFill>
                            <a:srgbClr val="92D050"/>
                          </a:solidFill>
                          <a:latin typeface="Roboto"/>
                          <a:ea typeface="Roboto"/>
                          <a:cs typeface="Roboto"/>
                          <a:sym typeface="Roboto"/>
                        </a:rPr>
                        <a:t>CrescentBladePolearm</a:t>
                      </a:r>
                      <a:r>
                        <a:rPr lang="en-AU" sz="900" dirty="0" err="1">
                          <a:solidFill>
                            <a:srgbClr val="9E9E9E"/>
                          </a:solidFill>
                          <a:latin typeface="Roboto"/>
                          <a:ea typeface="Roboto"/>
                          <a:cs typeface="Roboto"/>
                          <a:sym typeface="Roboto"/>
                        </a:rPr>
                        <a:t>_Roughness</a:t>
                      </a:r>
                      <a:r>
                        <a:rPr lang="en-AU" sz="900" u="none" strike="noStrike" cap="none" dirty="0" err="1">
                          <a:solidFill>
                            <a:srgbClr val="9E9E9E"/>
                          </a:solidFill>
                          <a:latin typeface="Roboto"/>
                          <a:ea typeface="Roboto"/>
                          <a:cs typeface="Roboto"/>
                          <a:sym typeface="Roboto"/>
                        </a:rPr>
                        <a:t>.tga</a:t>
                      </a:r>
                      <a:endParaRPr sz="900" dirty="0">
                        <a:solidFill>
                          <a:srgbClr val="9E9E9E"/>
                        </a:solidFill>
                        <a:latin typeface="Roboto"/>
                        <a:ea typeface="Roboto"/>
                        <a:cs typeface="Roboto"/>
                        <a:sym typeface="Roboto"/>
                      </a:endParaRPr>
                    </a:p>
                    <a:p>
                      <a:pPr marL="0" marR="0" lvl="0" indent="0" rtl="0">
                        <a:lnSpc>
                          <a:spcPct val="100000"/>
                        </a:lnSpc>
                        <a:spcBef>
                          <a:spcPts val="560"/>
                        </a:spcBef>
                        <a:spcAft>
                          <a:spcPts val="0"/>
                        </a:spcAft>
                        <a:buClr>
                          <a:schemeClr val="dk1"/>
                        </a:buClr>
                        <a:buSzPts val="900"/>
                        <a:buFont typeface="Arial"/>
                        <a:buNone/>
                      </a:pPr>
                      <a:r>
                        <a:rPr lang="en-AU" sz="900" dirty="0" err="1">
                          <a:solidFill>
                            <a:srgbClr val="92D050"/>
                          </a:solidFill>
                          <a:latin typeface="Roboto"/>
                          <a:ea typeface="Roboto"/>
                          <a:cs typeface="Roboto"/>
                          <a:sym typeface="Roboto"/>
                        </a:rPr>
                        <a:t>CrescentBladePolearm</a:t>
                      </a:r>
                      <a:r>
                        <a:rPr lang="en-AU" sz="900" dirty="0" err="1">
                          <a:solidFill>
                            <a:srgbClr val="9E9E9E"/>
                          </a:solidFill>
                          <a:latin typeface="Roboto"/>
                          <a:ea typeface="Roboto"/>
                          <a:cs typeface="Roboto"/>
                          <a:sym typeface="Roboto"/>
                        </a:rPr>
                        <a:t>_Normal</a:t>
                      </a:r>
                      <a:r>
                        <a:rPr lang="en-AU" sz="900" u="none" strike="noStrike" cap="none" dirty="0" err="1">
                          <a:solidFill>
                            <a:srgbClr val="9E9E9E"/>
                          </a:solidFill>
                          <a:latin typeface="Roboto"/>
                          <a:ea typeface="Roboto"/>
                          <a:cs typeface="Roboto"/>
                          <a:sym typeface="Roboto"/>
                        </a:rPr>
                        <a:t>.tga</a:t>
                      </a:r>
                      <a:endParaRPr lang="en-AU" sz="900" u="none" strike="noStrike" cap="none" dirty="0">
                        <a:solidFill>
                          <a:srgbClr val="9E9E9E"/>
                        </a:solidFill>
                        <a:latin typeface="Roboto"/>
                        <a:ea typeface="Roboto"/>
                        <a:cs typeface="Roboto"/>
                        <a:sym typeface="Roboto"/>
                      </a:endParaRPr>
                    </a:p>
                    <a:p>
                      <a:pPr marL="0" marR="0" lvl="0" indent="0" rtl="0">
                        <a:lnSpc>
                          <a:spcPct val="100000"/>
                        </a:lnSpc>
                        <a:spcBef>
                          <a:spcPts val="560"/>
                        </a:spcBef>
                        <a:spcAft>
                          <a:spcPts val="0"/>
                        </a:spcAft>
                        <a:buClr>
                          <a:schemeClr val="dk1"/>
                        </a:buClr>
                        <a:buSzPts val="900"/>
                        <a:buFont typeface="Arial"/>
                        <a:buNone/>
                      </a:pPr>
                      <a:r>
                        <a:rPr lang="en-AU" sz="900" dirty="0" err="1">
                          <a:solidFill>
                            <a:srgbClr val="92D050"/>
                          </a:solidFill>
                          <a:latin typeface="Roboto"/>
                          <a:ea typeface="Roboto"/>
                          <a:cs typeface="Roboto"/>
                          <a:sym typeface="Roboto"/>
                        </a:rPr>
                        <a:t>CrescentBladePolearm</a:t>
                      </a:r>
                      <a:r>
                        <a:rPr lang="en-AU" sz="900" dirty="0" err="1">
                          <a:solidFill>
                            <a:srgbClr val="9E9E9E"/>
                          </a:solidFill>
                          <a:latin typeface="Roboto"/>
                          <a:ea typeface="Roboto"/>
                          <a:cs typeface="Roboto"/>
                          <a:sym typeface="Roboto"/>
                        </a:rPr>
                        <a:t>_Emissive</a:t>
                      </a:r>
                      <a:r>
                        <a:rPr lang="en-AU" sz="900" u="none" strike="noStrike" cap="none" dirty="0" err="1">
                          <a:solidFill>
                            <a:srgbClr val="9E9E9E"/>
                          </a:solidFill>
                          <a:latin typeface="Roboto"/>
                          <a:ea typeface="Roboto"/>
                          <a:cs typeface="Roboto"/>
                          <a:sym typeface="Roboto"/>
                        </a:rPr>
                        <a:t>.tga</a:t>
                      </a:r>
                      <a:endParaRPr sz="900" dirty="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1107225">
                <a:tc>
                  <a:txBody>
                    <a:bodyPr/>
                    <a:lstStyle/>
                    <a:p>
                      <a:pPr marL="0" marR="0" lvl="0" indent="0" algn="l" rtl="0">
                        <a:lnSpc>
                          <a:spcPct val="100000"/>
                        </a:lnSpc>
                        <a:spcBef>
                          <a:spcPts val="560"/>
                        </a:spcBef>
                        <a:spcAft>
                          <a:spcPts val="0"/>
                        </a:spcAft>
                        <a:buClr>
                          <a:schemeClr val="dk1"/>
                        </a:buClr>
                        <a:buSzPts val="900"/>
                        <a:buFont typeface="Arial"/>
                        <a:buNone/>
                      </a:pPr>
                      <a:r>
                        <a:rPr lang="en-US" sz="900" dirty="0">
                          <a:solidFill>
                            <a:srgbClr val="9E9E9E"/>
                          </a:solidFill>
                          <a:latin typeface="Roboto"/>
                          <a:ea typeface="Roboto"/>
                          <a:cs typeface="Roboto"/>
                          <a:sym typeface="Roboto"/>
                        </a:rPr>
                        <a:t>Shield</a:t>
                      </a:r>
                      <a:endParaRPr sz="900" dirty="0">
                        <a:solidFill>
                          <a:srgbClr val="9E9E9E"/>
                        </a:solidFill>
                        <a:latin typeface="Roboto"/>
                        <a:ea typeface="Roboto"/>
                        <a:cs typeface="Roboto"/>
                        <a:sym typeface="Roboto"/>
                      </a:endParaRPr>
                    </a:p>
                    <a:p>
                      <a:pPr marL="0" lvl="0" indent="0" rtl="0">
                        <a:spcBef>
                          <a:spcPts val="0"/>
                        </a:spcBef>
                        <a:spcAft>
                          <a:spcPts val="0"/>
                        </a:spcAft>
                        <a:buClr>
                          <a:srgbClr val="D9D9D9"/>
                        </a:buClr>
                        <a:buSzPts val="900"/>
                        <a:buFont typeface="Roboto"/>
                        <a:buNone/>
                      </a:pPr>
                      <a:r>
                        <a:rPr lang="en-AU" sz="900" dirty="0" err="1">
                          <a:solidFill>
                            <a:srgbClr val="92D050"/>
                          </a:solidFill>
                          <a:latin typeface="Roboto"/>
                          <a:ea typeface="Roboto"/>
                          <a:cs typeface="Roboto"/>
                          <a:sym typeface="Roboto"/>
                        </a:rPr>
                        <a:t>CrescentShield.fbx</a:t>
                      </a:r>
                      <a:endParaRPr sz="900" dirty="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Font typeface="Roboto"/>
                        <a:buNone/>
                      </a:pPr>
                      <a:r>
                        <a:rPr lang="en-AU" sz="900">
                          <a:solidFill>
                            <a:srgbClr val="9E9E9E"/>
                          </a:solidFill>
                          <a:latin typeface="Roboto"/>
                          <a:ea typeface="Roboto"/>
                          <a:cs typeface="Roboto"/>
                        </a:rPr>
                        <a:t>500-1500 Tris</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rtl="0">
                        <a:spcBef>
                          <a:spcPts val="0"/>
                        </a:spcBef>
                        <a:spcAft>
                          <a:spcPts val="0"/>
                        </a:spcAft>
                        <a:buFont typeface="Roboto"/>
                        <a:buNone/>
                      </a:pPr>
                      <a:r>
                        <a:rPr lang="en-AU" sz="900" dirty="0">
                          <a:solidFill>
                            <a:srgbClr val="9E9E9E"/>
                          </a:solidFill>
                          <a:latin typeface="Roboto"/>
                          <a:cs typeface="Roboto"/>
                        </a:rPr>
                        <a:t>Base </a:t>
                      </a:r>
                      <a:r>
                        <a:rPr lang="en-AU" sz="900" dirty="0" err="1">
                          <a:solidFill>
                            <a:srgbClr val="9E9E9E"/>
                          </a:solidFill>
                          <a:latin typeface="Roboto"/>
                          <a:cs typeface="Roboto"/>
                        </a:rPr>
                        <a:t>Color</a:t>
                      </a:r>
                      <a:r>
                        <a:rPr lang="en-AU" sz="900" dirty="0">
                          <a:solidFill>
                            <a:srgbClr val="9E9E9E"/>
                          </a:solidFill>
                          <a:latin typeface="Roboto"/>
                          <a:ea typeface="Roboto"/>
                          <a:cs typeface="Roboto"/>
                        </a:rPr>
                        <a:t>       </a:t>
                      </a:r>
                      <a:endParaRPr sz="900" dirty="0">
                        <a:solidFill>
                          <a:srgbClr val="9E9E9E"/>
                        </a:solidFill>
                        <a:latin typeface="Roboto"/>
                        <a:ea typeface="Roboto"/>
                        <a:cs typeface="Roboto"/>
                        <a:sym typeface="Roboto"/>
                      </a:endParaRPr>
                    </a:p>
                    <a:p>
                      <a:pPr marL="0" lvl="0" indent="0" rtl="0">
                        <a:spcBef>
                          <a:spcPts val="560"/>
                        </a:spcBef>
                        <a:spcAft>
                          <a:spcPts val="0"/>
                        </a:spcAft>
                        <a:buFont typeface="Roboto"/>
                        <a:buNone/>
                      </a:pPr>
                      <a:r>
                        <a:rPr lang="en-AU" sz="900" dirty="0">
                          <a:solidFill>
                            <a:srgbClr val="9E9E9E"/>
                          </a:solidFill>
                          <a:latin typeface="Roboto"/>
                          <a:ea typeface="Roboto"/>
                          <a:cs typeface="Roboto"/>
                          <a:sym typeface="Roboto"/>
                        </a:rPr>
                        <a:t>Metallic</a:t>
                      </a:r>
                      <a:endParaRPr sz="900" dirty="0">
                        <a:solidFill>
                          <a:srgbClr val="9E9E9E"/>
                        </a:solidFill>
                        <a:latin typeface="Roboto"/>
                        <a:ea typeface="Roboto"/>
                        <a:cs typeface="Roboto"/>
                        <a:sym typeface="Roboto"/>
                      </a:endParaRPr>
                    </a:p>
                    <a:p>
                      <a:pPr marL="0" lvl="0" indent="0" rtl="0">
                        <a:spcBef>
                          <a:spcPts val="560"/>
                        </a:spcBef>
                        <a:spcAft>
                          <a:spcPts val="0"/>
                        </a:spcAft>
                        <a:buFont typeface="Roboto"/>
                        <a:buNone/>
                      </a:pPr>
                      <a:r>
                        <a:rPr lang="en-AU" sz="900" dirty="0">
                          <a:solidFill>
                            <a:srgbClr val="9E9E9E"/>
                          </a:solidFill>
                          <a:latin typeface="Roboto"/>
                          <a:ea typeface="Roboto"/>
                          <a:cs typeface="Roboto"/>
                          <a:sym typeface="Roboto"/>
                        </a:rPr>
                        <a:t>Roughness</a:t>
                      </a:r>
                      <a:r>
                        <a:rPr lang="en-AU" sz="900" dirty="0">
                          <a:solidFill>
                            <a:srgbClr val="9E9E9E"/>
                          </a:solidFill>
                          <a:latin typeface="Roboto"/>
                          <a:ea typeface="Roboto"/>
                          <a:cs typeface="Roboto"/>
                        </a:rPr>
                        <a:t>  </a:t>
                      </a:r>
                      <a:endParaRPr sz="900" dirty="0">
                        <a:solidFill>
                          <a:srgbClr val="9E9E9E"/>
                        </a:solidFill>
                        <a:latin typeface="Roboto"/>
                        <a:ea typeface="Roboto"/>
                        <a:cs typeface="Roboto"/>
                        <a:sym typeface="Roboto"/>
                      </a:endParaRPr>
                    </a:p>
                    <a:p>
                      <a:pPr marL="0" marR="0" lvl="0" indent="0" algn="l" rtl="0">
                        <a:lnSpc>
                          <a:spcPct val="100000"/>
                        </a:lnSpc>
                        <a:spcBef>
                          <a:spcPts val="560"/>
                        </a:spcBef>
                        <a:spcAft>
                          <a:spcPts val="0"/>
                        </a:spcAft>
                        <a:buFont typeface="Arial"/>
                        <a:buNone/>
                      </a:pPr>
                      <a:r>
                        <a:rPr lang="en-AU" sz="900" dirty="0">
                          <a:solidFill>
                            <a:srgbClr val="9E9E9E"/>
                          </a:solidFill>
                          <a:latin typeface="Roboto"/>
                          <a:ea typeface="Roboto"/>
                          <a:cs typeface="Roboto"/>
                          <a:sym typeface="Roboto"/>
                        </a:rPr>
                        <a:t>Normal</a:t>
                      </a:r>
                    </a:p>
                    <a:p>
                      <a:pPr marL="0" marR="0" lvl="0" indent="0" algn="l" rtl="0">
                        <a:lnSpc>
                          <a:spcPct val="100000"/>
                        </a:lnSpc>
                        <a:spcBef>
                          <a:spcPts val="560"/>
                        </a:spcBef>
                        <a:spcAft>
                          <a:spcPts val="0"/>
                        </a:spcAft>
                        <a:buFont typeface="Arial"/>
                        <a:buNone/>
                      </a:pPr>
                      <a:r>
                        <a:rPr lang="en-AU" sz="900" dirty="0">
                          <a:solidFill>
                            <a:srgbClr val="9E9E9E"/>
                          </a:solidFill>
                          <a:latin typeface="Roboto"/>
                          <a:ea typeface="Roboto"/>
                          <a:cs typeface="Roboto"/>
                          <a:sym typeface="Roboto"/>
                        </a:rPr>
                        <a:t>Emissive</a:t>
                      </a:r>
                      <a:endParaRPr sz="900" dirty="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rtl="0">
                        <a:spcBef>
                          <a:spcPts val="0"/>
                        </a:spcBef>
                        <a:spcAft>
                          <a:spcPts val="0"/>
                        </a:spcAft>
                        <a:buClr>
                          <a:schemeClr val="dk1"/>
                        </a:buClr>
                        <a:buSzPts val="900"/>
                        <a:buFont typeface="Arial"/>
                        <a:buNone/>
                      </a:pPr>
                      <a:r>
                        <a:rPr lang="en-AU" sz="900" dirty="0">
                          <a:solidFill>
                            <a:srgbClr val="9E9E9E"/>
                          </a:solidFill>
                          <a:latin typeface="Roboto"/>
                          <a:ea typeface="Roboto"/>
                          <a:cs typeface="Roboto"/>
                        </a:rPr>
                        <a:t>1024x1024</a:t>
                      </a:r>
                      <a:endParaRPr sz="900" dirty="0">
                        <a:solidFill>
                          <a:srgbClr val="9E9E9E"/>
                        </a:solidFill>
                        <a:latin typeface="Roboto"/>
                        <a:ea typeface="Roboto"/>
                        <a:cs typeface="Roboto"/>
                        <a:sym typeface="Roboto"/>
                      </a:endParaRPr>
                    </a:p>
                    <a:p>
                      <a:pPr marL="0" lvl="0" indent="0">
                        <a:spcBef>
                          <a:spcPts val="560"/>
                        </a:spcBef>
                        <a:spcAft>
                          <a:spcPts val="0"/>
                        </a:spcAft>
                        <a:buClr>
                          <a:srgbClr val="B7B7B7"/>
                        </a:buClr>
                        <a:buSzPts val="900"/>
                        <a:buNone/>
                      </a:pPr>
                      <a:r>
                        <a:rPr lang="en-AU" sz="900" b="0" i="0" u="none" strike="noStrike" noProof="0" dirty="0">
                          <a:solidFill>
                            <a:srgbClr val="9E9E9E"/>
                          </a:solidFill>
                          <a:latin typeface="Roboto"/>
                        </a:rPr>
                        <a:t>1024x1024</a:t>
                      </a:r>
                      <a:endParaRPr dirty="0">
                        <a:sym typeface="Roboto"/>
                      </a:endParaRPr>
                    </a:p>
                    <a:p>
                      <a:pPr marL="0" lvl="0" indent="0">
                        <a:spcBef>
                          <a:spcPts val="560"/>
                        </a:spcBef>
                        <a:spcAft>
                          <a:spcPts val="0"/>
                        </a:spcAft>
                        <a:buClr>
                          <a:srgbClr val="B7B7B7"/>
                        </a:buClr>
                        <a:buSzPts val="900"/>
                        <a:buNone/>
                      </a:pPr>
                      <a:r>
                        <a:rPr lang="en-AU" sz="900" b="0" i="0" u="none" strike="noStrike" noProof="0" dirty="0">
                          <a:solidFill>
                            <a:srgbClr val="9E9E9E"/>
                          </a:solidFill>
                          <a:latin typeface="Roboto"/>
                        </a:rPr>
                        <a:t>1024x1024</a:t>
                      </a:r>
                      <a:endParaRPr dirty="0">
                        <a:sym typeface="Roboto"/>
                      </a:endParaRPr>
                    </a:p>
                    <a:p>
                      <a:pPr marL="0" lvl="0" indent="0">
                        <a:spcBef>
                          <a:spcPts val="560"/>
                        </a:spcBef>
                        <a:spcAft>
                          <a:spcPts val="0"/>
                        </a:spcAft>
                        <a:buClr>
                          <a:schemeClr val="dk1"/>
                        </a:buClr>
                        <a:buSzPts val="900"/>
                        <a:buNone/>
                      </a:pPr>
                      <a:r>
                        <a:rPr lang="en-AU" sz="900" b="0" i="0" u="none" strike="noStrike" noProof="0" dirty="0">
                          <a:solidFill>
                            <a:srgbClr val="9E9E9E"/>
                          </a:solidFill>
                          <a:latin typeface="Roboto"/>
                        </a:rPr>
                        <a:t>1024x1024</a:t>
                      </a:r>
                    </a:p>
                    <a:p>
                      <a:pPr marL="0" marR="0" lvl="0" indent="0" algn="l" defTabSz="914400" rtl="0" eaLnBrk="1" fontAlgn="auto" latinLnBrk="0" hangingPunct="1">
                        <a:lnSpc>
                          <a:spcPct val="100000"/>
                        </a:lnSpc>
                        <a:spcBef>
                          <a:spcPts val="560"/>
                        </a:spcBef>
                        <a:spcAft>
                          <a:spcPts val="0"/>
                        </a:spcAft>
                        <a:buClr>
                          <a:schemeClr val="dk1"/>
                        </a:buClr>
                        <a:buSzPts val="900"/>
                        <a:buFont typeface="Arial"/>
                        <a:buNone/>
                        <a:tabLst/>
                        <a:defRPr/>
                      </a:pPr>
                      <a:r>
                        <a:rPr lang="en-AU" sz="900" b="0" i="0" u="none" strike="noStrike" noProof="0" dirty="0">
                          <a:solidFill>
                            <a:srgbClr val="9E9E9E"/>
                          </a:solidFill>
                          <a:latin typeface="Roboto"/>
                        </a:rPr>
                        <a:t>1024x1024</a:t>
                      </a:r>
                      <a:endParaRPr lang="en-AU" sz="900" dirty="0">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rtl="0">
                        <a:spcBef>
                          <a:spcPts val="0"/>
                        </a:spcBef>
                        <a:spcAft>
                          <a:spcPts val="0"/>
                        </a:spcAft>
                        <a:buClr>
                          <a:srgbClr val="92D050"/>
                        </a:buClr>
                        <a:buSzPts val="900"/>
                        <a:buFont typeface="Roboto"/>
                        <a:buNone/>
                      </a:pPr>
                      <a:r>
                        <a:rPr lang="en-AU" sz="900" dirty="0" err="1">
                          <a:solidFill>
                            <a:srgbClr val="92D050"/>
                          </a:solidFill>
                          <a:latin typeface="Roboto"/>
                          <a:ea typeface="Roboto"/>
                          <a:cs typeface="Roboto"/>
                          <a:sym typeface="Roboto"/>
                        </a:rPr>
                        <a:t>CrescentShield</a:t>
                      </a:r>
                      <a:r>
                        <a:rPr lang="en-AU" sz="900" dirty="0" err="1">
                          <a:solidFill>
                            <a:srgbClr val="9E9E9E"/>
                          </a:solidFill>
                          <a:latin typeface="Roboto"/>
                          <a:ea typeface="Roboto"/>
                          <a:cs typeface="Roboto"/>
                          <a:sym typeface="Roboto"/>
                        </a:rPr>
                        <a:t>_</a:t>
                      </a:r>
                      <a:r>
                        <a:rPr lang="en-AU" sz="900" dirty="0" err="1">
                          <a:solidFill>
                            <a:srgbClr val="9E9E9E"/>
                          </a:solidFill>
                          <a:latin typeface="Roboto"/>
                          <a:cs typeface="Roboto"/>
                        </a:rPr>
                        <a:t>BaseColor</a:t>
                      </a:r>
                      <a:r>
                        <a:rPr lang="en-AU" sz="900" dirty="0" err="1">
                          <a:solidFill>
                            <a:srgbClr val="9E9E9E"/>
                          </a:solidFill>
                          <a:latin typeface="Roboto"/>
                          <a:ea typeface="Roboto"/>
                          <a:cs typeface="Roboto"/>
                          <a:sym typeface="Roboto"/>
                        </a:rPr>
                        <a:t>.tga</a:t>
                      </a:r>
                      <a:endParaRPr sz="900" dirty="0">
                        <a:solidFill>
                          <a:srgbClr val="9E9E9E"/>
                        </a:solidFill>
                        <a:latin typeface="Roboto"/>
                        <a:ea typeface="Roboto"/>
                        <a:cs typeface="Roboto"/>
                        <a:sym typeface="Roboto"/>
                      </a:endParaRPr>
                    </a:p>
                    <a:p>
                      <a:pPr marL="0" lvl="0" indent="0" rtl="0">
                        <a:spcBef>
                          <a:spcPts val="560"/>
                        </a:spcBef>
                        <a:spcAft>
                          <a:spcPts val="0"/>
                        </a:spcAft>
                        <a:buClr>
                          <a:srgbClr val="92D050"/>
                        </a:buClr>
                        <a:buSzPts val="900"/>
                        <a:buFont typeface="Roboto"/>
                        <a:buNone/>
                      </a:pPr>
                      <a:r>
                        <a:rPr lang="en-AU" sz="900" dirty="0" err="1">
                          <a:solidFill>
                            <a:srgbClr val="92D050"/>
                          </a:solidFill>
                          <a:latin typeface="Roboto"/>
                          <a:ea typeface="Roboto"/>
                          <a:cs typeface="Roboto"/>
                          <a:sym typeface="Roboto"/>
                        </a:rPr>
                        <a:t>CrescentShield</a:t>
                      </a:r>
                      <a:r>
                        <a:rPr lang="en-AU" sz="900" dirty="0" err="1">
                          <a:solidFill>
                            <a:srgbClr val="9E9E9E"/>
                          </a:solidFill>
                          <a:latin typeface="Roboto"/>
                          <a:ea typeface="Roboto"/>
                          <a:cs typeface="Roboto"/>
                          <a:sym typeface="Roboto"/>
                        </a:rPr>
                        <a:t>_Metallic.tga</a:t>
                      </a:r>
                      <a:endParaRPr sz="900" dirty="0">
                        <a:solidFill>
                          <a:srgbClr val="9E9E9E"/>
                        </a:solidFill>
                        <a:latin typeface="Roboto"/>
                        <a:ea typeface="Roboto"/>
                        <a:cs typeface="Roboto"/>
                        <a:sym typeface="Roboto"/>
                      </a:endParaRPr>
                    </a:p>
                    <a:p>
                      <a:pPr marL="0" lvl="0" indent="0" rtl="0">
                        <a:spcBef>
                          <a:spcPts val="560"/>
                        </a:spcBef>
                        <a:spcAft>
                          <a:spcPts val="0"/>
                        </a:spcAft>
                        <a:buClr>
                          <a:srgbClr val="92D050"/>
                        </a:buClr>
                        <a:buSzPts val="900"/>
                        <a:buFont typeface="Roboto"/>
                        <a:buNone/>
                      </a:pPr>
                      <a:r>
                        <a:rPr lang="en-AU" sz="900" dirty="0" err="1">
                          <a:solidFill>
                            <a:srgbClr val="92D050"/>
                          </a:solidFill>
                          <a:latin typeface="Roboto"/>
                          <a:ea typeface="Roboto"/>
                          <a:cs typeface="Roboto"/>
                          <a:sym typeface="Roboto"/>
                        </a:rPr>
                        <a:t>CrescentShield</a:t>
                      </a:r>
                      <a:r>
                        <a:rPr lang="en-AU" sz="900" dirty="0" err="1">
                          <a:solidFill>
                            <a:srgbClr val="9E9E9E"/>
                          </a:solidFill>
                          <a:latin typeface="Roboto"/>
                          <a:ea typeface="Roboto"/>
                          <a:cs typeface="Roboto"/>
                          <a:sym typeface="Roboto"/>
                        </a:rPr>
                        <a:t>_Roughness.tga</a:t>
                      </a:r>
                      <a:endParaRPr sz="900" dirty="0">
                        <a:solidFill>
                          <a:srgbClr val="9E9E9E"/>
                        </a:solidFill>
                        <a:latin typeface="Roboto"/>
                        <a:ea typeface="Roboto"/>
                        <a:cs typeface="Roboto"/>
                        <a:sym typeface="Roboto"/>
                      </a:endParaRPr>
                    </a:p>
                    <a:p>
                      <a:pPr marL="0" lvl="0" indent="0" rtl="0">
                        <a:spcBef>
                          <a:spcPts val="560"/>
                        </a:spcBef>
                        <a:spcAft>
                          <a:spcPts val="0"/>
                        </a:spcAft>
                        <a:buClr>
                          <a:schemeClr val="dk1"/>
                        </a:buClr>
                        <a:buSzPts val="900"/>
                        <a:buFont typeface="Arial"/>
                        <a:buNone/>
                      </a:pPr>
                      <a:r>
                        <a:rPr lang="en-AU" sz="900" dirty="0" err="1">
                          <a:solidFill>
                            <a:srgbClr val="92D050"/>
                          </a:solidFill>
                          <a:latin typeface="Roboto"/>
                          <a:ea typeface="Roboto"/>
                          <a:cs typeface="Roboto"/>
                          <a:sym typeface="Roboto"/>
                        </a:rPr>
                        <a:t>CrescentShield</a:t>
                      </a:r>
                      <a:r>
                        <a:rPr lang="en-AU" sz="900" dirty="0" err="1">
                          <a:solidFill>
                            <a:srgbClr val="9E9E9E"/>
                          </a:solidFill>
                          <a:latin typeface="Roboto"/>
                          <a:ea typeface="Roboto"/>
                          <a:cs typeface="Roboto"/>
                          <a:sym typeface="Roboto"/>
                        </a:rPr>
                        <a:t>_Normal.tga</a:t>
                      </a:r>
                      <a:endParaRPr lang="en-AU" sz="900" dirty="0">
                        <a:solidFill>
                          <a:srgbClr val="9E9E9E"/>
                        </a:solidFill>
                        <a:latin typeface="Roboto"/>
                        <a:ea typeface="Roboto"/>
                        <a:cs typeface="Roboto"/>
                        <a:sym typeface="Roboto"/>
                      </a:endParaRPr>
                    </a:p>
                    <a:p>
                      <a:pPr marL="0" lvl="0" indent="0" rtl="0">
                        <a:spcBef>
                          <a:spcPts val="560"/>
                        </a:spcBef>
                        <a:spcAft>
                          <a:spcPts val="0"/>
                        </a:spcAft>
                        <a:buClr>
                          <a:schemeClr val="dk1"/>
                        </a:buClr>
                        <a:buSzPts val="900"/>
                        <a:buFont typeface="Arial"/>
                        <a:buNone/>
                      </a:pPr>
                      <a:r>
                        <a:rPr lang="en-AU" sz="900" dirty="0" err="1">
                          <a:solidFill>
                            <a:srgbClr val="92D050"/>
                          </a:solidFill>
                          <a:latin typeface="Roboto"/>
                          <a:ea typeface="Roboto"/>
                          <a:cs typeface="Roboto"/>
                          <a:sym typeface="Roboto"/>
                        </a:rPr>
                        <a:t>CrescentShield</a:t>
                      </a:r>
                      <a:r>
                        <a:rPr lang="en-AU" sz="900" dirty="0" err="1">
                          <a:solidFill>
                            <a:srgbClr val="9E9E9E"/>
                          </a:solidFill>
                          <a:latin typeface="Roboto"/>
                          <a:ea typeface="Roboto"/>
                          <a:cs typeface="Roboto"/>
                          <a:sym typeface="Roboto"/>
                        </a:rPr>
                        <a:t>_Emissive.tga</a:t>
                      </a:r>
                      <a:endParaRPr sz="900" dirty="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47" name="Google Shape;247;p39"/>
          <p:cNvSpPr txBox="1">
            <a:spLocks noGrp="1"/>
          </p:cNvSpPr>
          <p:nvPr>
            <p:ph type="title"/>
          </p:nvPr>
        </p:nvSpPr>
        <p:spPr>
          <a:xfrm>
            <a:off x="323525" y="205975"/>
            <a:ext cx="84909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Asset List</a:t>
            </a:r>
            <a:endParaRPr sz="3000"/>
          </a:p>
        </p:txBody>
      </p:sp>
      <p:sp>
        <p:nvSpPr>
          <p:cNvPr id="4" name="Google Shape;239;p38">
            <a:extLst>
              <a:ext uri="{FF2B5EF4-FFF2-40B4-BE49-F238E27FC236}">
                <a16:creationId xmlns:a16="http://schemas.microsoft.com/office/drawing/2014/main" id="{77025FA8-2A85-481F-9DFA-74C9C0A9B1E4}"/>
              </a:ext>
            </a:extLst>
          </p:cNvPr>
          <p:cNvSpPr txBox="1">
            <a:spLocks noGrp="1"/>
          </p:cNvSpPr>
          <p:nvPr>
            <p:ph type="body" idx="1"/>
          </p:nvPr>
        </p:nvSpPr>
        <p:spPr>
          <a:xfrm>
            <a:off x="350850" y="1063375"/>
            <a:ext cx="7900200" cy="294300"/>
          </a:xfrm>
          <a:prstGeom prst="rect">
            <a:avLst/>
          </a:prstGeom>
          <a:noFill/>
          <a:ln>
            <a:noFill/>
          </a:ln>
        </p:spPr>
        <p:txBody>
          <a:bodyPr spcFirstLastPara="1" wrap="square" lIns="91425" tIns="45700" rIns="91425" bIns="45700" anchor="t" anchorCtr="0">
            <a:noAutofit/>
          </a:bodyPr>
          <a:lstStyle/>
          <a:p>
            <a:pPr marL="0" lvl="0" indent="0">
              <a:spcBef>
                <a:spcPts val="0"/>
              </a:spcBef>
              <a:buClr>
                <a:schemeClr val="dk1"/>
              </a:buClr>
              <a:buSzPts val="225"/>
              <a:buNone/>
            </a:pPr>
            <a:r>
              <a:rPr lang="en-US" sz="900">
                <a:solidFill>
                  <a:srgbClr val="B7B7B7"/>
                </a:solidFill>
                <a:latin typeface="Roboto"/>
                <a:ea typeface="Roboto"/>
                <a:cs typeface="Roboto"/>
                <a:sym typeface="Roboto"/>
              </a:rPr>
              <a:t>Using consistent naming conventions, modify the asset names, list any additional textures and add relevant notes where required.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1"/>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a:t>
            </a:r>
            <a:r>
              <a:rPr lang="en-AU" sz="3600" b="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b="0" i="0" u="none" strike="noStrike" cap="none">
                <a:solidFill>
                  <a:srgbClr val="8CB3E3"/>
                </a:solidFill>
                <a:latin typeface="Roboto"/>
                <a:ea typeface="Roboto"/>
                <a:cs typeface="Roboto"/>
                <a:sym typeface="Roboto"/>
              </a:rPr>
              <a:t>Reference </a:t>
            </a:r>
            <a:r>
              <a:rPr lang="en-AU" sz="3000">
                <a:solidFill>
                  <a:srgbClr val="8CB3E3"/>
                </a:solidFill>
                <a:latin typeface="Roboto"/>
                <a:ea typeface="Roboto"/>
                <a:cs typeface="Roboto"/>
                <a:sym typeface="Roboto"/>
              </a:rPr>
              <a:t>Sheet</a:t>
            </a:r>
            <a:endParaRPr/>
          </a:p>
        </p:txBody>
      </p:sp>
      <p:pic>
        <p:nvPicPr>
          <p:cNvPr id="260" name="Google Shape;260;p41" descr="temp.PNG"/>
          <p:cNvPicPr preferRelativeResize="0"/>
          <p:nvPr/>
        </p:nvPicPr>
        <p:blipFill rotWithShape="1">
          <a:blip r:embed="rId3">
            <a:alphaModFix/>
          </a:blip>
          <a:srcRect/>
          <a:stretch/>
        </p:blipFill>
        <p:spPr>
          <a:xfrm>
            <a:off x="326772" y="1310703"/>
            <a:ext cx="8451023" cy="3615395"/>
          </a:xfrm>
          <a:prstGeom prst="roundRect">
            <a:avLst>
              <a:gd name="adj" fmla="val 0"/>
            </a:avLst>
          </a:prstGeom>
          <a:noFill/>
          <a:ln w="19050" cap="sq" cmpd="sng">
            <a:solidFill>
              <a:srgbClr val="92D050"/>
            </a:solidFill>
            <a:prstDash val="solid"/>
            <a:round/>
            <a:headEnd type="none" w="sm" len="sm"/>
            <a:tailEnd type="none" w="sm" len="sm"/>
          </a:ln>
        </p:spPr>
      </p:pic>
      <p:sp>
        <p:nvSpPr>
          <p:cNvPr id="261" name="Google Shape;261;p41"/>
          <p:cNvSpPr txBox="1">
            <a:spLocks noGrp="1"/>
          </p:cNvSpPr>
          <p:nvPr>
            <p:ph type="body" idx="1"/>
          </p:nvPr>
        </p:nvSpPr>
        <p:spPr>
          <a:xfrm>
            <a:off x="368985" y="985431"/>
            <a:ext cx="8105400" cy="30300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92D050"/>
              </a:buClr>
              <a:buSzPts val="2800"/>
              <a:buFont typeface="Arial"/>
              <a:buNone/>
            </a:pPr>
            <a:r>
              <a:rPr lang="en-AU" sz="900">
                <a:solidFill>
                  <a:srgbClr val="B7B7B7"/>
                </a:solidFill>
                <a:latin typeface="Roboto"/>
                <a:ea typeface="Roboto"/>
                <a:cs typeface="Roboto"/>
                <a:sym typeface="Roboto"/>
              </a:rPr>
              <a:t>Gather reference images and create a reference sheet for your proposed assets, insert the reference sheet below.</a:t>
            </a:r>
            <a:endParaRPr lang="en-US">
              <a:solidFill>
                <a:srgbClr val="B7B7B7"/>
              </a:solidFill>
            </a:endParaRPr>
          </a:p>
        </p:txBody>
      </p:sp>
      <p:pic>
        <p:nvPicPr>
          <p:cNvPr id="7" name="Picture 6" descr="Diagram, engineering drawing&#10;&#10;Description automatically generated">
            <a:extLst>
              <a:ext uri="{FF2B5EF4-FFF2-40B4-BE49-F238E27FC236}">
                <a16:creationId xmlns:a16="http://schemas.microsoft.com/office/drawing/2014/main" id="{E56C2D01-3D28-D1AF-878D-B84DF9EEADEC}"/>
              </a:ext>
            </a:extLst>
          </p:cNvPr>
          <p:cNvPicPr>
            <a:picLocks noChangeAspect="1"/>
          </p:cNvPicPr>
          <p:nvPr/>
        </p:nvPicPr>
        <p:blipFill>
          <a:blip r:embed="rId4"/>
          <a:stretch>
            <a:fillRect/>
          </a:stretch>
        </p:blipFill>
        <p:spPr>
          <a:xfrm>
            <a:off x="366205" y="2682549"/>
            <a:ext cx="4377018" cy="2185413"/>
          </a:xfrm>
          <a:prstGeom prst="rect">
            <a:avLst/>
          </a:prstGeom>
        </p:spPr>
      </p:pic>
      <p:pic>
        <p:nvPicPr>
          <p:cNvPr id="9" name="Picture 8" descr="Diagram, schematic&#10;&#10;Description automatically generated">
            <a:extLst>
              <a:ext uri="{FF2B5EF4-FFF2-40B4-BE49-F238E27FC236}">
                <a16:creationId xmlns:a16="http://schemas.microsoft.com/office/drawing/2014/main" id="{082CAE09-DE0A-B107-4FDF-46136EBD2EA4}"/>
              </a:ext>
            </a:extLst>
          </p:cNvPr>
          <p:cNvPicPr>
            <a:picLocks noChangeAspect="1"/>
          </p:cNvPicPr>
          <p:nvPr/>
        </p:nvPicPr>
        <p:blipFill>
          <a:blip r:embed="rId5"/>
          <a:stretch>
            <a:fillRect/>
          </a:stretch>
        </p:blipFill>
        <p:spPr>
          <a:xfrm>
            <a:off x="5960508" y="1310703"/>
            <a:ext cx="2817287" cy="2338348"/>
          </a:xfrm>
          <a:prstGeom prst="rect">
            <a:avLst/>
          </a:prstGeom>
        </p:spPr>
      </p:pic>
      <p:pic>
        <p:nvPicPr>
          <p:cNvPr id="11" name="Picture 10" descr="Diagram&#10;&#10;Description automatically generated">
            <a:extLst>
              <a:ext uri="{FF2B5EF4-FFF2-40B4-BE49-F238E27FC236}">
                <a16:creationId xmlns:a16="http://schemas.microsoft.com/office/drawing/2014/main" id="{F9D1E09F-0466-A526-48B8-7BCCEE15BC25}"/>
              </a:ext>
            </a:extLst>
          </p:cNvPr>
          <p:cNvPicPr>
            <a:picLocks noChangeAspect="1"/>
          </p:cNvPicPr>
          <p:nvPr/>
        </p:nvPicPr>
        <p:blipFill>
          <a:blip r:embed="rId6"/>
          <a:stretch>
            <a:fillRect/>
          </a:stretch>
        </p:blipFill>
        <p:spPr>
          <a:xfrm>
            <a:off x="6326841" y="3690834"/>
            <a:ext cx="2432851" cy="1226091"/>
          </a:xfrm>
          <a:prstGeom prst="rect">
            <a:avLst/>
          </a:prstGeom>
        </p:spPr>
      </p:pic>
      <p:pic>
        <p:nvPicPr>
          <p:cNvPr id="13" name="Picture 12" descr="A picture containing text, linedrawing&#10;&#10;Description automatically generated">
            <a:extLst>
              <a:ext uri="{FF2B5EF4-FFF2-40B4-BE49-F238E27FC236}">
                <a16:creationId xmlns:a16="http://schemas.microsoft.com/office/drawing/2014/main" id="{BF9D64A6-68AA-8331-7ADE-307729C38590}"/>
              </a:ext>
            </a:extLst>
          </p:cNvPr>
          <p:cNvPicPr>
            <a:picLocks noChangeAspect="1"/>
          </p:cNvPicPr>
          <p:nvPr/>
        </p:nvPicPr>
        <p:blipFill>
          <a:blip r:embed="rId7"/>
          <a:stretch>
            <a:fillRect/>
          </a:stretch>
        </p:blipFill>
        <p:spPr>
          <a:xfrm>
            <a:off x="4861203" y="3728371"/>
            <a:ext cx="1347658" cy="1118406"/>
          </a:xfrm>
          <a:prstGeom prst="rect">
            <a:avLst/>
          </a:prstGeom>
        </p:spPr>
      </p:pic>
      <p:pic>
        <p:nvPicPr>
          <p:cNvPr id="15" name="Picture 14" descr="A picture containing engineering drawing&#10;&#10;Description automatically generated">
            <a:extLst>
              <a:ext uri="{FF2B5EF4-FFF2-40B4-BE49-F238E27FC236}">
                <a16:creationId xmlns:a16="http://schemas.microsoft.com/office/drawing/2014/main" id="{667FDD0C-3499-5690-6139-EF633A523BE1}"/>
              </a:ext>
            </a:extLst>
          </p:cNvPr>
          <p:cNvPicPr>
            <a:picLocks noChangeAspect="1"/>
          </p:cNvPicPr>
          <p:nvPr/>
        </p:nvPicPr>
        <p:blipFill>
          <a:blip r:embed="rId8"/>
          <a:stretch>
            <a:fillRect/>
          </a:stretch>
        </p:blipFill>
        <p:spPr>
          <a:xfrm>
            <a:off x="3656195" y="1367751"/>
            <a:ext cx="2252922" cy="225292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pic>
        <p:nvPicPr>
          <p:cNvPr id="266" name="Google Shape;266;p42" descr="temp.PNG"/>
          <p:cNvPicPr preferRelativeResize="0"/>
          <p:nvPr/>
        </p:nvPicPr>
        <p:blipFill rotWithShape="1">
          <a:blip r:embed="rId3">
            <a:alphaModFix/>
          </a:blip>
          <a:srcRect/>
          <a:stretch/>
        </p:blipFill>
        <p:spPr>
          <a:xfrm>
            <a:off x="4572000" y="1606750"/>
            <a:ext cx="2670300" cy="2801400"/>
          </a:xfrm>
          <a:prstGeom prst="roundRect">
            <a:avLst>
              <a:gd name="adj" fmla="val 0"/>
            </a:avLst>
          </a:prstGeom>
          <a:noFill/>
          <a:ln w="19050" cap="flat" cmpd="sng">
            <a:solidFill>
              <a:srgbClr val="92D050"/>
            </a:solidFill>
            <a:prstDash val="solid"/>
            <a:round/>
            <a:headEnd type="none" w="sm" len="sm"/>
            <a:tailEnd type="none" w="sm" len="sm"/>
          </a:ln>
        </p:spPr>
      </p:pic>
      <p:pic>
        <p:nvPicPr>
          <p:cNvPr id="267" name="Google Shape;267;p42" descr="temp.PNG"/>
          <p:cNvPicPr preferRelativeResize="0"/>
          <p:nvPr/>
        </p:nvPicPr>
        <p:blipFill rotWithShape="1">
          <a:blip r:embed="rId3">
            <a:alphaModFix/>
          </a:blip>
          <a:srcRect/>
          <a:stretch/>
        </p:blipFill>
        <p:spPr>
          <a:xfrm>
            <a:off x="1740050" y="1606750"/>
            <a:ext cx="2670300" cy="2801400"/>
          </a:xfrm>
          <a:prstGeom prst="roundRect">
            <a:avLst>
              <a:gd name="adj" fmla="val 0"/>
            </a:avLst>
          </a:prstGeom>
          <a:noFill/>
          <a:ln w="19050" cap="flat" cmpd="sng">
            <a:solidFill>
              <a:srgbClr val="92D050"/>
            </a:solidFill>
            <a:prstDash val="solid"/>
            <a:round/>
            <a:headEnd type="none" w="sm" len="sm"/>
            <a:tailEnd type="none" w="sm" len="sm"/>
          </a:ln>
        </p:spPr>
      </p:pic>
      <p:sp>
        <p:nvSpPr>
          <p:cNvPr id="269" name="Google Shape;269;p42"/>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Thumbnails</a:t>
            </a:r>
            <a:endParaRPr lang="en-US"/>
          </a:p>
        </p:txBody>
      </p:sp>
      <p:sp>
        <p:nvSpPr>
          <p:cNvPr id="270" name="Google Shape;270;p42"/>
          <p:cNvSpPr txBox="1"/>
          <p:nvPr/>
        </p:nvSpPr>
        <p:spPr>
          <a:xfrm>
            <a:off x="1740051" y="4383798"/>
            <a:ext cx="2670300" cy="237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a:solidFill>
                  <a:srgbClr val="B7B7B7"/>
                </a:solidFill>
                <a:latin typeface="Roboto"/>
                <a:ea typeface="Roboto"/>
                <a:sym typeface="Roboto"/>
              </a:rPr>
              <a:t>Bladed Weapon</a:t>
            </a:r>
            <a:endParaRPr/>
          </a:p>
        </p:txBody>
      </p:sp>
      <p:sp>
        <p:nvSpPr>
          <p:cNvPr id="271" name="Google Shape;271;p42"/>
          <p:cNvSpPr txBox="1"/>
          <p:nvPr/>
        </p:nvSpPr>
        <p:spPr>
          <a:xfrm>
            <a:off x="4572000" y="4383798"/>
            <a:ext cx="2670300" cy="237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a:solidFill>
                  <a:srgbClr val="B7B7B7"/>
                </a:solidFill>
                <a:latin typeface="Roboto"/>
                <a:ea typeface="Roboto"/>
                <a:sym typeface="Roboto"/>
              </a:rPr>
              <a:t>Shield</a:t>
            </a:r>
            <a:endParaRPr/>
          </a:p>
        </p:txBody>
      </p:sp>
      <p:sp>
        <p:nvSpPr>
          <p:cNvPr id="273" name="Google Shape;273;p42"/>
          <p:cNvSpPr txBox="1">
            <a:spLocks noGrp="1"/>
          </p:cNvSpPr>
          <p:nvPr>
            <p:ph type="body" idx="1"/>
          </p:nvPr>
        </p:nvSpPr>
        <p:spPr>
          <a:xfrm>
            <a:off x="275700" y="1063375"/>
            <a:ext cx="8105400" cy="303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92D050"/>
              </a:buClr>
              <a:buSzPts val="2800"/>
              <a:buFont typeface="Arial"/>
              <a:buNone/>
            </a:pPr>
            <a:r>
              <a:rPr lang="en-AU" sz="900">
                <a:solidFill>
                  <a:srgbClr val="B7B7B7"/>
                </a:solidFill>
                <a:latin typeface="Roboto"/>
                <a:ea typeface="Roboto"/>
                <a:cs typeface="Roboto"/>
                <a:sym typeface="Roboto"/>
              </a:rPr>
              <a:t>Create at least 3 thumbnail images for each asset (sketches or silhouettes). Thumbnails must include the overall form and major details. Each thumbnail should only take 1-2 minutes to complete. Insert the completed thumbnails below and obtain feedback from your peers/trainer.</a:t>
            </a:r>
            <a:endParaRPr>
              <a:solidFill>
                <a:srgbClr val="B7B7B7"/>
              </a:solidFill>
            </a:endParaRPr>
          </a:p>
        </p:txBody>
      </p:sp>
      <p:pic>
        <p:nvPicPr>
          <p:cNvPr id="2" name="Picture 1">
            <a:extLst>
              <a:ext uri="{FF2B5EF4-FFF2-40B4-BE49-F238E27FC236}">
                <a16:creationId xmlns:a16="http://schemas.microsoft.com/office/drawing/2014/main" id="{71841AC2-43AD-03BB-6964-2F520E328AD4}"/>
              </a:ext>
            </a:extLst>
          </p:cNvPr>
          <p:cNvPicPr>
            <a:picLocks noChangeAspect="1"/>
          </p:cNvPicPr>
          <p:nvPr/>
        </p:nvPicPr>
        <p:blipFill>
          <a:blip r:embed="rId4"/>
          <a:stretch>
            <a:fillRect/>
          </a:stretch>
        </p:blipFill>
        <p:spPr>
          <a:xfrm>
            <a:off x="1841687" y="1674684"/>
            <a:ext cx="901513" cy="1420082"/>
          </a:xfrm>
          <a:prstGeom prst="rect">
            <a:avLst/>
          </a:prstGeom>
        </p:spPr>
      </p:pic>
      <p:pic>
        <p:nvPicPr>
          <p:cNvPr id="7" name="Picture 6">
            <a:extLst>
              <a:ext uri="{FF2B5EF4-FFF2-40B4-BE49-F238E27FC236}">
                <a16:creationId xmlns:a16="http://schemas.microsoft.com/office/drawing/2014/main" id="{FA579B99-563A-B332-587C-708B0C180946}"/>
              </a:ext>
            </a:extLst>
          </p:cNvPr>
          <p:cNvPicPr>
            <a:picLocks noChangeAspect="1"/>
          </p:cNvPicPr>
          <p:nvPr/>
        </p:nvPicPr>
        <p:blipFill>
          <a:blip r:embed="rId5"/>
          <a:stretch>
            <a:fillRect/>
          </a:stretch>
        </p:blipFill>
        <p:spPr>
          <a:xfrm>
            <a:off x="3378573" y="1737543"/>
            <a:ext cx="582908" cy="2539813"/>
          </a:xfrm>
          <a:prstGeom prst="rect">
            <a:avLst/>
          </a:prstGeom>
        </p:spPr>
      </p:pic>
      <p:pic>
        <p:nvPicPr>
          <p:cNvPr id="9" name="Picture 8">
            <a:extLst>
              <a:ext uri="{FF2B5EF4-FFF2-40B4-BE49-F238E27FC236}">
                <a16:creationId xmlns:a16="http://schemas.microsoft.com/office/drawing/2014/main" id="{3100A3B3-3DF9-929A-23F9-3623478F6753}"/>
              </a:ext>
            </a:extLst>
          </p:cNvPr>
          <p:cNvPicPr>
            <a:picLocks noChangeAspect="1"/>
          </p:cNvPicPr>
          <p:nvPr/>
        </p:nvPicPr>
        <p:blipFill>
          <a:blip r:embed="rId6"/>
          <a:stretch>
            <a:fillRect/>
          </a:stretch>
        </p:blipFill>
        <p:spPr>
          <a:xfrm>
            <a:off x="4608130" y="1674684"/>
            <a:ext cx="2594470" cy="166544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82" name="Google Shape;282;p43"/>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Primitive Blockouts</a:t>
            </a:r>
            <a:endParaRPr lang="en-US"/>
          </a:p>
        </p:txBody>
      </p:sp>
      <p:sp>
        <p:nvSpPr>
          <p:cNvPr id="286" name="Google Shape;286;p43"/>
          <p:cNvSpPr txBox="1">
            <a:spLocks noGrp="1"/>
          </p:cNvSpPr>
          <p:nvPr>
            <p:ph type="body" idx="1"/>
          </p:nvPr>
        </p:nvSpPr>
        <p:spPr>
          <a:xfrm>
            <a:off x="275700" y="1063375"/>
            <a:ext cx="8220600" cy="303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92D050"/>
              </a:buClr>
              <a:buSzPts val="2800"/>
              <a:buFont typeface="Arial"/>
              <a:buNone/>
            </a:pPr>
            <a:r>
              <a:rPr lang="en-AU" sz="900" dirty="0">
                <a:solidFill>
                  <a:srgbClr val="B7B7B7"/>
                </a:solidFill>
                <a:latin typeface="Roboto"/>
                <a:ea typeface="Roboto"/>
                <a:cs typeface="Roboto"/>
                <a:sym typeface="Roboto"/>
              </a:rPr>
              <a:t>Using 3D primitives create a primitive </a:t>
            </a:r>
            <a:r>
              <a:rPr lang="en-AU" sz="900" dirty="0" err="1">
                <a:solidFill>
                  <a:srgbClr val="B7B7B7"/>
                </a:solidFill>
                <a:latin typeface="Roboto"/>
                <a:ea typeface="Roboto"/>
                <a:cs typeface="Roboto"/>
                <a:sym typeface="Roboto"/>
              </a:rPr>
              <a:t>blockout</a:t>
            </a:r>
            <a:r>
              <a:rPr lang="en-AU" sz="900" dirty="0">
                <a:solidFill>
                  <a:srgbClr val="B7B7B7"/>
                </a:solidFill>
                <a:latin typeface="Roboto"/>
                <a:ea typeface="Roboto"/>
                <a:cs typeface="Roboto"/>
                <a:sym typeface="Roboto"/>
              </a:rPr>
              <a:t> for each of your assets based on the selected thumbnail. Screen capture the </a:t>
            </a:r>
            <a:r>
              <a:rPr lang="en-AU" sz="900" dirty="0" err="1">
                <a:solidFill>
                  <a:srgbClr val="B7B7B7"/>
                </a:solidFill>
                <a:latin typeface="Roboto"/>
                <a:ea typeface="Roboto"/>
                <a:cs typeface="Roboto"/>
                <a:sym typeface="Roboto"/>
              </a:rPr>
              <a:t>blockouts</a:t>
            </a:r>
            <a:r>
              <a:rPr lang="en-AU" sz="900" dirty="0">
                <a:solidFill>
                  <a:srgbClr val="B7B7B7"/>
                </a:solidFill>
                <a:latin typeface="Roboto"/>
                <a:ea typeface="Roboto"/>
                <a:cs typeface="Roboto"/>
                <a:sym typeface="Roboto"/>
              </a:rPr>
              <a:t> and insert them below.</a:t>
            </a:r>
            <a:br>
              <a:rPr lang="en-AU" sz="900" dirty="0">
                <a:latin typeface="Roboto"/>
                <a:ea typeface="Roboto"/>
                <a:cs typeface="Roboto"/>
              </a:rPr>
            </a:br>
            <a:endParaRPr dirty="0">
              <a:solidFill>
                <a:srgbClr val="B7B7B7"/>
              </a:solidFill>
            </a:endParaRPr>
          </a:p>
        </p:txBody>
      </p:sp>
      <p:pic>
        <p:nvPicPr>
          <p:cNvPr id="12" name="Google Shape;266;p42" descr="temp.PNG">
            <a:extLst>
              <a:ext uri="{FF2B5EF4-FFF2-40B4-BE49-F238E27FC236}">
                <a16:creationId xmlns:a16="http://schemas.microsoft.com/office/drawing/2014/main" id="{373DB61D-7641-42BB-98FE-E930E01932C4}"/>
              </a:ext>
            </a:extLst>
          </p:cNvPr>
          <p:cNvPicPr preferRelativeResize="0"/>
          <p:nvPr/>
        </p:nvPicPr>
        <p:blipFill rotWithShape="1">
          <a:blip r:embed="rId3">
            <a:alphaModFix/>
          </a:blip>
          <a:srcRect/>
          <a:stretch/>
        </p:blipFill>
        <p:spPr>
          <a:xfrm>
            <a:off x="4572000" y="1606750"/>
            <a:ext cx="2670300" cy="2801400"/>
          </a:xfrm>
          <a:prstGeom prst="roundRect">
            <a:avLst>
              <a:gd name="adj" fmla="val 0"/>
            </a:avLst>
          </a:prstGeom>
          <a:noFill/>
          <a:ln w="19050" cap="flat" cmpd="sng">
            <a:solidFill>
              <a:srgbClr val="92D050"/>
            </a:solidFill>
            <a:prstDash val="solid"/>
            <a:round/>
            <a:headEnd type="none" w="sm" len="sm"/>
            <a:tailEnd type="none" w="sm" len="sm"/>
          </a:ln>
        </p:spPr>
      </p:pic>
      <p:pic>
        <p:nvPicPr>
          <p:cNvPr id="13" name="Google Shape;267;p42" descr="temp.PNG">
            <a:extLst>
              <a:ext uri="{FF2B5EF4-FFF2-40B4-BE49-F238E27FC236}">
                <a16:creationId xmlns:a16="http://schemas.microsoft.com/office/drawing/2014/main" id="{A087DB27-C258-43D0-B32F-B0640C1D9D41}"/>
              </a:ext>
            </a:extLst>
          </p:cNvPr>
          <p:cNvPicPr preferRelativeResize="0"/>
          <p:nvPr/>
        </p:nvPicPr>
        <p:blipFill rotWithShape="1">
          <a:blip r:embed="rId3">
            <a:alphaModFix/>
          </a:blip>
          <a:srcRect/>
          <a:stretch/>
        </p:blipFill>
        <p:spPr>
          <a:xfrm>
            <a:off x="1740050" y="1606750"/>
            <a:ext cx="2670300" cy="2801400"/>
          </a:xfrm>
          <a:prstGeom prst="roundRect">
            <a:avLst>
              <a:gd name="adj" fmla="val 0"/>
            </a:avLst>
          </a:prstGeom>
          <a:noFill/>
          <a:ln w="19050" cap="flat" cmpd="sng">
            <a:solidFill>
              <a:srgbClr val="92D050"/>
            </a:solidFill>
            <a:prstDash val="solid"/>
            <a:round/>
            <a:headEnd type="none" w="sm" len="sm"/>
            <a:tailEnd type="none" w="sm" len="sm"/>
          </a:ln>
        </p:spPr>
      </p:pic>
      <p:sp>
        <p:nvSpPr>
          <p:cNvPr id="15" name="Google Shape;270;p42">
            <a:extLst>
              <a:ext uri="{FF2B5EF4-FFF2-40B4-BE49-F238E27FC236}">
                <a16:creationId xmlns:a16="http://schemas.microsoft.com/office/drawing/2014/main" id="{780DCB49-15E0-47A1-BC82-A70748C9732F}"/>
              </a:ext>
            </a:extLst>
          </p:cNvPr>
          <p:cNvSpPr txBox="1"/>
          <p:nvPr/>
        </p:nvSpPr>
        <p:spPr>
          <a:xfrm>
            <a:off x="1740051" y="4383798"/>
            <a:ext cx="2670300" cy="237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a:solidFill>
                  <a:srgbClr val="B7B7B7"/>
                </a:solidFill>
                <a:latin typeface="Roboto"/>
                <a:ea typeface="Roboto"/>
                <a:sym typeface="Roboto"/>
              </a:rPr>
              <a:t>Bladed Weapon</a:t>
            </a:r>
            <a:endParaRPr/>
          </a:p>
        </p:txBody>
      </p:sp>
      <p:sp>
        <p:nvSpPr>
          <p:cNvPr id="16" name="Google Shape;271;p42">
            <a:extLst>
              <a:ext uri="{FF2B5EF4-FFF2-40B4-BE49-F238E27FC236}">
                <a16:creationId xmlns:a16="http://schemas.microsoft.com/office/drawing/2014/main" id="{5697FA8A-C732-4E2F-A267-56CE708174D6}"/>
              </a:ext>
            </a:extLst>
          </p:cNvPr>
          <p:cNvSpPr txBox="1"/>
          <p:nvPr/>
        </p:nvSpPr>
        <p:spPr>
          <a:xfrm>
            <a:off x="4572000" y="4383798"/>
            <a:ext cx="2670300" cy="237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a:solidFill>
                  <a:srgbClr val="B7B7B7"/>
                </a:solidFill>
                <a:latin typeface="Roboto"/>
                <a:ea typeface="Roboto"/>
                <a:sym typeface="Roboto"/>
              </a:rPr>
              <a:t>Shield</a:t>
            </a:r>
            <a:endParaRPr/>
          </a:p>
        </p:txBody>
      </p:sp>
      <p:pic>
        <p:nvPicPr>
          <p:cNvPr id="5" name="Picture 4">
            <a:extLst>
              <a:ext uri="{FF2B5EF4-FFF2-40B4-BE49-F238E27FC236}">
                <a16:creationId xmlns:a16="http://schemas.microsoft.com/office/drawing/2014/main" id="{5B489A8D-806B-C16C-9F0C-8D0E7679F6A5}"/>
              </a:ext>
            </a:extLst>
          </p:cNvPr>
          <p:cNvPicPr>
            <a:picLocks noChangeAspect="1"/>
          </p:cNvPicPr>
          <p:nvPr/>
        </p:nvPicPr>
        <p:blipFill>
          <a:blip r:embed="rId4"/>
          <a:stretch>
            <a:fillRect/>
          </a:stretch>
        </p:blipFill>
        <p:spPr>
          <a:xfrm>
            <a:off x="5111564" y="1752524"/>
            <a:ext cx="1430431" cy="2485501"/>
          </a:xfrm>
          <a:prstGeom prst="rect">
            <a:avLst/>
          </a:prstGeom>
        </p:spPr>
      </p:pic>
      <p:pic>
        <p:nvPicPr>
          <p:cNvPr id="7" name="Picture 6">
            <a:extLst>
              <a:ext uri="{FF2B5EF4-FFF2-40B4-BE49-F238E27FC236}">
                <a16:creationId xmlns:a16="http://schemas.microsoft.com/office/drawing/2014/main" id="{52BD3871-66F7-FC3F-AF13-46775DDED367}"/>
              </a:ext>
            </a:extLst>
          </p:cNvPr>
          <p:cNvPicPr>
            <a:picLocks noChangeAspect="1"/>
          </p:cNvPicPr>
          <p:nvPr/>
        </p:nvPicPr>
        <p:blipFill>
          <a:blip r:embed="rId5"/>
          <a:stretch>
            <a:fillRect/>
          </a:stretch>
        </p:blipFill>
        <p:spPr>
          <a:xfrm>
            <a:off x="2622612" y="1671813"/>
            <a:ext cx="905176" cy="267127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a:t>
            </a:r>
            <a:r>
              <a:rPr lang="en-AU" sz="3000">
                <a:solidFill>
                  <a:srgbClr val="8CB3E3"/>
                </a:solidFill>
                <a:latin typeface="Roboto"/>
                <a:ea typeface="Roboto"/>
                <a:cs typeface="Roboto"/>
                <a:sym typeface="Roboto"/>
              </a:rPr>
              <a:t> Concept Feedback</a:t>
            </a:r>
            <a:endParaRPr dirty="0"/>
          </a:p>
        </p:txBody>
      </p:sp>
      <p:sp>
        <p:nvSpPr>
          <p:cNvPr id="7" name="Google Shape;292;p44">
            <a:extLst>
              <a:ext uri="{FF2B5EF4-FFF2-40B4-BE49-F238E27FC236}">
                <a16:creationId xmlns:a16="http://schemas.microsoft.com/office/drawing/2014/main" id="{8FB5601B-C241-4EA4-805E-BC7F75406F0C}"/>
              </a:ext>
            </a:extLst>
          </p:cNvPr>
          <p:cNvSpPr txBox="1">
            <a:spLocks noGrp="1"/>
          </p:cNvSpPr>
          <p:nvPr>
            <p:ph type="body" idx="1"/>
          </p:nvPr>
        </p:nvSpPr>
        <p:spPr>
          <a:xfrm>
            <a:off x="325125" y="875040"/>
            <a:ext cx="7630873" cy="294300"/>
          </a:xfrm>
          <a:prstGeom prst="rect">
            <a:avLst/>
          </a:prstGeom>
          <a:noFill/>
          <a:ln>
            <a:noFill/>
          </a:ln>
        </p:spPr>
        <p:txBody>
          <a:bodyPr spcFirstLastPara="1" wrap="square" lIns="91425" tIns="45700" rIns="91425" bIns="45700" anchor="t" anchorCtr="0">
            <a:noAutofit/>
          </a:bodyPr>
          <a:lstStyle/>
          <a:p>
            <a:pPr marL="0" lvl="0" indent="0">
              <a:spcBef>
                <a:spcPts val="0"/>
              </a:spcBef>
              <a:buClr>
                <a:schemeClr val="dk1"/>
              </a:buClr>
              <a:buNone/>
            </a:pPr>
            <a:r>
              <a:rPr lang="en-AU" sz="900">
                <a:solidFill>
                  <a:schemeClr val="bg1">
                    <a:lumMod val="85000"/>
                  </a:schemeClr>
                </a:solidFill>
                <a:latin typeface="Roboto"/>
                <a:ea typeface="Roboto"/>
                <a:cs typeface="Roboto"/>
                <a:sym typeface="Roboto"/>
              </a:rPr>
              <a:t>You </a:t>
            </a:r>
            <a:r>
              <a:rPr lang="en-AU" sz="900" b="1">
                <a:solidFill>
                  <a:schemeClr val="bg1">
                    <a:lumMod val="85000"/>
                  </a:schemeClr>
                </a:solidFill>
                <a:latin typeface="Roboto"/>
                <a:ea typeface="Roboto"/>
                <a:cs typeface="Roboto"/>
                <a:sym typeface="Roboto"/>
              </a:rPr>
              <a:t>Must</a:t>
            </a:r>
            <a:r>
              <a:rPr lang="en-AU" sz="900">
                <a:solidFill>
                  <a:schemeClr val="bg1">
                    <a:lumMod val="85000"/>
                  </a:schemeClr>
                </a:solidFill>
                <a:latin typeface="Roboto"/>
                <a:ea typeface="Roboto"/>
                <a:cs typeface="Roboto"/>
                <a:sym typeface="Roboto"/>
              </a:rPr>
              <a:t> gather feedback and obtain approval for pre-production before modelling the assets. </a:t>
            </a:r>
            <a:r>
              <a:rPr lang="en-US" sz="900">
                <a:solidFill>
                  <a:schemeClr val="bg1">
                    <a:lumMod val="85000"/>
                  </a:schemeClr>
                </a:solidFill>
                <a:latin typeface="Roboto"/>
                <a:ea typeface="Roboto"/>
                <a:cs typeface="Roboto"/>
                <a:sym typeface="Roboto"/>
              </a:rPr>
              <a:t>Feedback will be given verbally by your trainer, take notes below.</a:t>
            </a:r>
            <a:endParaRPr>
              <a:solidFill>
                <a:schemeClr val="bg1">
                  <a:lumMod val="85000"/>
                </a:schemeClr>
              </a:solidFill>
            </a:endParaRPr>
          </a:p>
        </p:txBody>
      </p:sp>
      <p:graphicFrame>
        <p:nvGraphicFramePr>
          <p:cNvPr id="6" name="Google Shape;293;p44">
            <a:extLst>
              <a:ext uri="{FF2B5EF4-FFF2-40B4-BE49-F238E27FC236}">
                <a16:creationId xmlns:a16="http://schemas.microsoft.com/office/drawing/2014/main" id="{A201BB1D-6503-42D7-B007-15DA72E0CA0B}"/>
              </a:ext>
            </a:extLst>
          </p:cNvPr>
          <p:cNvGraphicFramePr/>
          <p:nvPr>
            <p:extLst>
              <p:ext uri="{D42A27DB-BD31-4B8C-83A1-F6EECF244321}">
                <p14:modId xmlns:p14="http://schemas.microsoft.com/office/powerpoint/2010/main" val="2046041380"/>
              </p:ext>
            </p:extLst>
          </p:nvPr>
        </p:nvGraphicFramePr>
        <p:xfrm>
          <a:off x="412011" y="1475267"/>
          <a:ext cx="8349213" cy="2706606"/>
        </p:xfrm>
        <a:graphic>
          <a:graphicData uri="http://schemas.openxmlformats.org/drawingml/2006/table">
            <a:tbl>
              <a:tblPr>
                <a:noFill/>
              </a:tblPr>
              <a:tblGrid>
                <a:gridCol w="8349213">
                  <a:extLst>
                    <a:ext uri="{9D8B030D-6E8A-4147-A177-3AD203B41FA5}">
                      <a16:colId xmlns:a16="http://schemas.microsoft.com/office/drawing/2014/main" val="20000"/>
                    </a:ext>
                  </a:extLst>
                </a:gridCol>
              </a:tblGrid>
              <a:tr h="334925">
                <a:tc>
                  <a:txBody>
                    <a:bodyPr/>
                    <a:lstStyle/>
                    <a:p>
                      <a:pPr marL="0" marR="0" lvl="0" indent="0" algn="l" rtl="0">
                        <a:lnSpc>
                          <a:spcPct val="100000"/>
                        </a:lnSpc>
                        <a:spcBef>
                          <a:spcPts val="0"/>
                        </a:spcBef>
                        <a:spcAft>
                          <a:spcPts val="0"/>
                        </a:spcAft>
                        <a:buClr>
                          <a:srgbClr val="D9D9D9"/>
                        </a:buClr>
                        <a:buSzPts val="1000"/>
                        <a:buFont typeface="Roboto"/>
                        <a:buNone/>
                      </a:pPr>
                      <a:r>
                        <a:rPr lang="en-AU" sz="1000" b="1" i="0" u="none" strike="noStrike" cap="none" noProof="0" dirty="0">
                          <a:solidFill>
                            <a:schemeClr val="bg1">
                              <a:lumMod val="95000"/>
                            </a:schemeClr>
                          </a:solidFill>
                          <a:latin typeface="Roboto"/>
                        </a:rPr>
                        <a:t>Feedback</a:t>
                      </a:r>
                      <a:endParaRPr i="0" noProof="0" dirty="0">
                        <a:solidFill>
                          <a:schemeClr val="bg1">
                            <a:lumMod val="95000"/>
                          </a:schemeClr>
                        </a:solidFill>
                        <a:latin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2371356">
                <a:tc>
                  <a:txBody>
                    <a:bodyPr/>
                    <a:lstStyle/>
                    <a:p>
                      <a:pPr marL="171450" marR="0" lvl="0" indent="-17145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Char char="•"/>
                        <a:tabLst/>
                        <a:defRPr/>
                      </a:pPr>
                      <a:r>
                        <a:rPr lang="en-AU" sz="900" b="0" i="0" u="none" strike="noStrike" cap="none" dirty="0">
                          <a:solidFill>
                            <a:srgbClr val="92D050"/>
                          </a:solidFill>
                          <a:latin typeface="Roboto"/>
                          <a:ea typeface="Roboto"/>
                          <a:cs typeface="Roboto"/>
                          <a:sym typeface="Roboto"/>
                        </a:rPr>
                        <a:t>Reduce the geometry around uniformly smooth surfaces so that the budget can be spent elsewhere. This includes the gem on the shield, the metal plate on the shield, the shaft and the pommel on the polearm.</a:t>
                      </a:r>
                    </a:p>
                    <a:p>
                      <a:pPr marL="171450" marR="0" lvl="0" indent="-17145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Char char="•"/>
                        <a:tabLst/>
                        <a:defRPr/>
                      </a:pPr>
                      <a:r>
                        <a:rPr lang="en-AU" sz="900" b="0" i="0" u="none" strike="noStrike" cap="none" dirty="0">
                          <a:solidFill>
                            <a:srgbClr val="92D050"/>
                          </a:solidFill>
                          <a:latin typeface="Roboto"/>
                          <a:ea typeface="Roboto"/>
                          <a:cs typeface="Roboto"/>
                          <a:sym typeface="Roboto"/>
                        </a:rPr>
                        <a:t>Spend the geometry budget freed up by previous action adding further depth to outline. Adding chinks and cuts in the blades and banding. Adding bumps in the grip.</a:t>
                      </a:r>
                    </a:p>
                    <a:p>
                      <a:pPr marL="171450" marR="0" lvl="0" indent="-17145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Char char="•"/>
                        <a:tabLst/>
                        <a:defRPr/>
                      </a:pPr>
                      <a:r>
                        <a:rPr lang="en-AU" sz="900" b="0" i="0" u="none" strike="noStrike" cap="none" dirty="0">
                          <a:solidFill>
                            <a:srgbClr val="92D050"/>
                          </a:solidFill>
                          <a:latin typeface="Roboto"/>
                          <a:ea typeface="Roboto"/>
                          <a:cs typeface="Roboto"/>
                          <a:sym typeface="Roboto"/>
                        </a:rPr>
                        <a:t>Apply soften edges to geometry and make sure the asset looks good when this is applied, and no visual anomalies are present.</a:t>
                      </a:r>
                    </a:p>
                    <a:p>
                      <a:pPr marL="171450" marR="0" lvl="0" indent="-17145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Char char="•"/>
                        <a:tabLst/>
                        <a:defRPr/>
                      </a:pPr>
                      <a:r>
                        <a:rPr lang="en-AU" sz="900" b="0" i="0" u="none" strike="noStrike" cap="none" dirty="0">
                          <a:solidFill>
                            <a:srgbClr val="92D050"/>
                          </a:solidFill>
                          <a:latin typeface="Roboto"/>
                          <a:ea typeface="Roboto"/>
                          <a:cs typeface="Roboto"/>
                          <a:sym typeface="Roboto"/>
                        </a:rPr>
                        <a:t>Rearrange some of the vertices so that the faces are convex and the mesh contains no concave faces.</a:t>
                      </a:r>
                    </a:p>
                    <a:p>
                      <a:pPr marL="171450" marR="0" lvl="0" indent="-17145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Char char="•"/>
                        <a:tabLst/>
                        <a:defRPr/>
                      </a:pPr>
                      <a:r>
                        <a:rPr lang="en-AU" sz="900" b="0" i="0" u="none" strike="noStrike" cap="none" dirty="0">
                          <a:solidFill>
                            <a:srgbClr val="92D050"/>
                          </a:solidFill>
                          <a:latin typeface="Roboto"/>
                          <a:ea typeface="Roboto"/>
                          <a:cs typeface="Roboto"/>
                          <a:sym typeface="Roboto"/>
                        </a:rPr>
                        <a:t>Rearrange the geometry so that the silhouette is smoother. This is applicable to both the blade and the shield outline.</a:t>
                      </a:r>
                    </a:p>
                    <a:p>
                      <a:pPr marL="171450" marR="0" lvl="0" indent="-17145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Char char="•"/>
                        <a:tabLst/>
                        <a:defRPr/>
                      </a:pPr>
                      <a:r>
                        <a:rPr lang="en-AU" sz="900" b="0" i="0" u="none" strike="noStrike" cap="none" dirty="0">
                          <a:solidFill>
                            <a:srgbClr val="92D050"/>
                          </a:solidFill>
                          <a:latin typeface="Roboto"/>
                          <a:ea typeface="Roboto"/>
                          <a:cs typeface="Roboto"/>
                          <a:sym typeface="Roboto"/>
                        </a:rPr>
                        <a:t>Merge pommel and banding meshes by editing components.</a:t>
                      </a: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27116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Concept </a:t>
            </a:r>
            <a:r>
              <a:rPr lang="en-AU" sz="3000" dirty="0">
                <a:solidFill>
                  <a:srgbClr val="8CB3E3"/>
                </a:solidFill>
                <a:latin typeface="Roboto"/>
                <a:ea typeface="Roboto"/>
                <a:cs typeface="Roboto"/>
                <a:sym typeface="Roboto"/>
              </a:rPr>
              <a:t>Approval</a:t>
            </a:r>
            <a:endParaRPr dirty="0"/>
          </a:p>
        </p:txBody>
      </p:sp>
      <p:graphicFrame>
        <p:nvGraphicFramePr>
          <p:cNvPr id="18" name="Google Shape;293;p44">
            <a:extLst>
              <a:ext uri="{FF2B5EF4-FFF2-40B4-BE49-F238E27FC236}">
                <a16:creationId xmlns:a16="http://schemas.microsoft.com/office/drawing/2014/main" id="{3AE18A4C-3F4A-4EFD-ADDA-2EC5999EFF8A}"/>
              </a:ext>
            </a:extLst>
          </p:cNvPr>
          <p:cNvGraphicFramePr/>
          <p:nvPr>
            <p:extLst>
              <p:ext uri="{D42A27DB-BD31-4B8C-83A1-F6EECF244321}">
                <p14:modId xmlns:p14="http://schemas.microsoft.com/office/powerpoint/2010/main" val="1254410007"/>
              </p:ext>
            </p:extLst>
          </p:nvPr>
        </p:nvGraphicFramePr>
        <p:xfrm>
          <a:off x="3854302" y="1475267"/>
          <a:ext cx="5095795" cy="2706606"/>
        </p:xfrm>
        <a:graphic>
          <a:graphicData uri="http://schemas.openxmlformats.org/drawingml/2006/table">
            <a:tbl>
              <a:tblPr>
                <a:noFill/>
              </a:tblPr>
              <a:tblGrid>
                <a:gridCol w="4276281">
                  <a:extLst>
                    <a:ext uri="{9D8B030D-6E8A-4147-A177-3AD203B41FA5}">
                      <a16:colId xmlns:a16="http://schemas.microsoft.com/office/drawing/2014/main" val="20000"/>
                    </a:ext>
                  </a:extLst>
                </a:gridCol>
                <a:gridCol w="819514">
                  <a:extLst>
                    <a:ext uri="{9D8B030D-6E8A-4147-A177-3AD203B41FA5}">
                      <a16:colId xmlns:a16="http://schemas.microsoft.com/office/drawing/2014/main" val="1284515101"/>
                    </a:ext>
                  </a:extLst>
                </a:gridCol>
              </a:tblGrid>
              <a:tr h="334925">
                <a:tc>
                  <a:txBody>
                    <a:bodyPr/>
                    <a:lstStyle/>
                    <a:p>
                      <a:pPr marL="0" marR="0" lvl="0" indent="0" algn="l" rtl="0">
                        <a:lnSpc>
                          <a:spcPct val="100000"/>
                        </a:lnSpc>
                        <a:spcBef>
                          <a:spcPts val="0"/>
                        </a:spcBef>
                        <a:spcAft>
                          <a:spcPts val="0"/>
                        </a:spcAft>
                        <a:buClr>
                          <a:srgbClr val="D9D9D9"/>
                        </a:buClr>
                        <a:buSzPts val="1000"/>
                        <a:buFont typeface="Roboto"/>
                        <a:buNone/>
                      </a:pPr>
                      <a:r>
                        <a:rPr lang="en-AU" sz="1000" b="1" i="0" u="none" strike="noStrike" cap="none" noProof="0">
                          <a:solidFill>
                            <a:schemeClr val="bg1">
                              <a:lumMod val="95000"/>
                            </a:schemeClr>
                          </a:solidFill>
                          <a:latin typeface="Roboto"/>
                        </a:rPr>
                        <a:t>Action Taken Based on Feedback</a:t>
                      </a:r>
                      <a:endParaRPr i="0" noProof="0">
                        <a:solidFill>
                          <a:schemeClr val="bg1">
                            <a:lumMod val="95000"/>
                          </a:schemeClr>
                        </a:solidFill>
                        <a:latin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lvl="0" indent="0" algn="l">
                        <a:lnSpc>
                          <a:spcPct val="100000"/>
                        </a:lnSpc>
                        <a:spcBef>
                          <a:spcPts val="0"/>
                        </a:spcBef>
                        <a:spcAft>
                          <a:spcPts val="0"/>
                        </a:spcAft>
                        <a:buNone/>
                      </a:pPr>
                      <a:r>
                        <a:rPr lang="en-AU" sz="1000" b="1" i="0" u="none" strike="noStrike" cap="none" noProof="0">
                          <a:solidFill>
                            <a:schemeClr val="bg1">
                              <a:lumMod val="95000"/>
                            </a:schemeClr>
                          </a:solidFill>
                          <a:latin typeface="Roboto"/>
                        </a:rPr>
                        <a:t>Approved</a:t>
                      </a:r>
                    </a:p>
                  </a:txBody>
                  <a:tcPr marL="91425" marR="91425" marT="91425" marB="91425">
                    <a:lnL w="19050">
                      <a:solidFill>
                        <a:srgbClr val="92D050"/>
                      </a:solidFill>
                    </a:lnL>
                    <a:lnR w="19050">
                      <a:solidFill>
                        <a:srgbClr val="92D050"/>
                      </a:solidFill>
                    </a:lnR>
                    <a:lnT w="19050">
                      <a:solidFill>
                        <a:srgbClr val="92D050"/>
                      </a:solidFill>
                    </a:lnT>
                    <a:lnB w="19050">
                      <a:solidFill>
                        <a:srgbClr val="92D050"/>
                      </a:solidFill>
                    </a:lnB>
                    <a:solidFill>
                      <a:schemeClr val="accent3">
                        <a:lumMod val="75000"/>
                      </a:schemeClr>
                    </a:solidFill>
                  </a:tcPr>
                </a:tc>
                <a:extLst>
                  <a:ext uri="{0D108BD9-81ED-4DB2-BD59-A6C34878D82A}">
                    <a16:rowId xmlns:a16="http://schemas.microsoft.com/office/drawing/2014/main" val="10000"/>
                  </a:ext>
                </a:extLst>
              </a:tr>
              <a:tr h="2371356">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dirty="0">
                          <a:solidFill>
                            <a:srgbClr val="92D050"/>
                          </a:solidFill>
                          <a:latin typeface="Roboto"/>
                          <a:ea typeface="Roboto"/>
                          <a:cs typeface="Roboto"/>
                          <a:sym typeface="Roboto"/>
                        </a:rPr>
                        <a:t>The initial block out models were created so that they had the correct shape and the required geometry to allow procedural texturing with minimal paint layers but little attention was paid to where the triangle budget was spent or how the flow of quads would respond to smoothing. As a result the decision was made to completely recreate the geometry from scratch with more attention paid to where the original feedback identified problems.</a:t>
                      </a: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tc>
                  <a:txBody>
                    <a:bodyPr/>
                    <a:lstStyle/>
                    <a:p>
                      <a:pPr marL="0" lvl="0" indent="0" algn="l" defTabSz="914400">
                        <a:lnSpc>
                          <a:spcPct val="100000"/>
                        </a:lnSpc>
                        <a:spcBef>
                          <a:spcPts val="0"/>
                        </a:spcBef>
                        <a:spcAft>
                          <a:spcPts val="0"/>
                        </a:spcAft>
                        <a:buNone/>
                        <a:tabLst/>
                        <a:defRPr/>
                      </a:pPr>
                      <a:endParaRPr sz="900" b="0" i="0" u="none" strike="noStrike" cap="none" dirty="0">
                        <a:solidFill>
                          <a:srgbClr val="92D050"/>
                        </a:solidFill>
                        <a:latin typeface="Roboto"/>
                        <a:ea typeface="Roboto"/>
                        <a:cs typeface="Roboto"/>
                        <a:sym typeface="Roboto"/>
                      </a:endParaRPr>
                    </a:p>
                  </a:txBody>
                  <a:tcPr marL="91425" marR="91425" marT="91425" marB="91425">
                    <a:lnL w="19050">
                      <a:solidFill>
                        <a:srgbClr val="92D050"/>
                      </a:solidFill>
                    </a:lnL>
                    <a:lnR w="19050">
                      <a:solidFill>
                        <a:srgbClr val="92D050"/>
                      </a:solidFill>
                    </a:lnR>
                    <a:lnT w="19050">
                      <a:solidFill>
                        <a:srgbClr val="92D050"/>
                      </a:solidFill>
                    </a:lnT>
                    <a:lnB w="19050" cap="flat" cmpd="sng" algn="ctr">
                      <a:solidFill>
                        <a:srgbClr val="92D0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3" name="Google Shape;270;p42">
            <a:extLst>
              <a:ext uri="{FF2B5EF4-FFF2-40B4-BE49-F238E27FC236}">
                <a16:creationId xmlns:a16="http://schemas.microsoft.com/office/drawing/2014/main" id="{3A9CE3A8-498D-4D2A-A187-70F8A84BB52B}"/>
              </a:ext>
            </a:extLst>
          </p:cNvPr>
          <p:cNvSpPr txBox="1"/>
          <p:nvPr/>
        </p:nvSpPr>
        <p:spPr>
          <a:xfrm>
            <a:off x="411145" y="4735563"/>
            <a:ext cx="3132474" cy="237300"/>
          </a:xfrm>
          <a:prstGeom prst="rect">
            <a:avLst/>
          </a:prstGeom>
          <a:noFill/>
          <a:ln>
            <a:noFill/>
          </a:ln>
        </p:spPr>
        <p:txBody>
          <a:bodyPr spcFirstLastPara="1" wrap="square" lIns="91425" tIns="91425" rIns="91425" bIns="91425" anchor="t" anchorCtr="0">
            <a:noAutofit/>
          </a:bodyPr>
          <a:lstStyle/>
          <a:p>
            <a:pPr algn="ctr"/>
            <a:r>
              <a:rPr lang="en-AU" sz="1000">
                <a:solidFill>
                  <a:schemeClr val="bg1">
                    <a:lumMod val="85000"/>
                  </a:schemeClr>
                </a:solidFill>
                <a:latin typeface="Roboto"/>
                <a:ea typeface="Roboto"/>
                <a:sym typeface="Roboto"/>
              </a:rPr>
              <a:t>Image demonstrating applied feedback</a:t>
            </a:r>
            <a:endParaRPr lang="en-US"/>
          </a:p>
        </p:txBody>
      </p:sp>
      <p:sp>
        <p:nvSpPr>
          <p:cNvPr id="6" name="Google Shape;292;p44">
            <a:extLst>
              <a:ext uri="{FF2B5EF4-FFF2-40B4-BE49-F238E27FC236}">
                <a16:creationId xmlns:a16="http://schemas.microsoft.com/office/drawing/2014/main" id="{67C285D0-13E5-477D-87C4-795E392D9BE5}"/>
              </a:ext>
            </a:extLst>
          </p:cNvPr>
          <p:cNvSpPr txBox="1">
            <a:spLocks noGrp="1"/>
          </p:cNvSpPr>
          <p:nvPr>
            <p:ph type="body" idx="1"/>
          </p:nvPr>
        </p:nvSpPr>
        <p:spPr>
          <a:xfrm>
            <a:off x="364091" y="914006"/>
            <a:ext cx="7630873" cy="2943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a:solidFill>
                  <a:schemeClr val="bg1">
                    <a:lumMod val="85000"/>
                  </a:schemeClr>
                </a:solidFill>
                <a:latin typeface="Roboto"/>
                <a:ea typeface="Roboto"/>
                <a:cs typeface="Roboto"/>
                <a:sym typeface="Roboto"/>
              </a:rPr>
              <a:t>Describe how you have addressed the feedback received. </a:t>
            </a:r>
            <a:r>
              <a:rPr lang="en-AU" sz="900">
                <a:solidFill>
                  <a:schemeClr val="bg1">
                    <a:lumMod val="85000"/>
                  </a:schemeClr>
                </a:solidFill>
                <a:latin typeface="Roboto"/>
                <a:ea typeface="Roboto"/>
                <a:sym typeface="Roboto"/>
              </a:rPr>
              <a:t>Below insert an image of the adjustments made based off feedback.</a:t>
            </a:r>
            <a:endParaRPr lang="en-US" sz="900" b="1">
              <a:solidFill>
                <a:schemeClr val="bg1">
                  <a:lumMod val="85000"/>
                </a:schemeClr>
              </a:solidFill>
              <a:latin typeface="Roboto"/>
              <a:ea typeface="Roboto"/>
              <a:cs typeface="Roboto"/>
              <a:sym typeface="Roboto"/>
            </a:endParaRPr>
          </a:p>
        </p:txBody>
      </p:sp>
      <p:sp>
        <p:nvSpPr>
          <p:cNvPr id="8" name="Google Shape;294;p44">
            <a:extLst>
              <a:ext uri="{FF2B5EF4-FFF2-40B4-BE49-F238E27FC236}">
                <a16:creationId xmlns:a16="http://schemas.microsoft.com/office/drawing/2014/main" id="{6267F3D3-5B62-4AA2-ACF4-4E9DBD2E44F3}"/>
              </a:ext>
            </a:extLst>
          </p:cNvPr>
          <p:cNvSpPr txBox="1"/>
          <p:nvPr/>
        </p:nvSpPr>
        <p:spPr>
          <a:xfrm>
            <a:off x="8379264" y="2692945"/>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graphicFrame>
        <p:nvGraphicFramePr>
          <p:cNvPr id="4" name="Table 3">
            <a:extLst>
              <a:ext uri="{FF2B5EF4-FFF2-40B4-BE49-F238E27FC236}">
                <a16:creationId xmlns:a16="http://schemas.microsoft.com/office/drawing/2014/main" id="{9A52BDE0-4A75-4263-BA5F-6B3AA11CF317}"/>
              </a:ext>
            </a:extLst>
          </p:cNvPr>
          <p:cNvGraphicFramePr>
            <a:graphicFrameLocks noGrp="1"/>
          </p:cNvGraphicFramePr>
          <p:nvPr>
            <p:extLst>
              <p:ext uri="{D42A27DB-BD31-4B8C-83A1-F6EECF244321}">
                <p14:modId xmlns:p14="http://schemas.microsoft.com/office/powerpoint/2010/main" val="772717378"/>
              </p:ext>
            </p:extLst>
          </p:nvPr>
        </p:nvGraphicFramePr>
        <p:xfrm>
          <a:off x="3854302" y="4179924"/>
          <a:ext cx="4265563" cy="532292"/>
        </p:xfrm>
        <a:graphic>
          <a:graphicData uri="http://schemas.openxmlformats.org/drawingml/2006/table">
            <a:tbl>
              <a:tblPr firstRow="1" bandRow="1">
                <a:tableStyleId>{2DE40A0A-F175-4DEE-BA99-264EB937CA04}</a:tableStyleId>
              </a:tblPr>
              <a:tblGrid>
                <a:gridCol w="4265563">
                  <a:extLst>
                    <a:ext uri="{9D8B030D-6E8A-4147-A177-3AD203B41FA5}">
                      <a16:colId xmlns:a16="http://schemas.microsoft.com/office/drawing/2014/main" val="1667041406"/>
                    </a:ext>
                  </a:extLst>
                </a:gridCol>
              </a:tblGrid>
              <a:tr h="532292">
                <a:tc>
                  <a:txBody>
                    <a:bodyPr/>
                    <a:lstStyle/>
                    <a:p>
                      <a:endParaRPr lang="en-GB"/>
                    </a:p>
                  </a:txBody>
                  <a:tcPr>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8781509"/>
                  </a:ext>
                </a:extLst>
              </a:tr>
            </a:tbl>
          </a:graphicData>
        </a:graphic>
      </p:graphicFrame>
      <p:sp>
        <p:nvSpPr>
          <p:cNvPr id="5" name="TextBox 4">
            <a:extLst>
              <a:ext uri="{FF2B5EF4-FFF2-40B4-BE49-F238E27FC236}">
                <a16:creationId xmlns:a16="http://schemas.microsoft.com/office/drawing/2014/main" id="{CE833C0F-7EF9-4AD7-8D3D-2ACD8978CF45}"/>
              </a:ext>
            </a:extLst>
          </p:cNvPr>
          <p:cNvSpPr txBox="1"/>
          <p:nvPr/>
        </p:nvSpPr>
        <p:spPr>
          <a:xfrm>
            <a:off x="4260719" y="4265066"/>
            <a:ext cx="2889520" cy="369332"/>
          </a:xfrm>
          <a:prstGeom prst="rect">
            <a:avLst/>
          </a:prstGeom>
          <a:noFill/>
        </p:spPr>
        <p:txBody>
          <a:bodyPr wrap="square" lIns="91440" tIns="45720" rIns="91440" bIns="45720" rtlCol="0" anchor="t">
            <a:spAutoFit/>
          </a:bodyPr>
          <a:lstStyle/>
          <a:p>
            <a:r>
              <a:rPr lang="en-US" sz="900">
                <a:solidFill>
                  <a:schemeClr val="bg1">
                    <a:lumMod val="85000"/>
                  </a:schemeClr>
                </a:solidFill>
                <a:latin typeface="Roboto"/>
                <a:ea typeface="Roboto"/>
                <a:cs typeface="Roboto"/>
                <a:sym typeface="Roboto"/>
              </a:rPr>
              <a:t>I confirm that the </a:t>
            </a:r>
            <a:r>
              <a:rPr lang="en-US" sz="900" dirty="0">
                <a:solidFill>
                  <a:schemeClr val="bg1">
                    <a:lumMod val="85000"/>
                  </a:schemeClr>
                </a:solidFill>
                <a:latin typeface="Roboto"/>
                <a:ea typeface="Roboto"/>
                <a:cs typeface="Roboto"/>
                <a:sym typeface="Roboto"/>
              </a:rPr>
              <a:t>concepts are </a:t>
            </a:r>
            <a:r>
              <a:rPr lang="en-US" sz="900">
                <a:solidFill>
                  <a:schemeClr val="bg1">
                    <a:lumMod val="85000"/>
                  </a:schemeClr>
                </a:solidFill>
                <a:latin typeface="Roboto"/>
                <a:ea typeface="Roboto"/>
                <a:cs typeface="Roboto"/>
                <a:sym typeface="Roboto"/>
              </a:rPr>
              <a:t>my own or </a:t>
            </a:r>
            <a:r>
              <a:rPr lang="en-US" sz="900" dirty="0">
                <a:solidFill>
                  <a:schemeClr val="bg1">
                    <a:lumMod val="85000"/>
                  </a:schemeClr>
                </a:solidFill>
                <a:latin typeface="Roboto"/>
                <a:ea typeface="Roboto"/>
                <a:cs typeface="Roboto"/>
                <a:sym typeface="Roboto"/>
              </a:rPr>
              <a:t>do</a:t>
            </a:r>
            <a:r>
              <a:rPr lang="en-US" sz="900">
                <a:solidFill>
                  <a:schemeClr val="bg1">
                    <a:lumMod val="85000"/>
                  </a:schemeClr>
                </a:solidFill>
                <a:latin typeface="Roboto"/>
                <a:ea typeface="Roboto"/>
                <a:cs typeface="Roboto"/>
                <a:sym typeface="Roboto"/>
              </a:rPr>
              <a:t> not infringe copyright</a:t>
            </a:r>
            <a:endParaRPr lang="en-GB" dirty="0">
              <a:solidFill>
                <a:schemeClr val="bg1">
                  <a:lumMod val="85000"/>
                </a:schemeClr>
              </a:solidFill>
            </a:endParaRPr>
          </a:p>
        </p:txBody>
      </p:sp>
      <p:sp>
        <p:nvSpPr>
          <p:cNvPr id="9" name="Google Shape;294;p44">
            <a:extLst>
              <a:ext uri="{FF2B5EF4-FFF2-40B4-BE49-F238E27FC236}">
                <a16:creationId xmlns:a16="http://schemas.microsoft.com/office/drawing/2014/main" id="{3C2931EB-9811-4171-9122-0CD6F0F78565}"/>
              </a:ext>
            </a:extLst>
          </p:cNvPr>
          <p:cNvSpPr txBox="1"/>
          <p:nvPr/>
        </p:nvSpPr>
        <p:spPr>
          <a:xfrm>
            <a:off x="3960863" y="4292912"/>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AU" b="1" i="0">
                <a:solidFill>
                  <a:srgbClr val="000000"/>
                </a:solidFill>
                <a:effectLst/>
                <a:latin typeface="Times New Roman" panose="02020603050405020304" pitchFamily="18" charset="0"/>
              </a:rPr>
              <a:t>✓</a:t>
            </a:r>
            <a:endParaRPr sz="1400" b="1" i="0" u="none" strike="noStrike" cap="none">
              <a:solidFill>
                <a:srgbClr val="1F497D"/>
              </a:solidFill>
              <a:latin typeface="Roboto"/>
              <a:ea typeface="Roboto"/>
              <a:cs typeface="Roboto"/>
              <a:sym typeface="Roboto"/>
            </a:endParaRPr>
          </a:p>
        </p:txBody>
      </p:sp>
      <p:pic>
        <p:nvPicPr>
          <p:cNvPr id="10" name="Google Shape;267;p42" descr="temp.PNG">
            <a:extLst>
              <a:ext uri="{FF2B5EF4-FFF2-40B4-BE49-F238E27FC236}">
                <a16:creationId xmlns:a16="http://schemas.microsoft.com/office/drawing/2014/main" id="{45BAE945-26D0-4FD2-AAAE-1CA737FC009E}"/>
              </a:ext>
            </a:extLst>
          </p:cNvPr>
          <p:cNvPicPr preferRelativeResize="0"/>
          <p:nvPr/>
        </p:nvPicPr>
        <p:blipFill rotWithShape="1">
          <a:blip r:embed="rId3">
            <a:alphaModFix/>
          </a:blip>
          <a:srcRect/>
          <a:stretch/>
        </p:blipFill>
        <p:spPr>
          <a:xfrm>
            <a:off x="231556" y="1487133"/>
            <a:ext cx="3487677" cy="3220056"/>
          </a:xfrm>
          <a:prstGeom prst="roundRect">
            <a:avLst>
              <a:gd name="adj" fmla="val 0"/>
            </a:avLst>
          </a:prstGeom>
          <a:noFill/>
          <a:ln w="19050" cap="flat" cmpd="sng">
            <a:solidFill>
              <a:srgbClr val="92D050"/>
            </a:solidFill>
            <a:prstDash val="solid"/>
            <a:round/>
            <a:headEnd type="none" w="sm" len="sm"/>
            <a:tailEnd type="none" w="sm" len="sm"/>
          </a:ln>
        </p:spPr>
      </p:pic>
    </p:spTree>
    <p:extLst>
      <p:ext uri="{BB962C8B-B14F-4D97-AF65-F5344CB8AC3E}">
        <p14:creationId xmlns:p14="http://schemas.microsoft.com/office/powerpoint/2010/main" val="3595876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Production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151862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8" name="Google Shape;328;p47"/>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 </a:t>
            </a:r>
            <a:r>
              <a:rPr lang="en-AU" sz="3000">
                <a:solidFill>
                  <a:srgbClr val="8CB3E3"/>
                </a:solidFill>
                <a:latin typeface="Roboto"/>
                <a:ea typeface="Roboto"/>
                <a:cs typeface="Roboto"/>
                <a:sym typeface="Roboto"/>
              </a:rPr>
              <a:t>Bladed weapon</a:t>
            </a:r>
            <a:endParaRPr/>
          </a:p>
        </p:txBody>
      </p:sp>
      <p:sp>
        <p:nvSpPr>
          <p:cNvPr id="329" name="Google Shape;329;p47"/>
          <p:cNvSpPr txBox="1">
            <a:spLocks noGrp="1"/>
          </p:cNvSpPr>
          <p:nvPr>
            <p:ph type="body" idx="1"/>
          </p:nvPr>
        </p:nvSpPr>
        <p:spPr>
          <a:xfrm>
            <a:off x="323525" y="926983"/>
            <a:ext cx="8363400" cy="3012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a:solidFill>
                  <a:srgbClr val="B7B7B7"/>
                </a:solidFill>
                <a:latin typeface="Roboto"/>
                <a:ea typeface="Roboto"/>
                <a:cs typeface="Roboto"/>
                <a:sym typeface="Roboto"/>
              </a:rPr>
              <a:t>Create the bladed weapon mesh using the chosen modelling methods, ensuring that the mesh is clean with efficient topology. UV unwrap the mesh, ready for texturing and save a UV snapshot. Screen capture the finished mesh in shaded wireframe and checkered texture mode in Maya and insert the images below.</a:t>
            </a:r>
            <a:endParaRPr lang="en-GB" sz="900">
              <a:solidFill>
                <a:srgbClr val="B7B7B7"/>
              </a:solidFill>
              <a:latin typeface="Roboto"/>
              <a:ea typeface="Roboto"/>
              <a:cs typeface="Roboto"/>
              <a:sym typeface="Roboto"/>
            </a:endParaRPr>
          </a:p>
        </p:txBody>
      </p:sp>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pic>
        <p:nvPicPr>
          <p:cNvPr id="2" name="Google Shape;299;p45" descr="temp.PNG">
            <a:extLst>
              <a:ext uri="{FF2B5EF4-FFF2-40B4-BE49-F238E27FC236}">
                <a16:creationId xmlns:a16="http://schemas.microsoft.com/office/drawing/2014/main" id="{802C55D4-1D6A-4BDE-991D-7D6CBDF8ECE3}"/>
              </a:ext>
            </a:extLst>
          </p:cNvPr>
          <p:cNvPicPr preferRelativeResize="0"/>
          <p:nvPr/>
        </p:nvPicPr>
        <p:blipFill rotWithShape="1">
          <a:blip r:embed="rId3">
            <a:alphaModFix/>
          </a:blip>
          <a:srcRect/>
          <a:stretch/>
        </p:blipFill>
        <p:spPr>
          <a:xfrm>
            <a:off x="3115663" y="1548302"/>
            <a:ext cx="2916855" cy="2994500"/>
          </a:xfrm>
          <a:prstGeom prst="roundRect">
            <a:avLst>
              <a:gd name="adj" fmla="val 0"/>
            </a:avLst>
          </a:prstGeom>
          <a:noFill/>
          <a:ln w="19050" cap="flat" cmpd="sng">
            <a:solidFill>
              <a:srgbClr val="92D050"/>
            </a:solidFill>
            <a:prstDash val="solid"/>
            <a:round/>
            <a:headEnd type="none" w="sm" len="sm"/>
            <a:tailEnd type="none" w="sm" len="sm"/>
          </a:ln>
        </p:spPr>
      </p:pic>
      <p:pic>
        <p:nvPicPr>
          <p:cNvPr id="3" name="Google Shape;300;p45" descr="temp.PNG">
            <a:extLst>
              <a:ext uri="{FF2B5EF4-FFF2-40B4-BE49-F238E27FC236}">
                <a16:creationId xmlns:a16="http://schemas.microsoft.com/office/drawing/2014/main" id="{79DD9B3A-8E12-47CC-88EE-C450623A7EE9}"/>
              </a:ext>
            </a:extLst>
          </p:cNvPr>
          <p:cNvPicPr preferRelativeResize="0"/>
          <p:nvPr/>
        </p:nvPicPr>
        <p:blipFill rotWithShape="1">
          <a:blip r:embed="rId3">
            <a:alphaModFix/>
          </a:blip>
          <a:srcRect/>
          <a:stretch/>
        </p:blipFill>
        <p:spPr>
          <a:xfrm>
            <a:off x="104033" y="1554796"/>
            <a:ext cx="2916855" cy="2994500"/>
          </a:xfrm>
          <a:prstGeom prst="roundRect">
            <a:avLst>
              <a:gd name="adj" fmla="val 0"/>
            </a:avLst>
          </a:prstGeom>
          <a:noFill/>
          <a:ln w="19050" cap="flat" cmpd="sng">
            <a:solidFill>
              <a:srgbClr val="92D050"/>
            </a:solidFill>
            <a:prstDash val="solid"/>
            <a:round/>
            <a:headEnd type="none" w="sm" len="sm"/>
            <a:tailEnd type="none" w="sm" len="sm"/>
          </a:ln>
        </p:spPr>
      </p:pic>
      <p:pic>
        <p:nvPicPr>
          <p:cNvPr id="4" name="Google Shape;301;p45" descr="temp.PNG">
            <a:extLst>
              <a:ext uri="{FF2B5EF4-FFF2-40B4-BE49-F238E27FC236}">
                <a16:creationId xmlns:a16="http://schemas.microsoft.com/office/drawing/2014/main" id="{2CFD064D-9D52-4E00-930B-FE0B970F003A}"/>
              </a:ext>
            </a:extLst>
          </p:cNvPr>
          <p:cNvPicPr preferRelativeResize="0"/>
          <p:nvPr/>
        </p:nvPicPr>
        <p:blipFill rotWithShape="1">
          <a:blip r:embed="rId3">
            <a:alphaModFix/>
          </a:blip>
          <a:srcRect/>
          <a:stretch/>
        </p:blipFill>
        <p:spPr>
          <a:xfrm>
            <a:off x="6120798" y="1548302"/>
            <a:ext cx="2916855" cy="2994500"/>
          </a:xfrm>
          <a:prstGeom prst="roundRect">
            <a:avLst>
              <a:gd name="adj" fmla="val 0"/>
            </a:avLst>
          </a:prstGeom>
          <a:noFill/>
          <a:ln w="19050" cap="flat" cmpd="sng">
            <a:solidFill>
              <a:srgbClr val="92D050"/>
            </a:solidFill>
            <a:prstDash val="solid"/>
            <a:round/>
            <a:headEnd type="none" w="sm" len="sm"/>
            <a:tailEnd type="none" w="sm" len="sm"/>
          </a:ln>
        </p:spPr>
      </p:pic>
      <p:sp>
        <p:nvSpPr>
          <p:cNvPr id="5" name="Google Shape;304;p45">
            <a:extLst>
              <a:ext uri="{FF2B5EF4-FFF2-40B4-BE49-F238E27FC236}">
                <a16:creationId xmlns:a16="http://schemas.microsoft.com/office/drawing/2014/main" id="{D9560A18-8979-45B9-A225-83F5A2018014}"/>
              </a:ext>
            </a:extLst>
          </p:cNvPr>
          <p:cNvSpPr txBox="1"/>
          <p:nvPr/>
        </p:nvSpPr>
        <p:spPr>
          <a:xfrm>
            <a:off x="246907" y="4619420"/>
            <a:ext cx="2637600" cy="234600"/>
          </a:xfrm>
          <a:prstGeom prst="rect">
            <a:avLst/>
          </a:prstGeom>
          <a:noFill/>
          <a:ln>
            <a:noFill/>
          </a:ln>
        </p:spPr>
        <p:txBody>
          <a:bodyPr spcFirstLastPara="1" wrap="square" lIns="91425" tIns="91425" rIns="91425" bIns="91425" anchor="t" anchorCtr="0">
            <a:noAutofit/>
          </a:bodyPr>
          <a:lstStyle/>
          <a:p>
            <a:pPr lvl="0" algn="ctr">
              <a:buClr>
                <a:schemeClr val="dk1"/>
              </a:buClr>
              <a:buSzPts val="1000"/>
            </a:pPr>
            <a:r>
              <a:rPr lang="en-AU" sz="1000">
                <a:solidFill>
                  <a:srgbClr val="B7B7B7"/>
                </a:solidFill>
                <a:latin typeface="Roboto"/>
                <a:ea typeface="Roboto"/>
                <a:cs typeface="Roboto"/>
                <a:sym typeface="Roboto"/>
              </a:rPr>
              <a:t>Perspective Shaded Wireframe</a:t>
            </a:r>
          </a:p>
        </p:txBody>
      </p:sp>
      <p:sp>
        <p:nvSpPr>
          <p:cNvPr id="6" name="Google Shape;305;p45">
            <a:extLst>
              <a:ext uri="{FF2B5EF4-FFF2-40B4-BE49-F238E27FC236}">
                <a16:creationId xmlns:a16="http://schemas.microsoft.com/office/drawing/2014/main" id="{9CC9CD96-9ABA-4486-9295-2D9A3D86D3C3}"/>
              </a:ext>
            </a:extLst>
          </p:cNvPr>
          <p:cNvSpPr txBox="1"/>
          <p:nvPr/>
        </p:nvSpPr>
        <p:spPr>
          <a:xfrm>
            <a:off x="3252042" y="4619420"/>
            <a:ext cx="2637600" cy="23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000"/>
              <a:buFont typeface="Arial"/>
              <a:buNone/>
            </a:pPr>
            <a:r>
              <a:rPr lang="en-AU" sz="1000" b="0" i="0" u="none" strike="noStrike" cap="none">
                <a:solidFill>
                  <a:srgbClr val="B7B7B7"/>
                </a:solidFill>
                <a:latin typeface="Roboto"/>
                <a:ea typeface="Roboto"/>
                <a:cs typeface="Roboto"/>
                <a:sym typeface="Roboto"/>
              </a:rPr>
              <a:t>Checkered Texture</a:t>
            </a:r>
            <a:endParaRPr/>
          </a:p>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666666"/>
              </a:solidFill>
              <a:latin typeface="Roboto"/>
              <a:ea typeface="Roboto"/>
              <a:cs typeface="Roboto"/>
              <a:sym typeface="Roboto"/>
            </a:endParaRPr>
          </a:p>
        </p:txBody>
      </p:sp>
      <p:sp>
        <p:nvSpPr>
          <p:cNvPr id="7" name="Google Shape;306;p45">
            <a:extLst>
              <a:ext uri="{FF2B5EF4-FFF2-40B4-BE49-F238E27FC236}">
                <a16:creationId xmlns:a16="http://schemas.microsoft.com/office/drawing/2014/main" id="{87FB3A9F-FFA6-4D3F-9B86-BECB489571D5}"/>
              </a:ext>
            </a:extLst>
          </p:cNvPr>
          <p:cNvSpPr txBox="1"/>
          <p:nvPr/>
        </p:nvSpPr>
        <p:spPr>
          <a:xfrm>
            <a:off x="6263671" y="4619420"/>
            <a:ext cx="2637569" cy="23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b="0" i="0" u="none" strike="noStrike" cap="none">
                <a:solidFill>
                  <a:srgbClr val="B7B7B7"/>
                </a:solidFill>
                <a:latin typeface="Roboto"/>
                <a:ea typeface="Roboto"/>
                <a:cs typeface="Roboto"/>
                <a:sym typeface="Roboto"/>
              </a:rPr>
              <a:t>UV </a:t>
            </a:r>
            <a:r>
              <a:rPr lang="en-AU" sz="1000">
                <a:solidFill>
                  <a:srgbClr val="B7B7B7"/>
                </a:solidFill>
                <a:latin typeface="Roboto"/>
                <a:ea typeface="Roboto"/>
                <a:cs typeface="Roboto"/>
                <a:sym typeface="Roboto"/>
              </a:rPr>
              <a:t>Unwrap</a:t>
            </a:r>
            <a:endParaRPr/>
          </a:p>
        </p:txBody>
      </p:sp>
    </p:spTree>
    <p:extLst>
      <p:ext uri="{BB962C8B-B14F-4D97-AF65-F5344CB8AC3E}">
        <p14:creationId xmlns:p14="http://schemas.microsoft.com/office/powerpoint/2010/main" val="223815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299" name="Google Shape;299;p45" descr="temp.PNG"/>
          <p:cNvPicPr preferRelativeResize="0"/>
          <p:nvPr/>
        </p:nvPicPr>
        <p:blipFill rotWithShape="1">
          <a:blip r:embed="rId3">
            <a:alphaModFix/>
          </a:blip>
          <a:srcRect/>
          <a:stretch/>
        </p:blipFill>
        <p:spPr>
          <a:xfrm>
            <a:off x="3115663" y="1548302"/>
            <a:ext cx="2916855" cy="2994500"/>
          </a:xfrm>
          <a:prstGeom prst="roundRect">
            <a:avLst>
              <a:gd name="adj" fmla="val 0"/>
            </a:avLst>
          </a:prstGeom>
          <a:noFill/>
          <a:ln w="19050" cap="flat" cmpd="sng">
            <a:solidFill>
              <a:srgbClr val="92D050"/>
            </a:solidFill>
            <a:prstDash val="solid"/>
            <a:round/>
            <a:headEnd type="none" w="sm" len="sm"/>
            <a:tailEnd type="none" w="sm" len="sm"/>
          </a:ln>
        </p:spPr>
      </p:pic>
      <p:pic>
        <p:nvPicPr>
          <p:cNvPr id="300" name="Google Shape;300;p45" descr="temp.PNG"/>
          <p:cNvPicPr preferRelativeResize="0"/>
          <p:nvPr/>
        </p:nvPicPr>
        <p:blipFill rotWithShape="1">
          <a:blip r:embed="rId3">
            <a:alphaModFix/>
          </a:blip>
          <a:srcRect/>
          <a:stretch/>
        </p:blipFill>
        <p:spPr>
          <a:xfrm>
            <a:off x="104033" y="1554796"/>
            <a:ext cx="2916855" cy="2994500"/>
          </a:xfrm>
          <a:prstGeom prst="roundRect">
            <a:avLst>
              <a:gd name="adj" fmla="val 0"/>
            </a:avLst>
          </a:prstGeom>
          <a:noFill/>
          <a:ln w="19050" cap="flat" cmpd="sng">
            <a:solidFill>
              <a:srgbClr val="92D050"/>
            </a:solidFill>
            <a:prstDash val="solid"/>
            <a:round/>
            <a:headEnd type="none" w="sm" len="sm"/>
            <a:tailEnd type="none" w="sm" len="sm"/>
          </a:ln>
        </p:spPr>
      </p:pic>
      <p:pic>
        <p:nvPicPr>
          <p:cNvPr id="301" name="Google Shape;301;p45" descr="temp.PNG"/>
          <p:cNvPicPr preferRelativeResize="0"/>
          <p:nvPr/>
        </p:nvPicPr>
        <p:blipFill rotWithShape="1">
          <a:blip r:embed="rId3">
            <a:alphaModFix/>
          </a:blip>
          <a:srcRect/>
          <a:stretch/>
        </p:blipFill>
        <p:spPr>
          <a:xfrm>
            <a:off x="6120798" y="1548302"/>
            <a:ext cx="2916855" cy="2994500"/>
          </a:xfrm>
          <a:prstGeom prst="roundRect">
            <a:avLst>
              <a:gd name="adj" fmla="val 0"/>
            </a:avLst>
          </a:prstGeom>
          <a:noFill/>
          <a:ln w="19050" cap="flat" cmpd="sng">
            <a:solidFill>
              <a:srgbClr val="92D050"/>
            </a:solidFill>
            <a:prstDash val="solid"/>
            <a:round/>
            <a:headEnd type="none" w="sm" len="sm"/>
            <a:tailEnd type="none" w="sm" len="sm"/>
          </a:ln>
        </p:spPr>
      </p:pic>
      <p:sp>
        <p:nvSpPr>
          <p:cNvPr id="302" name="Google Shape;302;p45"/>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 </a:t>
            </a:r>
            <a:r>
              <a:rPr lang="en-AU" sz="3000">
                <a:solidFill>
                  <a:srgbClr val="8CB3E3"/>
                </a:solidFill>
                <a:latin typeface="Roboto"/>
                <a:ea typeface="Roboto"/>
                <a:cs typeface="Roboto"/>
                <a:sym typeface="Roboto"/>
              </a:rPr>
              <a:t>Shield</a:t>
            </a:r>
            <a:endParaRPr/>
          </a:p>
        </p:txBody>
      </p:sp>
      <p:sp>
        <p:nvSpPr>
          <p:cNvPr id="303" name="Google Shape;303;p45"/>
          <p:cNvSpPr txBox="1">
            <a:spLocks noGrp="1"/>
          </p:cNvSpPr>
          <p:nvPr>
            <p:ph type="body" idx="1"/>
          </p:nvPr>
        </p:nvSpPr>
        <p:spPr>
          <a:xfrm>
            <a:off x="323524" y="946465"/>
            <a:ext cx="8363399" cy="3012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a:solidFill>
                  <a:srgbClr val="B7B7B7"/>
                </a:solidFill>
                <a:latin typeface="Roboto"/>
                <a:ea typeface="Roboto"/>
                <a:cs typeface="Roboto"/>
                <a:sym typeface="Roboto"/>
              </a:rPr>
              <a:t>Create the shield mesh using the chosen modelling methods, ensuring that the mesh is clean with efficient topology. UV unwrap the mesh, ready for texturing and save a UV snapshot. Screen capture the finished mesh in shaded wireframe and checkered texture mode in Maya and insert the images below.</a:t>
            </a:r>
            <a:endParaRPr lang="en-GB" sz="900">
              <a:solidFill>
                <a:srgbClr val="B7B7B7"/>
              </a:solidFill>
              <a:latin typeface="Roboto"/>
              <a:ea typeface="Roboto"/>
              <a:cs typeface="Roboto"/>
              <a:sym typeface="Roboto"/>
            </a:endParaRPr>
          </a:p>
        </p:txBody>
      </p:sp>
      <p:sp>
        <p:nvSpPr>
          <p:cNvPr id="304" name="Google Shape;304;p45"/>
          <p:cNvSpPr txBox="1"/>
          <p:nvPr/>
        </p:nvSpPr>
        <p:spPr>
          <a:xfrm>
            <a:off x="246907" y="4619420"/>
            <a:ext cx="2637600" cy="234600"/>
          </a:xfrm>
          <a:prstGeom prst="rect">
            <a:avLst/>
          </a:prstGeom>
          <a:noFill/>
          <a:ln>
            <a:noFill/>
          </a:ln>
        </p:spPr>
        <p:txBody>
          <a:bodyPr spcFirstLastPara="1" wrap="square" lIns="91425" tIns="91425" rIns="91425" bIns="91425" anchor="t" anchorCtr="0">
            <a:noAutofit/>
          </a:bodyPr>
          <a:lstStyle/>
          <a:p>
            <a:pPr lvl="0" algn="ctr">
              <a:buClr>
                <a:schemeClr val="dk1"/>
              </a:buClr>
              <a:buSzPts val="1000"/>
            </a:pPr>
            <a:r>
              <a:rPr lang="en-AU" sz="1000">
                <a:solidFill>
                  <a:srgbClr val="B7B7B7"/>
                </a:solidFill>
                <a:latin typeface="Roboto"/>
                <a:ea typeface="Roboto"/>
                <a:cs typeface="Roboto"/>
                <a:sym typeface="Roboto"/>
              </a:rPr>
              <a:t>Perspective Shaded Wireframe</a:t>
            </a:r>
          </a:p>
        </p:txBody>
      </p:sp>
      <p:sp>
        <p:nvSpPr>
          <p:cNvPr id="305" name="Google Shape;305;p45"/>
          <p:cNvSpPr txBox="1"/>
          <p:nvPr/>
        </p:nvSpPr>
        <p:spPr>
          <a:xfrm>
            <a:off x="3252042" y="4619420"/>
            <a:ext cx="2637600" cy="23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000"/>
              <a:buFont typeface="Arial"/>
              <a:buNone/>
            </a:pPr>
            <a:r>
              <a:rPr lang="en-AU" sz="1000" b="0" i="0" u="none" strike="noStrike" cap="none">
                <a:solidFill>
                  <a:srgbClr val="B7B7B7"/>
                </a:solidFill>
                <a:latin typeface="Roboto"/>
                <a:ea typeface="Roboto"/>
                <a:cs typeface="Roboto"/>
                <a:sym typeface="Roboto"/>
              </a:rPr>
              <a:t>Checkered Texture</a:t>
            </a:r>
            <a:endParaRPr/>
          </a:p>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666666"/>
              </a:solidFill>
              <a:latin typeface="Roboto"/>
              <a:ea typeface="Roboto"/>
              <a:cs typeface="Roboto"/>
              <a:sym typeface="Roboto"/>
            </a:endParaRPr>
          </a:p>
        </p:txBody>
      </p:sp>
      <p:sp>
        <p:nvSpPr>
          <p:cNvPr id="306" name="Google Shape;306;p45"/>
          <p:cNvSpPr txBox="1"/>
          <p:nvPr/>
        </p:nvSpPr>
        <p:spPr>
          <a:xfrm>
            <a:off x="6263671" y="4619420"/>
            <a:ext cx="2637569" cy="23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b="0" i="0" u="none" strike="noStrike" cap="none">
                <a:solidFill>
                  <a:srgbClr val="B7B7B7"/>
                </a:solidFill>
                <a:latin typeface="Roboto"/>
                <a:ea typeface="Roboto"/>
                <a:cs typeface="Roboto"/>
                <a:sym typeface="Roboto"/>
              </a:rPr>
              <a:t>UV </a:t>
            </a:r>
            <a:r>
              <a:rPr lang="en-AU" sz="1000">
                <a:solidFill>
                  <a:srgbClr val="B7B7B7"/>
                </a:solidFill>
                <a:latin typeface="Roboto"/>
                <a:ea typeface="Roboto"/>
                <a:cs typeface="Roboto"/>
                <a:sym typeface="Roboto"/>
              </a:rPr>
              <a:t>Unwrap</a:t>
            </a:r>
            <a:endParaRPr/>
          </a:p>
        </p:txBody>
      </p:sp>
      <p:sp>
        <p:nvSpPr>
          <p:cNvPr id="307" name="Google Shape;307;p45"/>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 name="Google Shape;338;p48">
            <a:extLst>
              <a:ext uri="{FF2B5EF4-FFF2-40B4-BE49-F238E27FC236}">
                <a16:creationId xmlns:a16="http://schemas.microsoft.com/office/drawing/2014/main" id="{0C7FC5DF-0D36-4A73-A8AE-0CDB3B704A71}"/>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b="0">
                <a:latin typeface="Roboto"/>
                <a:ea typeface="Roboto"/>
                <a:cs typeface="Roboto"/>
                <a:sym typeface="Roboto"/>
              </a:rPr>
              <a:t>Production</a:t>
            </a:r>
            <a:r>
              <a:rPr lang="en-AU">
                <a:latin typeface="Roboto"/>
                <a:ea typeface="Roboto"/>
                <a:cs typeface="Roboto"/>
                <a:sym typeface="Roboto"/>
              </a:rPr>
              <a:t> </a:t>
            </a:r>
            <a:r>
              <a:rPr lang="en-AU" sz="3600" b="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b="0" i="0" u="none" strike="noStrike" cap="none">
                <a:solidFill>
                  <a:srgbClr val="8CB3E3"/>
                </a:solidFill>
                <a:latin typeface="Roboto"/>
                <a:ea typeface="Roboto"/>
                <a:cs typeface="Roboto"/>
                <a:sym typeface="Roboto"/>
              </a:rPr>
              <a:t>Mesh Clean Up</a:t>
            </a:r>
            <a:endParaRPr/>
          </a:p>
        </p:txBody>
      </p:sp>
      <p:sp>
        <p:nvSpPr>
          <p:cNvPr id="12" name="Google Shape;339;p48">
            <a:extLst>
              <a:ext uri="{FF2B5EF4-FFF2-40B4-BE49-F238E27FC236}">
                <a16:creationId xmlns:a16="http://schemas.microsoft.com/office/drawing/2014/main" id="{D4178E53-F80A-4504-AC96-06A8C811CC2F}"/>
              </a:ext>
            </a:extLst>
          </p:cNvPr>
          <p:cNvSpPr txBox="1">
            <a:spLocks noGrp="1"/>
          </p:cNvSpPr>
          <p:nvPr>
            <p:ph type="body" idx="1"/>
          </p:nvPr>
        </p:nvSpPr>
        <p:spPr>
          <a:xfrm>
            <a:off x="323525" y="1063375"/>
            <a:ext cx="7333800" cy="34746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92D050"/>
              </a:buClr>
              <a:buSzPts val="3200"/>
              <a:buFont typeface="Arial"/>
              <a:buNone/>
            </a:pPr>
            <a:r>
              <a:rPr lang="en-AU" sz="900" b="1" i="0" u="none" strike="noStrike" cap="none">
                <a:solidFill>
                  <a:srgbClr val="D9D9D9"/>
                </a:solidFill>
                <a:latin typeface="Roboto"/>
                <a:ea typeface="Roboto"/>
                <a:cs typeface="Roboto"/>
                <a:sym typeface="Roboto"/>
              </a:rPr>
              <a:t>Before exporting your </a:t>
            </a:r>
            <a:r>
              <a:rPr lang="en-AU" sz="900" b="1">
                <a:solidFill>
                  <a:srgbClr val="D9D9D9"/>
                </a:solidFill>
                <a:latin typeface="Roboto"/>
                <a:ea typeface="Roboto"/>
                <a:cs typeface="Roboto"/>
                <a:sym typeface="Roboto"/>
              </a:rPr>
              <a:t>asset</a:t>
            </a:r>
            <a:r>
              <a:rPr lang="en-AU" sz="900" b="1" i="0" u="none" strike="noStrike" cap="none">
                <a:solidFill>
                  <a:srgbClr val="D9D9D9"/>
                </a:solidFill>
                <a:latin typeface="Roboto"/>
                <a:ea typeface="Roboto"/>
                <a:cs typeface="Roboto"/>
                <a:sym typeface="Roboto"/>
              </a:rPr>
              <a:t>:</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Check that the mesh scale is accurate.</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Delete history (edit, delete all by type, history).</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Run the cleanup tool and resolve any issues.</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Move the object to the </a:t>
            </a:r>
            <a:r>
              <a:rPr lang="en-AU" sz="900">
                <a:solidFill>
                  <a:srgbClr val="B7B7B7"/>
                </a:solidFill>
                <a:latin typeface="Roboto"/>
                <a:ea typeface="Roboto"/>
                <a:cs typeface="Roboto"/>
                <a:sym typeface="Roboto"/>
              </a:rPr>
              <a:t>centre</a:t>
            </a:r>
            <a:r>
              <a:rPr lang="en-AU" sz="900" i="0" u="none" strike="noStrike" cap="none">
                <a:solidFill>
                  <a:srgbClr val="B7B7B7"/>
                </a:solidFill>
                <a:latin typeface="Roboto"/>
                <a:ea typeface="Roboto"/>
                <a:cs typeface="Roboto"/>
                <a:sym typeface="Roboto"/>
              </a:rPr>
              <a:t>/origin of the world space (the grid is the ground).</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Move the pivot to the </a:t>
            </a:r>
            <a:r>
              <a:rPr lang="en-AU" sz="900">
                <a:solidFill>
                  <a:srgbClr val="B7B7B7"/>
                </a:solidFill>
                <a:latin typeface="Roboto"/>
                <a:ea typeface="Roboto"/>
                <a:cs typeface="Roboto"/>
                <a:sym typeface="Roboto"/>
              </a:rPr>
              <a:t>centre</a:t>
            </a:r>
            <a:r>
              <a:rPr lang="en-AU" sz="900" i="0" u="none" strike="noStrike" cap="none">
                <a:solidFill>
                  <a:srgbClr val="B7B7B7"/>
                </a:solidFill>
                <a:latin typeface="Roboto"/>
                <a:ea typeface="Roboto"/>
                <a:cs typeface="Roboto"/>
                <a:sym typeface="Roboto"/>
              </a:rPr>
              <a:t>/origin of world space (0 in XYZ).</a:t>
            </a:r>
            <a:endParaRPr sz="900">
              <a:latin typeface="Roboto"/>
              <a:ea typeface="Roboto"/>
              <a:cs typeface="Roboto"/>
              <a:sym typeface="Roboto"/>
            </a:endParaRPr>
          </a:p>
          <a:p>
            <a:pPr indent="-292100">
              <a:lnSpc>
                <a:spcPct val="115000"/>
              </a:lnSpc>
              <a:spcBef>
                <a:spcPts val="280"/>
              </a:spcBef>
              <a:buClr>
                <a:srgbClr val="00B0F0"/>
              </a:buClr>
              <a:buSzPts val="900"/>
              <a:buFont typeface="Roboto"/>
              <a:buChar char="•"/>
            </a:pPr>
            <a:r>
              <a:rPr lang="en-AU" sz="900">
                <a:solidFill>
                  <a:srgbClr val="B7B7B7"/>
                </a:solidFill>
                <a:latin typeface="Roboto"/>
                <a:ea typeface="Roboto"/>
                <a:cs typeface="Roboto"/>
                <a:sym typeface="Roboto"/>
              </a:rPr>
              <a:t>Clean-up</a:t>
            </a:r>
            <a:r>
              <a:rPr lang="en-AU" sz="900" i="0" u="none" strike="noStrike" cap="none">
                <a:solidFill>
                  <a:srgbClr val="B7B7B7"/>
                </a:solidFill>
                <a:latin typeface="Roboto"/>
                <a:ea typeface="Roboto"/>
                <a:cs typeface="Roboto"/>
                <a:sym typeface="Roboto"/>
              </a:rPr>
              <a:t> the outliner and rename</a:t>
            </a:r>
            <a:r>
              <a:rPr lang="en-AU" sz="900">
                <a:solidFill>
                  <a:srgbClr val="B7B7B7"/>
                </a:solidFill>
                <a:latin typeface="Roboto"/>
                <a:ea typeface="Roboto"/>
                <a:cs typeface="Roboto"/>
                <a:sym typeface="Roboto"/>
              </a:rPr>
              <a:t> the</a:t>
            </a:r>
            <a:r>
              <a:rPr lang="en-AU" sz="900" i="0" u="none" strike="noStrike" cap="none">
                <a:solidFill>
                  <a:srgbClr val="B7B7B7"/>
                </a:solidFill>
                <a:latin typeface="Roboto"/>
                <a:ea typeface="Roboto"/>
                <a:cs typeface="Roboto"/>
                <a:sym typeface="Roboto"/>
              </a:rPr>
              <a:t> </a:t>
            </a:r>
            <a:r>
              <a:rPr lang="en-AU" sz="900">
                <a:solidFill>
                  <a:srgbClr val="B7B7B7"/>
                </a:solidFill>
                <a:latin typeface="Roboto"/>
                <a:ea typeface="Roboto"/>
                <a:cs typeface="Roboto"/>
                <a:sym typeface="Roboto"/>
              </a:rPr>
              <a:t>meshes in-line with the asset list</a:t>
            </a:r>
            <a:r>
              <a:rPr lang="en-AU" sz="900" i="0" u="none" strike="noStrike" cap="none">
                <a:solidFill>
                  <a:srgbClr val="B7B7B7"/>
                </a:solidFill>
                <a:latin typeface="Roboto"/>
                <a:ea typeface="Roboto"/>
                <a:cs typeface="Roboto"/>
                <a:sym typeface="Roboto"/>
              </a:rPr>
              <a:t>.</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Freeze transformations (modify, freeze transformations).</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Save your </a:t>
            </a:r>
            <a:r>
              <a:rPr lang="en-AU" sz="900">
                <a:solidFill>
                  <a:srgbClr val="B7B7B7"/>
                </a:solidFill>
                <a:latin typeface="Roboto"/>
                <a:ea typeface="Roboto"/>
                <a:cs typeface="Roboto"/>
                <a:sym typeface="Roboto"/>
              </a:rPr>
              <a:t>work and ensure you have a backup</a:t>
            </a:r>
            <a:r>
              <a:rPr lang="en-AU" sz="900" i="0" u="none" strike="noStrike" cap="none">
                <a:solidFill>
                  <a:srgbClr val="B7B7B7"/>
                </a:solidFill>
                <a:latin typeface="Roboto"/>
                <a:ea typeface="Roboto"/>
                <a:cs typeface="Roboto"/>
                <a:sym typeface="Roboto"/>
              </a:rPr>
              <a:t>.</a:t>
            </a:r>
            <a:endParaRPr lang="en-AU" sz="900" i="0" u="none" strike="noStrike" cap="none">
              <a:solidFill>
                <a:srgbClr val="B7B7B7"/>
              </a:solidFill>
              <a:latin typeface="Roboto"/>
              <a:ea typeface="Roboto"/>
              <a:cs typeface="Roboto"/>
            </a:endParaRPr>
          </a:p>
        </p:txBody>
      </p:sp>
      <p:sp>
        <p:nvSpPr>
          <p:cNvPr id="13" name="Google Shape;342;p50">
            <a:extLst>
              <a:ext uri="{FF2B5EF4-FFF2-40B4-BE49-F238E27FC236}">
                <a16:creationId xmlns:a16="http://schemas.microsoft.com/office/drawing/2014/main" id="{E618099A-FF93-469E-A66D-72C594B14B80}"/>
              </a:ext>
            </a:extLst>
          </p:cNvPr>
          <p:cNvSpPr txBox="1">
            <a:spLocks/>
          </p:cNvSpPr>
          <p:nvPr/>
        </p:nvSpPr>
        <p:spPr>
          <a:xfrm>
            <a:off x="395875" y="3108652"/>
            <a:ext cx="8424600" cy="170164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Clr>
                <a:schemeClr val="dk1"/>
              </a:buClr>
              <a:buNone/>
            </a:pPr>
            <a:r>
              <a:rPr lang="en-US" sz="900">
                <a:solidFill>
                  <a:srgbClr val="D9D9D9"/>
                </a:solidFill>
                <a:latin typeface="Roboto"/>
                <a:ea typeface="Roboto"/>
                <a:cs typeface="Roboto"/>
                <a:sym typeface="Roboto"/>
              </a:rPr>
              <a:t>List two mesh issues and describe why it's important to resolve them.</a:t>
            </a:r>
            <a:br>
              <a:rPr lang="en-US" sz="900">
                <a:latin typeface="Roboto"/>
                <a:ea typeface="Roboto"/>
                <a:cs typeface="Roboto"/>
              </a:rPr>
            </a:br>
            <a:r>
              <a:rPr lang="en-US" sz="900">
                <a:solidFill>
                  <a:srgbClr val="92D050"/>
                </a:solidFill>
                <a:latin typeface="Roboto"/>
                <a:ea typeface="Roboto"/>
                <a:cs typeface="Roboto"/>
                <a:sym typeface="Roboto"/>
              </a:rPr>
              <a:t>Answer here</a:t>
            </a:r>
          </a:p>
          <a:p>
            <a:pPr marL="0" indent="0">
              <a:spcBef>
                <a:spcPts val="0"/>
              </a:spcBef>
              <a:buClr>
                <a:schemeClr val="dk1"/>
              </a:buClr>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None/>
            </a:pPr>
            <a:endParaRPr lang="en-US" sz="900">
              <a:solidFill>
                <a:srgbClr val="92D050"/>
              </a:solidFill>
              <a:latin typeface="Roboto"/>
              <a:ea typeface="Roboto"/>
              <a:cs typeface="Roboto"/>
            </a:endParaRPr>
          </a:p>
        </p:txBody>
      </p:sp>
    </p:spTree>
    <p:extLst>
      <p:ext uri="{BB962C8B-B14F-4D97-AF65-F5344CB8AC3E}">
        <p14:creationId xmlns:p14="http://schemas.microsoft.com/office/powerpoint/2010/main" val="1977009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dirty="0">
                <a:latin typeface="Roboto"/>
                <a:ea typeface="Roboto"/>
                <a:cs typeface="Roboto"/>
                <a:sym typeface="Roboto"/>
              </a:rPr>
              <a:t>Production | </a:t>
            </a:r>
            <a:r>
              <a:rPr lang="en-AU" sz="3000" dirty="0">
                <a:solidFill>
                  <a:srgbClr val="8CB3E3"/>
                </a:solidFill>
                <a:latin typeface="Roboto"/>
                <a:ea typeface="Roboto"/>
                <a:cs typeface="Roboto"/>
                <a:sym typeface="Roboto"/>
              </a:rPr>
              <a:t>Mesh/UV</a:t>
            </a:r>
            <a:r>
              <a:rPr lang="en-AU" sz="3000">
                <a:solidFill>
                  <a:srgbClr val="8CB3E3"/>
                </a:solidFill>
                <a:latin typeface="Roboto"/>
                <a:ea typeface="Roboto"/>
                <a:cs typeface="Roboto"/>
                <a:sym typeface="Roboto"/>
              </a:rPr>
              <a:t> Feedback</a:t>
            </a:r>
            <a:endParaRPr/>
          </a:p>
        </p:txBody>
      </p:sp>
      <p:sp>
        <p:nvSpPr>
          <p:cNvPr id="6" name="Google Shape;292;p44">
            <a:extLst>
              <a:ext uri="{FF2B5EF4-FFF2-40B4-BE49-F238E27FC236}">
                <a16:creationId xmlns:a16="http://schemas.microsoft.com/office/drawing/2014/main" id="{CAF30E4F-0D42-4D37-B9D6-097F0CBC2C2E}"/>
              </a:ext>
            </a:extLst>
          </p:cNvPr>
          <p:cNvSpPr txBox="1">
            <a:spLocks noGrp="1"/>
          </p:cNvSpPr>
          <p:nvPr>
            <p:ph type="body" idx="1"/>
          </p:nvPr>
        </p:nvSpPr>
        <p:spPr>
          <a:xfrm>
            <a:off x="351102" y="875040"/>
            <a:ext cx="7630873" cy="294300"/>
          </a:xfrm>
          <a:prstGeom prst="rect">
            <a:avLst/>
          </a:prstGeom>
          <a:noFill/>
          <a:ln>
            <a:noFill/>
          </a:ln>
        </p:spPr>
        <p:txBody>
          <a:bodyPr spcFirstLastPara="1" wrap="square" lIns="91425" tIns="45700" rIns="91425" bIns="45700" anchor="t" anchorCtr="0">
            <a:noAutofit/>
          </a:bodyPr>
          <a:lstStyle/>
          <a:p>
            <a:pPr marL="0" lvl="0" indent="0">
              <a:spcBef>
                <a:spcPts val="0"/>
              </a:spcBef>
              <a:buNone/>
            </a:pPr>
            <a:r>
              <a:rPr lang="en-US" sz="900">
                <a:solidFill>
                  <a:schemeClr val="bg1">
                    <a:lumMod val="85000"/>
                  </a:schemeClr>
                </a:solidFill>
                <a:latin typeface="Roboto"/>
                <a:ea typeface="Roboto"/>
                <a:cs typeface="Roboto"/>
                <a:sym typeface="Roboto"/>
              </a:rPr>
              <a:t>You </a:t>
            </a:r>
            <a:r>
              <a:rPr lang="en-AU" sz="900" b="1">
                <a:solidFill>
                  <a:schemeClr val="bg1">
                    <a:lumMod val="85000"/>
                  </a:schemeClr>
                </a:solidFill>
                <a:latin typeface="Roboto"/>
                <a:ea typeface="Roboto"/>
                <a:cs typeface="Roboto"/>
                <a:sym typeface="Roboto"/>
              </a:rPr>
              <a:t>Must </a:t>
            </a:r>
            <a:r>
              <a:rPr lang="en-US" sz="900">
                <a:solidFill>
                  <a:schemeClr val="bg1">
                    <a:lumMod val="85000"/>
                  </a:schemeClr>
                </a:solidFill>
                <a:latin typeface="Roboto"/>
                <a:ea typeface="Roboto"/>
                <a:cs typeface="Roboto"/>
                <a:sym typeface="Roboto"/>
              </a:rPr>
              <a:t>gather feedback and obtain approval for the meshes and UV’s before texturing the assets. Feedback will be given verbally by your trainer, take notes below.</a:t>
            </a:r>
            <a:endParaRPr lang="en-US" sz="900">
              <a:solidFill>
                <a:schemeClr val="bg1">
                  <a:lumMod val="85000"/>
                </a:schemeClr>
              </a:solidFill>
              <a:latin typeface="Roboto"/>
              <a:ea typeface="Roboto"/>
              <a:cs typeface="Roboto"/>
            </a:endParaRPr>
          </a:p>
        </p:txBody>
      </p:sp>
      <p:graphicFrame>
        <p:nvGraphicFramePr>
          <p:cNvPr id="2" name="Google Shape;293;p44">
            <a:extLst>
              <a:ext uri="{FF2B5EF4-FFF2-40B4-BE49-F238E27FC236}">
                <a16:creationId xmlns:a16="http://schemas.microsoft.com/office/drawing/2014/main" id="{85F521FE-99B1-43A6-9BE4-33E25910D612}"/>
              </a:ext>
            </a:extLst>
          </p:cNvPr>
          <p:cNvGraphicFramePr/>
          <p:nvPr>
            <p:extLst>
              <p:ext uri="{D42A27DB-BD31-4B8C-83A1-F6EECF244321}">
                <p14:modId xmlns:p14="http://schemas.microsoft.com/office/powerpoint/2010/main" val="3337018996"/>
              </p:ext>
            </p:extLst>
          </p:nvPr>
        </p:nvGraphicFramePr>
        <p:xfrm>
          <a:off x="412011" y="1475267"/>
          <a:ext cx="8349213" cy="2706606"/>
        </p:xfrm>
        <a:graphic>
          <a:graphicData uri="http://schemas.openxmlformats.org/drawingml/2006/table">
            <a:tbl>
              <a:tblPr>
                <a:noFill/>
              </a:tblPr>
              <a:tblGrid>
                <a:gridCol w="8349213">
                  <a:extLst>
                    <a:ext uri="{9D8B030D-6E8A-4147-A177-3AD203B41FA5}">
                      <a16:colId xmlns:a16="http://schemas.microsoft.com/office/drawing/2014/main" val="20000"/>
                    </a:ext>
                  </a:extLst>
                </a:gridCol>
              </a:tblGrid>
              <a:tr h="334925">
                <a:tc>
                  <a:txBody>
                    <a:bodyPr/>
                    <a:lstStyle/>
                    <a:p>
                      <a:pPr marL="0" marR="0" lvl="0" indent="0" algn="l" rtl="0">
                        <a:lnSpc>
                          <a:spcPct val="100000"/>
                        </a:lnSpc>
                        <a:spcBef>
                          <a:spcPts val="0"/>
                        </a:spcBef>
                        <a:spcAft>
                          <a:spcPts val="0"/>
                        </a:spcAft>
                        <a:buClr>
                          <a:srgbClr val="D9D9D9"/>
                        </a:buClr>
                        <a:buSzPts val="1000"/>
                        <a:buFont typeface="Roboto"/>
                        <a:buNone/>
                      </a:pPr>
                      <a:r>
                        <a:rPr lang="en-AU" sz="1000" b="1" i="0" u="none" strike="noStrike" cap="none" noProof="0">
                          <a:solidFill>
                            <a:schemeClr val="bg1">
                              <a:lumMod val="95000"/>
                            </a:schemeClr>
                          </a:solidFill>
                          <a:latin typeface="Roboto"/>
                        </a:rPr>
                        <a:t>Feedback</a:t>
                      </a:r>
                      <a:endParaRPr i="0" noProof="0">
                        <a:solidFill>
                          <a:schemeClr val="bg1">
                            <a:lumMod val="95000"/>
                          </a:schemeClr>
                        </a:solidFill>
                        <a:latin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2371356">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endParaRPr sz="900" b="0" i="0" u="none" strike="noStrike" cap="none">
                        <a:solidFill>
                          <a:srgbClr val="92D050"/>
                        </a:solidFill>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7846168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dirty="0">
                <a:latin typeface="Roboto"/>
                <a:ea typeface="Roboto"/>
                <a:cs typeface="Roboto"/>
                <a:sym typeface="Roboto"/>
              </a:rPr>
              <a:t>Production | </a:t>
            </a:r>
            <a:r>
              <a:rPr lang="en-AU" sz="3000" dirty="0">
                <a:solidFill>
                  <a:srgbClr val="8CB3E3"/>
                </a:solidFill>
                <a:latin typeface="Roboto"/>
                <a:ea typeface="Roboto"/>
                <a:cs typeface="Roboto"/>
                <a:sym typeface="Roboto"/>
              </a:rPr>
              <a:t>Mesh/UV Approval</a:t>
            </a:r>
            <a:endParaRPr/>
          </a:p>
        </p:txBody>
      </p:sp>
      <p:sp>
        <p:nvSpPr>
          <p:cNvPr id="6" name="Google Shape;292;p44">
            <a:extLst>
              <a:ext uri="{FF2B5EF4-FFF2-40B4-BE49-F238E27FC236}">
                <a16:creationId xmlns:a16="http://schemas.microsoft.com/office/drawing/2014/main" id="{67C285D0-13E5-477D-87C4-795E392D9BE5}"/>
              </a:ext>
            </a:extLst>
          </p:cNvPr>
          <p:cNvSpPr txBox="1">
            <a:spLocks noGrp="1"/>
          </p:cNvSpPr>
          <p:nvPr>
            <p:ph type="body" idx="1"/>
          </p:nvPr>
        </p:nvSpPr>
        <p:spPr>
          <a:xfrm>
            <a:off x="364091" y="914006"/>
            <a:ext cx="7630873" cy="2943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a:solidFill>
                  <a:schemeClr val="bg1">
                    <a:lumMod val="85000"/>
                  </a:schemeClr>
                </a:solidFill>
                <a:latin typeface="Roboto"/>
                <a:ea typeface="Roboto"/>
                <a:cs typeface="Roboto"/>
                <a:sym typeface="Roboto"/>
              </a:rPr>
              <a:t>Describe how you have addressed the feedback received. </a:t>
            </a:r>
            <a:r>
              <a:rPr lang="en-AU" sz="900">
                <a:solidFill>
                  <a:schemeClr val="bg1">
                    <a:lumMod val="85000"/>
                  </a:schemeClr>
                </a:solidFill>
                <a:latin typeface="Roboto"/>
                <a:ea typeface="Roboto"/>
                <a:sym typeface="Roboto"/>
              </a:rPr>
              <a:t>Below insert an image of the adjustments made based off feedback.</a:t>
            </a:r>
            <a:endParaRPr lang="en-US" sz="900" b="1">
              <a:solidFill>
                <a:schemeClr val="bg1">
                  <a:lumMod val="85000"/>
                </a:schemeClr>
              </a:solidFill>
              <a:latin typeface="Roboto"/>
              <a:ea typeface="Roboto"/>
              <a:cs typeface="Roboto"/>
              <a:sym typeface="Roboto"/>
            </a:endParaRPr>
          </a:p>
        </p:txBody>
      </p:sp>
      <p:graphicFrame>
        <p:nvGraphicFramePr>
          <p:cNvPr id="4" name="Google Shape;293;p44">
            <a:extLst>
              <a:ext uri="{FF2B5EF4-FFF2-40B4-BE49-F238E27FC236}">
                <a16:creationId xmlns:a16="http://schemas.microsoft.com/office/drawing/2014/main" id="{A17FFDCE-999B-4158-A6BA-480638506A12}"/>
              </a:ext>
            </a:extLst>
          </p:cNvPr>
          <p:cNvGraphicFramePr/>
          <p:nvPr>
            <p:extLst>
              <p:ext uri="{D42A27DB-BD31-4B8C-83A1-F6EECF244321}">
                <p14:modId xmlns:p14="http://schemas.microsoft.com/office/powerpoint/2010/main" val="244868935"/>
              </p:ext>
            </p:extLst>
          </p:nvPr>
        </p:nvGraphicFramePr>
        <p:xfrm>
          <a:off x="3854302" y="1475267"/>
          <a:ext cx="5095795" cy="2706606"/>
        </p:xfrm>
        <a:graphic>
          <a:graphicData uri="http://schemas.openxmlformats.org/drawingml/2006/table">
            <a:tbl>
              <a:tblPr>
                <a:noFill/>
              </a:tblPr>
              <a:tblGrid>
                <a:gridCol w="4276281">
                  <a:extLst>
                    <a:ext uri="{9D8B030D-6E8A-4147-A177-3AD203B41FA5}">
                      <a16:colId xmlns:a16="http://schemas.microsoft.com/office/drawing/2014/main" val="20000"/>
                    </a:ext>
                  </a:extLst>
                </a:gridCol>
                <a:gridCol w="819514">
                  <a:extLst>
                    <a:ext uri="{9D8B030D-6E8A-4147-A177-3AD203B41FA5}">
                      <a16:colId xmlns:a16="http://schemas.microsoft.com/office/drawing/2014/main" val="1284515101"/>
                    </a:ext>
                  </a:extLst>
                </a:gridCol>
              </a:tblGrid>
              <a:tr h="334925">
                <a:tc>
                  <a:txBody>
                    <a:bodyPr/>
                    <a:lstStyle/>
                    <a:p>
                      <a:pPr marL="0" marR="0" lvl="0" indent="0" algn="l" rtl="0">
                        <a:lnSpc>
                          <a:spcPct val="100000"/>
                        </a:lnSpc>
                        <a:spcBef>
                          <a:spcPts val="0"/>
                        </a:spcBef>
                        <a:spcAft>
                          <a:spcPts val="0"/>
                        </a:spcAft>
                        <a:buClr>
                          <a:srgbClr val="D9D9D9"/>
                        </a:buClr>
                        <a:buSzPts val="1000"/>
                        <a:buFont typeface="Roboto"/>
                        <a:buNone/>
                      </a:pPr>
                      <a:r>
                        <a:rPr lang="en-AU" sz="1000" b="1" i="0" u="none" strike="noStrike" cap="none" noProof="0">
                          <a:solidFill>
                            <a:schemeClr val="bg1">
                              <a:lumMod val="95000"/>
                            </a:schemeClr>
                          </a:solidFill>
                          <a:latin typeface="Roboto"/>
                        </a:rPr>
                        <a:t>Action Taken Based on Feedback</a:t>
                      </a:r>
                      <a:endParaRPr i="0" noProof="0">
                        <a:solidFill>
                          <a:schemeClr val="bg1">
                            <a:lumMod val="95000"/>
                          </a:schemeClr>
                        </a:solidFill>
                        <a:latin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lvl="0" indent="0" algn="l">
                        <a:lnSpc>
                          <a:spcPct val="100000"/>
                        </a:lnSpc>
                        <a:spcBef>
                          <a:spcPts val="0"/>
                        </a:spcBef>
                        <a:spcAft>
                          <a:spcPts val="0"/>
                        </a:spcAft>
                        <a:buNone/>
                      </a:pPr>
                      <a:r>
                        <a:rPr lang="en-AU" sz="1000" b="1" i="0" u="none" strike="noStrike" cap="none" noProof="0">
                          <a:solidFill>
                            <a:schemeClr val="bg1">
                              <a:lumMod val="95000"/>
                            </a:schemeClr>
                          </a:solidFill>
                          <a:latin typeface="Roboto"/>
                        </a:rPr>
                        <a:t>Approved</a:t>
                      </a:r>
                    </a:p>
                  </a:txBody>
                  <a:tcPr marL="91425" marR="91425" marT="91425" marB="91425">
                    <a:lnL w="19050">
                      <a:solidFill>
                        <a:srgbClr val="92D050"/>
                      </a:solidFill>
                    </a:lnL>
                    <a:lnR w="19050">
                      <a:solidFill>
                        <a:srgbClr val="92D050"/>
                      </a:solidFill>
                    </a:lnR>
                    <a:lnT w="19050">
                      <a:solidFill>
                        <a:srgbClr val="92D050"/>
                      </a:solidFill>
                    </a:lnT>
                    <a:lnB w="19050">
                      <a:solidFill>
                        <a:srgbClr val="92D050"/>
                      </a:solidFill>
                    </a:lnB>
                    <a:solidFill>
                      <a:schemeClr val="accent3">
                        <a:lumMod val="75000"/>
                      </a:schemeClr>
                    </a:solidFill>
                  </a:tcPr>
                </a:tc>
                <a:extLst>
                  <a:ext uri="{0D108BD9-81ED-4DB2-BD59-A6C34878D82A}">
                    <a16:rowId xmlns:a16="http://schemas.microsoft.com/office/drawing/2014/main" val="10000"/>
                  </a:ext>
                </a:extLst>
              </a:tr>
              <a:tr h="2371356">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endParaRPr sz="900" b="0" i="0" u="none" strike="noStrike" cap="none">
                        <a:solidFill>
                          <a:srgbClr val="92D050"/>
                        </a:solidFill>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tc>
                  <a:txBody>
                    <a:bodyPr/>
                    <a:lstStyle/>
                    <a:p>
                      <a:pPr marL="0" lvl="0" indent="0" algn="l" defTabSz="914400">
                        <a:lnSpc>
                          <a:spcPct val="100000"/>
                        </a:lnSpc>
                        <a:spcBef>
                          <a:spcPts val="0"/>
                        </a:spcBef>
                        <a:spcAft>
                          <a:spcPts val="0"/>
                        </a:spcAft>
                        <a:buNone/>
                        <a:tabLst/>
                        <a:defRPr/>
                      </a:pPr>
                      <a:endParaRPr sz="900" b="0" i="0" u="none" strike="noStrike" cap="none">
                        <a:solidFill>
                          <a:srgbClr val="92D050"/>
                        </a:solidFill>
                        <a:latin typeface="Roboto"/>
                        <a:ea typeface="Roboto"/>
                        <a:cs typeface="Roboto"/>
                        <a:sym typeface="Roboto"/>
                      </a:endParaRPr>
                    </a:p>
                  </a:txBody>
                  <a:tcPr marL="91425" marR="91425" marT="91425" marB="91425">
                    <a:lnL w="19050">
                      <a:solidFill>
                        <a:srgbClr val="92D050"/>
                      </a:solidFill>
                    </a:lnL>
                    <a:lnR w="19050">
                      <a:solidFill>
                        <a:srgbClr val="92D050"/>
                      </a:solidFill>
                    </a:lnR>
                    <a:lnT w="19050">
                      <a:solidFill>
                        <a:srgbClr val="92D050"/>
                      </a:solidFill>
                    </a:lnT>
                    <a:lnB w="19050" cap="flat" cmpd="sng" algn="ctr">
                      <a:solidFill>
                        <a:srgbClr val="92D0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5" name="Google Shape;270;p42">
            <a:extLst>
              <a:ext uri="{FF2B5EF4-FFF2-40B4-BE49-F238E27FC236}">
                <a16:creationId xmlns:a16="http://schemas.microsoft.com/office/drawing/2014/main" id="{35264656-6279-4D7B-A0FA-A2917A7F7273}"/>
              </a:ext>
            </a:extLst>
          </p:cNvPr>
          <p:cNvSpPr txBox="1"/>
          <p:nvPr/>
        </p:nvSpPr>
        <p:spPr>
          <a:xfrm>
            <a:off x="411145" y="4735563"/>
            <a:ext cx="3132474" cy="237300"/>
          </a:xfrm>
          <a:prstGeom prst="rect">
            <a:avLst/>
          </a:prstGeom>
          <a:noFill/>
          <a:ln>
            <a:noFill/>
          </a:ln>
        </p:spPr>
        <p:txBody>
          <a:bodyPr spcFirstLastPara="1" wrap="square" lIns="91425" tIns="91425" rIns="91425" bIns="91425" anchor="t" anchorCtr="0">
            <a:noAutofit/>
          </a:bodyPr>
          <a:lstStyle/>
          <a:p>
            <a:pPr algn="ctr"/>
            <a:r>
              <a:rPr lang="en-AU" sz="1000">
                <a:solidFill>
                  <a:schemeClr val="bg1">
                    <a:lumMod val="85000"/>
                  </a:schemeClr>
                </a:solidFill>
                <a:latin typeface="Roboto"/>
                <a:ea typeface="Roboto"/>
                <a:sym typeface="Roboto"/>
              </a:rPr>
              <a:t>Image demonstrating applied feedback</a:t>
            </a:r>
            <a:endParaRPr lang="en-US">
              <a:solidFill>
                <a:schemeClr val="bg1">
                  <a:lumMod val="85000"/>
                </a:schemeClr>
              </a:solidFill>
            </a:endParaRPr>
          </a:p>
        </p:txBody>
      </p:sp>
      <p:sp>
        <p:nvSpPr>
          <p:cNvPr id="9" name="Google Shape;294;p44">
            <a:extLst>
              <a:ext uri="{FF2B5EF4-FFF2-40B4-BE49-F238E27FC236}">
                <a16:creationId xmlns:a16="http://schemas.microsoft.com/office/drawing/2014/main" id="{E8AAF04B-C19C-4400-BE92-050878F42E59}"/>
              </a:ext>
            </a:extLst>
          </p:cNvPr>
          <p:cNvSpPr txBox="1"/>
          <p:nvPr/>
        </p:nvSpPr>
        <p:spPr>
          <a:xfrm>
            <a:off x="8379264" y="2692945"/>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pic>
        <p:nvPicPr>
          <p:cNvPr id="11" name="Google Shape;267;p42" descr="temp.PNG">
            <a:extLst>
              <a:ext uri="{FF2B5EF4-FFF2-40B4-BE49-F238E27FC236}">
                <a16:creationId xmlns:a16="http://schemas.microsoft.com/office/drawing/2014/main" id="{EDDCCDCD-7F56-4B65-91E0-DFCBDBF4D219}"/>
              </a:ext>
            </a:extLst>
          </p:cNvPr>
          <p:cNvPicPr preferRelativeResize="0"/>
          <p:nvPr/>
        </p:nvPicPr>
        <p:blipFill rotWithShape="1">
          <a:blip r:embed="rId3">
            <a:alphaModFix/>
          </a:blip>
          <a:srcRect/>
          <a:stretch/>
        </p:blipFill>
        <p:spPr>
          <a:xfrm>
            <a:off x="231556" y="1487133"/>
            <a:ext cx="3487677" cy="3220056"/>
          </a:xfrm>
          <a:prstGeom prst="roundRect">
            <a:avLst>
              <a:gd name="adj" fmla="val 0"/>
            </a:avLst>
          </a:prstGeom>
          <a:noFill/>
          <a:ln w="19050" cap="flat" cmpd="sng">
            <a:solidFill>
              <a:srgbClr val="92D050"/>
            </a:solidFill>
            <a:prstDash val="solid"/>
            <a:round/>
            <a:headEnd type="none" w="sm" len="sm"/>
            <a:tailEnd type="none" w="sm" len="sm"/>
          </a:ln>
        </p:spPr>
      </p:pic>
    </p:spTree>
    <p:extLst>
      <p:ext uri="{BB962C8B-B14F-4D97-AF65-F5344CB8AC3E}">
        <p14:creationId xmlns:p14="http://schemas.microsoft.com/office/powerpoint/2010/main" val="114908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2"/>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a:t>
            </a:r>
            <a:r>
              <a:rPr lang="en-AU" sz="3600" b="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b="0" i="0" u="none" strike="noStrike" cap="none">
                <a:solidFill>
                  <a:srgbClr val="8CB3E3"/>
                </a:solidFill>
                <a:latin typeface="Roboto"/>
                <a:ea typeface="Roboto"/>
                <a:cs typeface="Roboto"/>
                <a:sym typeface="Roboto"/>
              </a:rPr>
              <a:t>B</a:t>
            </a:r>
            <a:r>
              <a:rPr lang="en-AU" sz="3000">
                <a:solidFill>
                  <a:srgbClr val="8CB3E3"/>
                </a:solidFill>
                <a:latin typeface="Roboto"/>
                <a:ea typeface="Roboto"/>
                <a:cs typeface="Roboto"/>
                <a:sym typeface="Roboto"/>
              </a:rPr>
              <a:t>laded Weapon Textures</a:t>
            </a:r>
            <a:endParaRPr>
              <a:solidFill>
                <a:srgbClr val="8CB3E3"/>
              </a:solidFill>
            </a:endParaRPr>
          </a:p>
        </p:txBody>
      </p:sp>
      <p:sp>
        <p:nvSpPr>
          <p:cNvPr id="388" name="Google Shape;388;p52"/>
          <p:cNvSpPr txBox="1"/>
          <p:nvPr/>
        </p:nvSpPr>
        <p:spPr>
          <a:xfrm>
            <a:off x="5652624" y="1481274"/>
            <a:ext cx="1375800" cy="226800"/>
          </a:xfrm>
          <a:prstGeom prst="rect">
            <a:avLst/>
          </a:prstGeom>
          <a:noFill/>
          <a:ln>
            <a:noFill/>
          </a:ln>
        </p:spPr>
        <p:txBody>
          <a:bodyPr spcFirstLastPara="1" wrap="square" lIns="91425" tIns="91425" rIns="91425" bIns="91425" anchor="ctr" anchorCtr="0">
            <a:noAutofit/>
          </a:bodyPr>
          <a:lstStyle/>
          <a:p>
            <a:pPr algn="ctr">
              <a:buClr>
                <a:srgbClr val="B7B7B7"/>
              </a:buClr>
              <a:buSzPts val="1000"/>
            </a:pPr>
            <a:r>
              <a:rPr lang="en-AU" sz="1000">
                <a:solidFill>
                  <a:srgbClr val="9E9E9E"/>
                </a:solidFill>
                <a:latin typeface="Roboto"/>
              </a:rPr>
              <a:t>Base Color</a:t>
            </a:r>
            <a:endParaRPr err="1"/>
          </a:p>
        </p:txBody>
      </p:sp>
      <p:pic>
        <p:nvPicPr>
          <p:cNvPr id="389" name="Google Shape;389;p52" descr="temp.PNG"/>
          <p:cNvPicPr preferRelativeResize="0"/>
          <p:nvPr/>
        </p:nvPicPr>
        <p:blipFill rotWithShape="1">
          <a:blip r:embed="rId3">
            <a:alphaModFix/>
          </a:blip>
          <a:srcRect/>
          <a:stretch/>
        </p:blipFill>
        <p:spPr>
          <a:xfrm>
            <a:off x="5652624" y="1746940"/>
            <a:ext cx="1375800" cy="1406100"/>
          </a:xfrm>
          <a:prstGeom prst="roundRect">
            <a:avLst>
              <a:gd name="adj" fmla="val 0"/>
            </a:avLst>
          </a:prstGeom>
          <a:noFill/>
          <a:ln w="19050" cap="flat" cmpd="sng">
            <a:solidFill>
              <a:srgbClr val="92D050"/>
            </a:solidFill>
            <a:prstDash val="solid"/>
            <a:round/>
            <a:headEnd type="none" w="sm" len="sm"/>
            <a:tailEnd type="none" w="sm" len="sm"/>
          </a:ln>
        </p:spPr>
      </p:pic>
      <p:sp>
        <p:nvSpPr>
          <p:cNvPr id="390" name="Google Shape;390;p52"/>
          <p:cNvSpPr txBox="1"/>
          <p:nvPr/>
        </p:nvSpPr>
        <p:spPr>
          <a:xfrm>
            <a:off x="5652624" y="4715469"/>
            <a:ext cx="1375800" cy="226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a:solidFill>
                  <a:srgbClr val="B7B7B7"/>
                </a:solidFill>
                <a:latin typeface="Roboto"/>
                <a:ea typeface="Roboto"/>
                <a:cs typeface="Roboto"/>
                <a:sym typeface="Roboto"/>
              </a:rPr>
              <a:t>Roughness</a:t>
            </a:r>
            <a:endParaRPr/>
          </a:p>
        </p:txBody>
      </p:sp>
      <p:sp>
        <p:nvSpPr>
          <p:cNvPr id="391" name="Google Shape;391;p52"/>
          <p:cNvSpPr txBox="1"/>
          <p:nvPr/>
        </p:nvSpPr>
        <p:spPr>
          <a:xfrm>
            <a:off x="7136688" y="1481298"/>
            <a:ext cx="1375800" cy="226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a:solidFill>
                  <a:srgbClr val="B7B7B7"/>
                </a:solidFill>
                <a:latin typeface="Roboto"/>
                <a:ea typeface="Roboto"/>
                <a:cs typeface="Roboto"/>
                <a:sym typeface="Roboto"/>
              </a:rPr>
              <a:t>Metallic</a:t>
            </a:r>
            <a:endParaRPr/>
          </a:p>
        </p:txBody>
      </p:sp>
      <p:pic>
        <p:nvPicPr>
          <p:cNvPr id="393" name="Google Shape;393;p52" descr="temp.PNG"/>
          <p:cNvPicPr preferRelativeResize="0"/>
          <p:nvPr/>
        </p:nvPicPr>
        <p:blipFill rotWithShape="1">
          <a:blip r:embed="rId3">
            <a:alphaModFix/>
          </a:blip>
          <a:srcRect/>
          <a:stretch/>
        </p:blipFill>
        <p:spPr>
          <a:xfrm>
            <a:off x="7136688" y="1746988"/>
            <a:ext cx="1375800" cy="1406100"/>
          </a:xfrm>
          <a:prstGeom prst="roundRect">
            <a:avLst>
              <a:gd name="adj" fmla="val 0"/>
            </a:avLst>
          </a:prstGeom>
          <a:noFill/>
          <a:ln w="19050" cap="flat" cmpd="sng">
            <a:solidFill>
              <a:srgbClr val="92D050"/>
            </a:solidFill>
            <a:prstDash val="solid"/>
            <a:round/>
            <a:headEnd type="none" w="sm" len="sm"/>
            <a:tailEnd type="none" w="sm" len="sm"/>
          </a:ln>
        </p:spPr>
      </p:pic>
      <p:pic>
        <p:nvPicPr>
          <p:cNvPr id="394" name="Google Shape;394;p52" descr="temp.PNG"/>
          <p:cNvPicPr preferRelativeResize="0"/>
          <p:nvPr/>
        </p:nvPicPr>
        <p:blipFill rotWithShape="1">
          <a:blip r:embed="rId3">
            <a:alphaModFix/>
          </a:blip>
          <a:srcRect/>
          <a:stretch/>
        </p:blipFill>
        <p:spPr>
          <a:xfrm>
            <a:off x="5652624" y="3276498"/>
            <a:ext cx="1375800" cy="1406100"/>
          </a:xfrm>
          <a:prstGeom prst="roundRect">
            <a:avLst>
              <a:gd name="adj" fmla="val 0"/>
            </a:avLst>
          </a:prstGeom>
          <a:noFill/>
          <a:ln w="19050" cap="flat" cmpd="sng">
            <a:solidFill>
              <a:srgbClr val="92D050"/>
            </a:solidFill>
            <a:prstDash val="solid"/>
            <a:round/>
            <a:headEnd type="none" w="sm" len="sm"/>
            <a:tailEnd type="none" w="sm" len="sm"/>
          </a:ln>
        </p:spPr>
      </p:pic>
      <p:pic>
        <p:nvPicPr>
          <p:cNvPr id="395" name="Google Shape;395;p52" descr="temp.PNG"/>
          <p:cNvPicPr preferRelativeResize="0"/>
          <p:nvPr/>
        </p:nvPicPr>
        <p:blipFill rotWithShape="1">
          <a:blip r:embed="rId3">
            <a:alphaModFix/>
          </a:blip>
          <a:srcRect/>
          <a:stretch/>
        </p:blipFill>
        <p:spPr>
          <a:xfrm>
            <a:off x="7136688" y="3276498"/>
            <a:ext cx="1375800" cy="1406100"/>
          </a:xfrm>
          <a:prstGeom prst="roundRect">
            <a:avLst>
              <a:gd name="adj" fmla="val 0"/>
            </a:avLst>
          </a:prstGeom>
          <a:noFill/>
          <a:ln w="19050" cap="flat" cmpd="sng">
            <a:solidFill>
              <a:srgbClr val="92D050"/>
            </a:solidFill>
            <a:prstDash val="solid"/>
            <a:round/>
            <a:headEnd type="none" w="sm" len="sm"/>
            <a:tailEnd type="none" w="sm" len="sm"/>
          </a:ln>
        </p:spPr>
      </p:pic>
      <p:sp>
        <p:nvSpPr>
          <p:cNvPr id="396" name="Google Shape;396;p52"/>
          <p:cNvSpPr txBox="1"/>
          <p:nvPr/>
        </p:nvSpPr>
        <p:spPr>
          <a:xfrm>
            <a:off x="7136688" y="4715469"/>
            <a:ext cx="1375800" cy="226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b="0" i="0" u="none" strike="noStrike" cap="none">
                <a:solidFill>
                  <a:srgbClr val="B7B7B7"/>
                </a:solidFill>
                <a:latin typeface="Roboto"/>
                <a:ea typeface="Roboto"/>
                <a:cs typeface="Roboto"/>
                <a:sym typeface="Roboto"/>
              </a:rPr>
              <a:t>Normal</a:t>
            </a:r>
            <a:endParaRPr/>
          </a:p>
        </p:txBody>
      </p:sp>
      <p:sp>
        <p:nvSpPr>
          <p:cNvPr id="397" name="Google Shape;397;p52"/>
          <p:cNvSpPr txBox="1">
            <a:spLocks noGrp="1"/>
          </p:cNvSpPr>
          <p:nvPr>
            <p:ph type="body" idx="1"/>
          </p:nvPr>
        </p:nvSpPr>
        <p:spPr>
          <a:xfrm>
            <a:off x="323525" y="1028423"/>
            <a:ext cx="8057700" cy="290400"/>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None/>
            </a:pPr>
            <a:r>
              <a:rPr lang="en-AU" sz="900">
                <a:solidFill>
                  <a:srgbClr val="B7B7B7"/>
                </a:solidFill>
                <a:latin typeface="Roboto"/>
                <a:ea typeface="Roboto"/>
                <a:cs typeface="Roboto"/>
                <a:sym typeface="Roboto"/>
              </a:rPr>
              <a:t>Create the required texture maps for the bladed weapon, utilising a non-destructive workflow. The asset must use a single material, which has been named appropriately. Screen capture the textured asset, export each texture map and insert the images below.</a:t>
            </a:r>
            <a:endParaRPr sz="900">
              <a:solidFill>
                <a:srgbClr val="B7B7B7"/>
              </a:solidFill>
              <a:latin typeface="Roboto"/>
              <a:ea typeface="Roboto"/>
              <a:cs typeface="Roboto"/>
              <a:sym typeface="Roboto"/>
            </a:endParaRPr>
          </a:p>
        </p:txBody>
      </p:sp>
      <p:sp>
        <p:nvSpPr>
          <p:cNvPr id="398" name="Google Shape;398;p52"/>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pic>
        <p:nvPicPr>
          <p:cNvPr id="2" name="Google Shape;387;p52" descr="temp.PNG">
            <a:extLst>
              <a:ext uri="{FF2B5EF4-FFF2-40B4-BE49-F238E27FC236}">
                <a16:creationId xmlns:a16="http://schemas.microsoft.com/office/drawing/2014/main" id="{4D56C8A9-F201-4BF8-8823-05BC7B95C3F5}"/>
              </a:ext>
            </a:extLst>
          </p:cNvPr>
          <p:cNvPicPr preferRelativeResize="0"/>
          <p:nvPr/>
        </p:nvPicPr>
        <p:blipFill rotWithShape="1">
          <a:blip r:embed="rId3">
            <a:alphaModFix/>
          </a:blip>
          <a:srcRect/>
          <a:stretch/>
        </p:blipFill>
        <p:spPr>
          <a:xfrm>
            <a:off x="454725" y="1746948"/>
            <a:ext cx="4733145" cy="2966684"/>
          </a:xfrm>
          <a:prstGeom prst="roundRect">
            <a:avLst>
              <a:gd name="adj" fmla="val 0"/>
            </a:avLst>
          </a:prstGeom>
          <a:noFill/>
          <a:ln w="19050" cap="flat" cmpd="sng">
            <a:solidFill>
              <a:srgbClr val="92D050"/>
            </a:solidFill>
            <a:prstDash val="solid"/>
            <a:round/>
            <a:headEnd type="none" w="sm" len="sm"/>
            <a:tailEnd type="none" w="sm" len="sm"/>
          </a:ln>
        </p:spPr>
      </p:pic>
      <p:sp>
        <p:nvSpPr>
          <p:cNvPr id="3" name="Google Shape;392;p52">
            <a:extLst>
              <a:ext uri="{FF2B5EF4-FFF2-40B4-BE49-F238E27FC236}">
                <a16:creationId xmlns:a16="http://schemas.microsoft.com/office/drawing/2014/main" id="{DE63E3F0-20DF-4593-BB40-1E84F027810D}"/>
              </a:ext>
            </a:extLst>
          </p:cNvPr>
          <p:cNvSpPr txBox="1"/>
          <p:nvPr/>
        </p:nvSpPr>
        <p:spPr>
          <a:xfrm>
            <a:off x="779441" y="4694073"/>
            <a:ext cx="3869399" cy="24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b="0" i="0" u="none" strike="noStrike" cap="none">
                <a:solidFill>
                  <a:srgbClr val="B7B7B7"/>
                </a:solidFill>
                <a:latin typeface="Roboto"/>
                <a:ea typeface="Roboto"/>
                <a:cs typeface="Roboto"/>
                <a:sym typeface="Roboto"/>
              </a:rPr>
              <a:t>Textured Mesh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50"/>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a:t>
            </a:r>
            <a:r>
              <a:rPr lang="en-AU" sz="3600" b="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a:solidFill>
                  <a:srgbClr val="8CB3E3"/>
                </a:solidFill>
                <a:latin typeface="Roboto"/>
                <a:ea typeface="Roboto"/>
                <a:cs typeface="Roboto"/>
                <a:sym typeface="Roboto"/>
              </a:rPr>
              <a:t>Shield Textures</a:t>
            </a:r>
            <a:endParaRPr>
              <a:solidFill>
                <a:srgbClr val="8CB3E3"/>
              </a:solidFill>
            </a:endParaRPr>
          </a:p>
        </p:txBody>
      </p:sp>
      <p:sp>
        <p:nvSpPr>
          <p:cNvPr id="363" name="Google Shape;363;p50"/>
          <p:cNvSpPr txBox="1">
            <a:spLocks noGrp="1"/>
          </p:cNvSpPr>
          <p:nvPr>
            <p:ph type="body" idx="1"/>
          </p:nvPr>
        </p:nvSpPr>
        <p:spPr>
          <a:xfrm>
            <a:off x="323525" y="1028422"/>
            <a:ext cx="8057700" cy="281400"/>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chemeClr val="dk1"/>
              </a:buClr>
              <a:buSzPts val="1100"/>
              <a:buFont typeface="Arial"/>
              <a:buNone/>
            </a:pPr>
            <a:r>
              <a:rPr lang="en-AU" sz="900">
                <a:solidFill>
                  <a:srgbClr val="B7B7B7"/>
                </a:solidFill>
                <a:latin typeface="Roboto"/>
                <a:ea typeface="Roboto"/>
                <a:cs typeface="Roboto"/>
                <a:sym typeface="Roboto"/>
              </a:rPr>
              <a:t>Create the required texture maps for the shield, utilising a non-destructive workflow. The asset must use a single material, which has been named appropriately. Screen capture the textured asset, export each texture map and insert the images below.</a:t>
            </a:r>
            <a:endParaRPr sz="900">
              <a:solidFill>
                <a:srgbClr val="B7B7B7"/>
              </a:solidFill>
              <a:latin typeface="Roboto"/>
              <a:ea typeface="Roboto"/>
              <a:cs typeface="Roboto"/>
              <a:sym typeface="Roboto"/>
            </a:endParaRPr>
          </a:p>
        </p:txBody>
      </p:sp>
      <p:sp>
        <p:nvSpPr>
          <p:cNvPr id="364" name="Google Shape;364;p50"/>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pic>
        <p:nvPicPr>
          <p:cNvPr id="2" name="Google Shape;387;p52" descr="temp.PNG">
            <a:extLst>
              <a:ext uri="{FF2B5EF4-FFF2-40B4-BE49-F238E27FC236}">
                <a16:creationId xmlns:a16="http://schemas.microsoft.com/office/drawing/2014/main" id="{8D06A1FB-8418-4203-B30A-1A3CC0FC6906}"/>
              </a:ext>
            </a:extLst>
          </p:cNvPr>
          <p:cNvPicPr preferRelativeResize="0"/>
          <p:nvPr/>
        </p:nvPicPr>
        <p:blipFill rotWithShape="1">
          <a:blip r:embed="rId3">
            <a:alphaModFix/>
          </a:blip>
          <a:srcRect/>
          <a:stretch/>
        </p:blipFill>
        <p:spPr>
          <a:xfrm>
            <a:off x="454725" y="1746948"/>
            <a:ext cx="4733145" cy="2966684"/>
          </a:xfrm>
          <a:prstGeom prst="roundRect">
            <a:avLst>
              <a:gd name="adj" fmla="val 0"/>
            </a:avLst>
          </a:prstGeom>
          <a:noFill/>
          <a:ln w="19050" cap="flat" cmpd="sng">
            <a:solidFill>
              <a:srgbClr val="92D050"/>
            </a:solidFill>
            <a:prstDash val="solid"/>
            <a:round/>
            <a:headEnd type="none" w="sm" len="sm"/>
            <a:tailEnd type="none" w="sm" len="sm"/>
          </a:ln>
        </p:spPr>
      </p:pic>
      <p:sp>
        <p:nvSpPr>
          <p:cNvPr id="3" name="Google Shape;388;p52">
            <a:extLst>
              <a:ext uri="{FF2B5EF4-FFF2-40B4-BE49-F238E27FC236}">
                <a16:creationId xmlns:a16="http://schemas.microsoft.com/office/drawing/2014/main" id="{73B0CB86-EBF1-4905-B3EA-C689B0AEAFDE}"/>
              </a:ext>
            </a:extLst>
          </p:cNvPr>
          <p:cNvSpPr txBox="1"/>
          <p:nvPr/>
        </p:nvSpPr>
        <p:spPr>
          <a:xfrm>
            <a:off x="5652624" y="1481274"/>
            <a:ext cx="1375800" cy="226800"/>
          </a:xfrm>
          <a:prstGeom prst="rect">
            <a:avLst/>
          </a:prstGeom>
          <a:noFill/>
          <a:ln>
            <a:noFill/>
          </a:ln>
        </p:spPr>
        <p:txBody>
          <a:bodyPr spcFirstLastPara="1" wrap="square" lIns="91425" tIns="91425" rIns="91425" bIns="91425" anchor="ctr" anchorCtr="0">
            <a:noAutofit/>
          </a:bodyPr>
          <a:lstStyle/>
          <a:p>
            <a:pPr algn="ctr">
              <a:buClr>
                <a:srgbClr val="B7B7B7"/>
              </a:buClr>
              <a:buSzPts val="1000"/>
            </a:pPr>
            <a:r>
              <a:rPr lang="en-AU" sz="1000">
                <a:solidFill>
                  <a:srgbClr val="9E9E9E"/>
                </a:solidFill>
                <a:latin typeface="Roboto"/>
              </a:rPr>
              <a:t>Base Color</a:t>
            </a:r>
            <a:endParaRPr err="1"/>
          </a:p>
        </p:txBody>
      </p:sp>
      <p:pic>
        <p:nvPicPr>
          <p:cNvPr id="4" name="Google Shape;389;p52" descr="temp.PNG">
            <a:extLst>
              <a:ext uri="{FF2B5EF4-FFF2-40B4-BE49-F238E27FC236}">
                <a16:creationId xmlns:a16="http://schemas.microsoft.com/office/drawing/2014/main" id="{F7C62F23-0BC6-4B52-A453-19BF6EDD5A3E}"/>
              </a:ext>
            </a:extLst>
          </p:cNvPr>
          <p:cNvPicPr preferRelativeResize="0"/>
          <p:nvPr/>
        </p:nvPicPr>
        <p:blipFill rotWithShape="1">
          <a:blip r:embed="rId3">
            <a:alphaModFix/>
          </a:blip>
          <a:srcRect/>
          <a:stretch/>
        </p:blipFill>
        <p:spPr>
          <a:xfrm>
            <a:off x="5652624" y="1746940"/>
            <a:ext cx="1375800" cy="1406100"/>
          </a:xfrm>
          <a:prstGeom prst="roundRect">
            <a:avLst>
              <a:gd name="adj" fmla="val 0"/>
            </a:avLst>
          </a:prstGeom>
          <a:noFill/>
          <a:ln w="19050" cap="flat" cmpd="sng">
            <a:solidFill>
              <a:srgbClr val="92D050"/>
            </a:solidFill>
            <a:prstDash val="solid"/>
            <a:round/>
            <a:headEnd type="none" w="sm" len="sm"/>
            <a:tailEnd type="none" w="sm" len="sm"/>
          </a:ln>
        </p:spPr>
      </p:pic>
      <p:sp>
        <p:nvSpPr>
          <p:cNvPr id="5" name="Google Shape;390;p52">
            <a:extLst>
              <a:ext uri="{FF2B5EF4-FFF2-40B4-BE49-F238E27FC236}">
                <a16:creationId xmlns:a16="http://schemas.microsoft.com/office/drawing/2014/main" id="{D5A5A164-698D-4C98-8868-72DCD3E59464}"/>
              </a:ext>
            </a:extLst>
          </p:cNvPr>
          <p:cNvSpPr txBox="1"/>
          <p:nvPr/>
        </p:nvSpPr>
        <p:spPr>
          <a:xfrm>
            <a:off x="5652624" y="4715469"/>
            <a:ext cx="1375800" cy="226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a:solidFill>
                  <a:srgbClr val="B7B7B7"/>
                </a:solidFill>
                <a:latin typeface="Roboto"/>
                <a:ea typeface="Roboto"/>
                <a:cs typeface="Roboto"/>
                <a:sym typeface="Roboto"/>
              </a:rPr>
              <a:t>Roughness</a:t>
            </a:r>
            <a:endParaRPr/>
          </a:p>
        </p:txBody>
      </p:sp>
      <p:sp>
        <p:nvSpPr>
          <p:cNvPr id="6" name="Google Shape;391;p52">
            <a:extLst>
              <a:ext uri="{FF2B5EF4-FFF2-40B4-BE49-F238E27FC236}">
                <a16:creationId xmlns:a16="http://schemas.microsoft.com/office/drawing/2014/main" id="{A66149D1-BF60-4336-8168-E02A806DA32B}"/>
              </a:ext>
            </a:extLst>
          </p:cNvPr>
          <p:cNvSpPr txBox="1"/>
          <p:nvPr/>
        </p:nvSpPr>
        <p:spPr>
          <a:xfrm>
            <a:off x="7136688" y="1481298"/>
            <a:ext cx="1375800" cy="226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a:solidFill>
                  <a:srgbClr val="B7B7B7"/>
                </a:solidFill>
                <a:latin typeface="Roboto"/>
                <a:ea typeface="Roboto"/>
                <a:cs typeface="Roboto"/>
                <a:sym typeface="Roboto"/>
              </a:rPr>
              <a:t>Metallic</a:t>
            </a:r>
            <a:endParaRPr/>
          </a:p>
        </p:txBody>
      </p:sp>
      <p:sp>
        <p:nvSpPr>
          <p:cNvPr id="7" name="Google Shape;392;p52">
            <a:extLst>
              <a:ext uri="{FF2B5EF4-FFF2-40B4-BE49-F238E27FC236}">
                <a16:creationId xmlns:a16="http://schemas.microsoft.com/office/drawing/2014/main" id="{DB5B33F1-14C5-4597-8F17-C402447058B0}"/>
              </a:ext>
            </a:extLst>
          </p:cNvPr>
          <p:cNvSpPr txBox="1"/>
          <p:nvPr/>
        </p:nvSpPr>
        <p:spPr>
          <a:xfrm>
            <a:off x="779441" y="4694073"/>
            <a:ext cx="3869399" cy="24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b="0" i="0" u="none" strike="noStrike" cap="none">
                <a:solidFill>
                  <a:srgbClr val="B7B7B7"/>
                </a:solidFill>
                <a:latin typeface="Roboto"/>
                <a:ea typeface="Roboto"/>
                <a:cs typeface="Roboto"/>
                <a:sym typeface="Roboto"/>
              </a:rPr>
              <a:t>Textured Mesh </a:t>
            </a:r>
            <a:endParaRPr/>
          </a:p>
        </p:txBody>
      </p:sp>
      <p:pic>
        <p:nvPicPr>
          <p:cNvPr id="8" name="Google Shape;393;p52" descr="temp.PNG">
            <a:extLst>
              <a:ext uri="{FF2B5EF4-FFF2-40B4-BE49-F238E27FC236}">
                <a16:creationId xmlns:a16="http://schemas.microsoft.com/office/drawing/2014/main" id="{49C92546-9C6F-4BCD-9421-9809C519B305}"/>
              </a:ext>
            </a:extLst>
          </p:cNvPr>
          <p:cNvPicPr preferRelativeResize="0"/>
          <p:nvPr/>
        </p:nvPicPr>
        <p:blipFill rotWithShape="1">
          <a:blip r:embed="rId3">
            <a:alphaModFix/>
          </a:blip>
          <a:srcRect/>
          <a:stretch/>
        </p:blipFill>
        <p:spPr>
          <a:xfrm>
            <a:off x="7136688" y="1746988"/>
            <a:ext cx="1375800" cy="1406100"/>
          </a:xfrm>
          <a:prstGeom prst="roundRect">
            <a:avLst>
              <a:gd name="adj" fmla="val 0"/>
            </a:avLst>
          </a:prstGeom>
          <a:noFill/>
          <a:ln w="19050" cap="flat" cmpd="sng">
            <a:solidFill>
              <a:srgbClr val="92D050"/>
            </a:solidFill>
            <a:prstDash val="solid"/>
            <a:round/>
            <a:headEnd type="none" w="sm" len="sm"/>
            <a:tailEnd type="none" w="sm" len="sm"/>
          </a:ln>
        </p:spPr>
      </p:pic>
      <p:pic>
        <p:nvPicPr>
          <p:cNvPr id="9" name="Google Shape;394;p52" descr="temp.PNG">
            <a:extLst>
              <a:ext uri="{FF2B5EF4-FFF2-40B4-BE49-F238E27FC236}">
                <a16:creationId xmlns:a16="http://schemas.microsoft.com/office/drawing/2014/main" id="{2E6FB439-18FE-4492-A64D-67966D7C7A3C}"/>
              </a:ext>
            </a:extLst>
          </p:cNvPr>
          <p:cNvPicPr preferRelativeResize="0"/>
          <p:nvPr/>
        </p:nvPicPr>
        <p:blipFill rotWithShape="1">
          <a:blip r:embed="rId3">
            <a:alphaModFix/>
          </a:blip>
          <a:srcRect/>
          <a:stretch/>
        </p:blipFill>
        <p:spPr>
          <a:xfrm>
            <a:off x="5652624" y="3276498"/>
            <a:ext cx="1375800" cy="1406100"/>
          </a:xfrm>
          <a:prstGeom prst="roundRect">
            <a:avLst>
              <a:gd name="adj" fmla="val 0"/>
            </a:avLst>
          </a:prstGeom>
          <a:noFill/>
          <a:ln w="19050" cap="flat" cmpd="sng">
            <a:solidFill>
              <a:srgbClr val="92D050"/>
            </a:solidFill>
            <a:prstDash val="solid"/>
            <a:round/>
            <a:headEnd type="none" w="sm" len="sm"/>
            <a:tailEnd type="none" w="sm" len="sm"/>
          </a:ln>
        </p:spPr>
      </p:pic>
      <p:pic>
        <p:nvPicPr>
          <p:cNvPr id="10" name="Google Shape;395;p52" descr="temp.PNG">
            <a:extLst>
              <a:ext uri="{FF2B5EF4-FFF2-40B4-BE49-F238E27FC236}">
                <a16:creationId xmlns:a16="http://schemas.microsoft.com/office/drawing/2014/main" id="{90553E65-DAC4-4D40-8B62-8F62D117025D}"/>
              </a:ext>
            </a:extLst>
          </p:cNvPr>
          <p:cNvPicPr preferRelativeResize="0"/>
          <p:nvPr/>
        </p:nvPicPr>
        <p:blipFill rotWithShape="1">
          <a:blip r:embed="rId3">
            <a:alphaModFix/>
          </a:blip>
          <a:srcRect/>
          <a:stretch/>
        </p:blipFill>
        <p:spPr>
          <a:xfrm>
            <a:off x="7136688" y="3276498"/>
            <a:ext cx="1375800" cy="1406100"/>
          </a:xfrm>
          <a:prstGeom prst="roundRect">
            <a:avLst>
              <a:gd name="adj" fmla="val 0"/>
            </a:avLst>
          </a:prstGeom>
          <a:noFill/>
          <a:ln w="19050" cap="flat" cmpd="sng">
            <a:solidFill>
              <a:srgbClr val="92D050"/>
            </a:solidFill>
            <a:prstDash val="solid"/>
            <a:round/>
            <a:headEnd type="none" w="sm" len="sm"/>
            <a:tailEnd type="none" w="sm" len="sm"/>
          </a:ln>
        </p:spPr>
      </p:pic>
      <p:sp>
        <p:nvSpPr>
          <p:cNvPr id="11" name="Google Shape;396;p52">
            <a:extLst>
              <a:ext uri="{FF2B5EF4-FFF2-40B4-BE49-F238E27FC236}">
                <a16:creationId xmlns:a16="http://schemas.microsoft.com/office/drawing/2014/main" id="{5F8F0E56-09A9-4F0C-8C57-3320DB4122AC}"/>
              </a:ext>
            </a:extLst>
          </p:cNvPr>
          <p:cNvSpPr txBox="1"/>
          <p:nvPr/>
        </p:nvSpPr>
        <p:spPr>
          <a:xfrm>
            <a:off x="7136688" y="4715469"/>
            <a:ext cx="1375800" cy="226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b="0" i="0" u="none" strike="noStrike" cap="none">
                <a:solidFill>
                  <a:srgbClr val="B7B7B7"/>
                </a:solidFill>
                <a:latin typeface="Roboto"/>
                <a:ea typeface="Roboto"/>
                <a:cs typeface="Roboto"/>
                <a:sym typeface="Roboto"/>
              </a:rPr>
              <a:t>Normal</a:t>
            </a:r>
            <a:endParaRPr/>
          </a:p>
        </p:txBody>
      </p:sp>
    </p:spTree>
    <p:extLst>
      <p:ext uri="{BB962C8B-B14F-4D97-AF65-F5344CB8AC3E}">
        <p14:creationId xmlns:p14="http://schemas.microsoft.com/office/powerpoint/2010/main" val="22298969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Completed Production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902211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pic>
        <p:nvPicPr>
          <p:cNvPr id="403" name="Google Shape;403;p53" descr="temp.PNG"/>
          <p:cNvPicPr preferRelativeResize="0"/>
          <p:nvPr/>
        </p:nvPicPr>
        <p:blipFill rotWithShape="1">
          <a:blip r:embed="rId3">
            <a:alphaModFix/>
          </a:blip>
          <a:srcRect/>
          <a:stretch/>
        </p:blipFill>
        <p:spPr>
          <a:xfrm>
            <a:off x="1401000" y="1490778"/>
            <a:ext cx="5854800" cy="3306300"/>
          </a:xfrm>
          <a:prstGeom prst="roundRect">
            <a:avLst>
              <a:gd name="adj" fmla="val 0"/>
            </a:avLst>
          </a:prstGeom>
          <a:noFill/>
          <a:ln w="19050" cap="flat" cmpd="sng">
            <a:solidFill>
              <a:srgbClr val="92D050"/>
            </a:solidFill>
            <a:prstDash val="solid"/>
            <a:round/>
            <a:headEnd type="none" w="sm" len="sm"/>
            <a:tailEnd type="none" w="sm" len="sm"/>
          </a:ln>
        </p:spPr>
      </p:pic>
      <p:sp>
        <p:nvSpPr>
          <p:cNvPr id="404" name="Google Shape;404;p53"/>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Completed Production </a:t>
            </a:r>
            <a:r>
              <a:rPr lang="en-AU" sz="3600" b="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a:solidFill>
                  <a:srgbClr val="8CB3E3"/>
                </a:solidFill>
                <a:latin typeface="Roboto"/>
                <a:ea typeface="Roboto"/>
                <a:cs typeface="Roboto"/>
                <a:sym typeface="Roboto"/>
              </a:rPr>
              <a:t>Final Result</a:t>
            </a:r>
            <a:endParaRPr sz="3000">
              <a:solidFill>
                <a:srgbClr val="8CB3E3"/>
              </a:solidFill>
            </a:endParaRPr>
          </a:p>
        </p:txBody>
      </p:sp>
      <p:sp>
        <p:nvSpPr>
          <p:cNvPr id="405" name="Google Shape;405;p53"/>
          <p:cNvSpPr txBox="1"/>
          <p:nvPr/>
        </p:nvSpPr>
        <p:spPr>
          <a:xfrm>
            <a:off x="2770619" y="4796386"/>
            <a:ext cx="2842800" cy="303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a:solidFill>
                  <a:srgbClr val="B7B7B7"/>
                </a:solidFill>
                <a:latin typeface="Roboto"/>
                <a:ea typeface="Roboto"/>
                <a:cs typeface="Roboto"/>
                <a:sym typeface="Roboto"/>
              </a:rPr>
              <a:t>B</a:t>
            </a:r>
            <a:r>
              <a:rPr lang="en-AU" sz="1000" b="0" i="0" u="none" strike="noStrike" cap="none">
                <a:solidFill>
                  <a:srgbClr val="B7B7B7"/>
                </a:solidFill>
                <a:latin typeface="Roboto"/>
                <a:ea typeface="Roboto"/>
                <a:cs typeface="Roboto"/>
                <a:sym typeface="Roboto"/>
              </a:rPr>
              <a:t>eauty </a:t>
            </a:r>
            <a:r>
              <a:rPr lang="en-AU" sz="1000">
                <a:solidFill>
                  <a:srgbClr val="B7B7B7"/>
                </a:solidFill>
                <a:latin typeface="Roboto"/>
                <a:ea typeface="Roboto"/>
                <a:cs typeface="Roboto"/>
                <a:sym typeface="Roboto"/>
              </a:rPr>
              <a:t>R</a:t>
            </a:r>
            <a:r>
              <a:rPr lang="en-AU" sz="1000" b="0" i="0" u="none" strike="noStrike" cap="none">
                <a:solidFill>
                  <a:srgbClr val="B7B7B7"/>
                </a:solidFill>
                <a:latin typeface="Roboto"/>
                <a:ea typeface="Roboto"/>
                <a:cs typeface="Roboto"/>
                <a:sym typeface="Roboto"/>
              </a:rPr>
              <a:t>ender</a:t>
            </a:r>
            <a:endParaRPr/>
          </a:p>
        </p:txBody>
      </p:sp>
      <p:sp>
        <p:nvSpPr>
          <p:cNvPr id="407" name="Google Shape;407;p53"/>
          <p:cNvSpPr txBox="1">
            <a:spLocks noGrp="1"/>
          </p:cNvSpPr>
          <p:nvPr>
            <p:ph type="body" idx="1"/>
          </p:nvPr>
        </p:nvSpPr>
        <p:spPr>
          <a:xfrm>
            <a:off x="323525" y="965960"/>
            <a:ext cx="7955100" cy="3030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a:solidFill>
                  <a:srgbClr val="B7B7B7"/>
                </a:solidFill>
                <a:latin typeface="Roboto"/>
                <a:ea typeface="Roboto"/>
                <a:cs typeface="Roboto"/>
                <a:sym typeface="Roboto"/>
              </a:rPr>
              <a:t>Compose both objects into a single scene and present it in a real-time engine. Apply all required textures, light the scene and add any post effects as required. Take a beauty render of the scene and insert the image.</a:t>
            </a:r>
            <a:endParaRPr sz="900">
              <a:solidFill>
                <a:srgbClr val="B7B7B7"/>
              </a:solidFill>
              <a:latin typeface="Roboto"/>
              <a:ea typeface="Roboto"/>
              <a:cs typeface="Roboto"/>
              <a:sym typeface="Roboto"/>
            </a:endParaRPr>
          </a:p>
        </p:txBody>
      </p:sp>
      <p:sp>
        <p:nvSpPr>
          <p:cNvPr id="408" name="Google Shape;408;p53"/>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Evaluation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29268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54"/>
          <p:cNvSpPr txBox="1">
            <a:spLocks noGrp="1"/>
          </p:cNvSpPr>
          <p:nvPr>
            <p:ph type="body" idx="1"/>
          </p:nvPr>
        </p:nvSpPr>
        <p:spPr>
          <a:xfrm>
            <a:off x="323521" y="1063375"/>
            <a:ext cx="8424600" cy="338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AU" sz="900" i="0" u="none" strike="noStrike" cap="none">
                <a:solidFill>
                  <a:srgbClr val="D9D9D9"/>
                </a:solidFill>
                <a:latin typeface="Roboto"/>
                <a:ea typeface="Roboto"/>
                <a:cs typeface="Roboto"/>
                <a:sym typeface="Roboto"/>
              </a:rPr>
              <a:t>Did the assets turn out as you expected? If </a:t>
            </a:r>
            <a:r>
              <a:rPr lang="en-AU" sz="900">
                <a:solidFill>
                  <a:srgbClr val="D9D9D9"/>
                </a:solidFill>
                <a:latin typeface="Roboto"/>
                <a:ea typeface="Roboto"/>
                <a:cs typeface="Roboto"/>
                <a:sym typeface="Roboto"/>
              </a:rPr>
              <a:t>not,</a:t>
            </a:r>
            <a:r>
              <a:rPr lang="en-AU" sz="900" i="0" u="none" strike="noStrike" cap="none">
                <a:solidFill>
                  <a:srgbClr val="D9D9D9"/>
                </a:solidFill>
                <a:latin typeface="Roboto"/>
                <a:ea typeface="Roboto"/>
                <a:cs typeface="Roboto"/>
                <a:sym typeface="Roboto"/>
              </a:rPr>
              <a:t> how are they different?</a:t>
            </a:r>
            <a:endParaRPr sz="900">
              <a:solidFill>
                <a:srgbClr val="D9D9D9"/>
              </a:solidFill>
              <a:latin typeface="Roboto"/>
              <a:ea typeface="Roboto"/>
              <a:cs typeface="Roboto"/>
              <a:sym typeface="Roboto"/>
            </a:endParaRPr>
          </a:p>
          <a:p>
            <a:pPr marL="0" indent="0">
              <a:spcBef>
                <a:spcPts val="0"/>
              </a:spcBef>
              <a:buSzPts val="900"/>
              <a:buNone/>
              <a:defRPr/>
            </a:pPr>
            <a:r>
              <a:rPr lang="en-AU" sz="900">
                <a:solidFill>
                  <a:srgbClr val="92D050"/>
                </a:solidFill>
                <a:latin typeface="Roboto"/>
                <a:ea typeface="Roboto"/>
                <a:sym typeface="Roboto"/>
              </a:rPr>
              <a:t>Answer here (~25 words)</a:t>
            </a:r>
            <a:endParaRPr sz="900">
              <a:solidFill>
                <a:srgbClr val="92D050"/>
              </a:solidFill>
              <a:latin typeface="Roboto"/>
              <a:ea typeface="Roboto"/>
              <a:sym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2800"/>
              <a:buFont typeface="Arial"/>
              <a:buNone/>
            </a:pPr>
            <a:r>
              <a:rPr lang="en-AU" sz="900" i="0" u="none" strike="noStrike" cap="none">
                <a:solidFill>
                  <a:srgbClr val="D9D9D9"/>
                </a:solidFill>
                <a:latin typeface="Roboto"/>
                <a:ea typeface="Roboto"/>
                <a:cs typeface="Roboto"/>
                <a:sym typeface="Roboto"/>
              </a:rPr>
              <a:t>What were the most challenging aspects of creating</a:t>
            </a:r>
            <a:r>
              <a:rPr lang="en-AU" sz="900">
                <a:solidFill>
                  <a:srgbClr val="D9D9D9"/>
                </a:solidFill>
                <a:latin typeface="Roboto"/>
                <a:ea typeface="Roboto"/>
                <a:cs typeface="Roboto"/>
                <a:sym typeface="Roboto"/>
              </a:rPr>
              <a:t> your assets</a:t>
            </a:r>
            <a:r>
              <a:rPr lang="en-AU" sz="900" i="0" u="none" strike="noStrike" cap="none">
                <a:solidFill>
                  <a:srgbClr val="D9D9D9"/>
                </a:solidFill>
                <a:latin typeface="Roboto"/>
                <a:ea typeface="Roboto"/>
                <a:cs typeface="Roboto"/>
                <a:sym typeface="Roboto"/>
              </a:rPr>
              <a:t>?</a:t>
            </a:r>
            <a:endParaRPr sz="900">
              <a:solidFill>
                <a:srgbClr val="D9D9D9"/>
              </a:solidFill>
              <a:latin typeface="Roboto"/>
              <a:ea typeface="Roboto"/>
              <a:cs typeface="Roboto"/>
              <a:sym typeface="Roboto"/>
            </a:endParaRPr>
          </a:p>
          <a:p>
            <a:pPr marL="0" indent="0">
              <a:spcBef>
                <a:spcPts val="0"/>
              </a:spcBef>
              <a:buSzPts val="900"/>
              <a:buNone/>
              <a:defRPr/>
            </a:pPr>
            <a:r>
              <a:rPr lang="en-AU" sz="900">
                <a:solidFill>
                  <a:srgbClr val="92D050"/>
                </a:solidFill>
                <a:latin typeface="Roboto"/>
                <a:ea typeface="Roboto"/>
                <a:sym typeface="Roboto"/>
              </a:rPr>
              <a:t>Answer here (~25 words)</a:t>
            </a:r>
            <a:endParaRPr sz="900">
              <a:solidFill>
                <a:srgbClr val="92D050"/>
              </a:solidFill>
              <a:latin typeface="Roboto"/>
              <a:ea typeface="Roboto"/>
              <a:sym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lvl="0" indent="0" rtl="0">
              <a:spcBef>
                <a:spcPts val="0"/>
              </a:spcBef>
              <a:spcAft>
                <a:spcPts val="0"/>
              </a:spcAft>
              <a:buClr>
                <a:schemeClr val="dk1"/>
              </a:buClr>
              <a:buSzPts val="2800"/>
              <a:buFont typeface="Arial"/>
              <a:buNone/>
            </a:pPr>
            <a:r>
              <a:rPr lang="en-AU" sz="900">
                <a:solidFill>
                  <a:srgbClr val="D9D9D9"/>
                </a:solidFill>
                <a:latin typeface="Roboto"/>
                <a:ea typeface="Roboto"/>
                <a:cs typeface="Roboto"/>
                <a:sym typeface="Roboto"/>
              </a:rPr>
              <a:t>What aspect of your assets are you most proud of and why?</a:t>
            </a:r>
            <a:endParaRPr sz="900">
              <a:solidFill>
                <a:srgbClr val="D9D9D9"/>
              </a:solidFill>
              <a:latin typeface="Roboto"/>
              <a:ea typeface="Roboto"/>
              <a:cs typeface="Roboto"/>
              <a:sym typeface="Roboto"/>
            </a:endParaRPr>
          </a:p>
          <a:p>
            <a:pPr marL="0" indent="0">
              <a:spcBef>
                <a:spcPts val="0"/>
              </a:spcBef>
              <a:buSzPts val="900"/>
              <a:buNone/>
              <a:defRPr/>
            </a:pPr>
            <a:r>
              <a:rPr lang="en-AU" sz="900">
                <a:solidFill>
                  <a:srgbClr val="92D050"/>
                </a:solidFill>
                <a:latin typeface="Roboto"/>
                <a:ea typeface="Roboto"/>
                <a:sym typeface="Roboto"/>
              </a:rPr>
              <a:t>Answer here (~25 words)</a:t>
            </a:r>
            <a:endParaRPr lang="en-AU" sz="900">
              <a:solidFill>
                <a:srgbClr val="92D050"/>
              </a:solidFill>
              <a:latin typeface="Roboto"/>
              <a:ea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2800"/>
              <a:buFont typeface="Arial"/>
              <a:buNone/>
            </a:pPr>
            <a:r>
              <a:rPr lang="en-AU" sz="900" i="0" u="none" strike="noStrike" cap="none">
                <a:solidFill>
                  <a:srgbClr val="D9D9D9"/>
                </a:solidFill>
                <a:latin typeface="Roboto"/>
                <a:ea typeface="Roboto"/>
                <a:cs typeface="Roboto"/>
                <a:sym typeface="Roboto"/>
              </a:rPr>
              <a:t>If you were to create the assets again or had more time</a:t>
            </a:r>
            <a:r>
              <a:rPr lang="en-AU" sz="900">
                <a:solidFill>
                  <a:srgbClr val="D9D9D9"/>
                </a:solidFill>
                <a:latin typeface="Roboto"/>
                <a:ea typeface="Roboto"/>
                <a:cs typeface="Roboto"/>
                <a:sym typeface="Roboto"/>
              </a:rPr>
              <a:t>,</a:t>
            </a:r>
            <a:r>
              <a:rPr lang="en-AU" sz="900" i="0" u="none" strike="noStrike" cap="none">
                <a:solidFill>
                  <a:srgbClr val="D9D9D9"/>
                </a:solidFill>
                <a:latin typeface="Roboto"/>
                <a:ea typeface="Roboto"/>
                <a:cs typeface="Roboto"/>
                <a:sym typeface="Roboto"/>
              </a:rPr>
              <a:t> what would you change or do differently?</a:t>
            </a:r>
            <a:endParaRPr sz="900">
              <a:solidFill>
                <a:srgbClr val="D9D9D9"/>
              </a:solidFill>
              <a:latin typeface="Roboto"/>
              <a:ea typeface="Roboto"/>
              <a:cs typeface="Roboto"/>
              <a:sym typeface="Roboto"/>
            </a:endParaRPr>
          </a:p>
          <a:p>
            <a:pPr marL="0" indent="0">
              <a:spcBef>
                <a:spcPts val="0"/>
              </a:spcBef>
              <a:buSzPts val="900"/>
              <a:buNone/>
              <a:defRPr/>
            </a:pPr>
            <a:r>
              <a:rPr lang="en-AU" sz="900">
                <a:solidFill>
                  <a:srgbClr val="92D050"/>
                </a:solidFill>
                <a:latin typeface="Roboto"/>
                <a:ea typeface="Roboto"/>
                <a:sym typeface="Roboto"/>
              </a:rPr>
              <a:t>Answer here (~25 words) </a:t>
            </a:r>
            <a:endParaRPr lang="en-AU" sz="900">
              <a:solidFill>
                <a:srgbClr val="92D050"/>
              </a:solidFill>
              <a:latin typeface="Roboto"/>
              <a:ea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2800"/>
              <a:buFont typeface="Arial"/>
              <a:buNone/>
            </a:pPr>
            <a:r>
              <a:rPr lang="en-AU" sz="900" i="0" u="none" strike="noStrike" cap="none">
                <a:solidFill>
                  <a:srgbClr val="D9D9D9"/>
                </a:solidFill>
                <a:latin typeface="Roboto"/>
                <a:ea typeface="Roboto"/>
                <a:cs typeface="Roboto"/>
                <a:sym typeface="Roboto"/>
              </a:rPr>
              <a:t>What new skills/</a:t>
            </a:r>
            <a:r>
              <a:rPr lang="en-AU" sz="900">
                <a:solidFill>
                  <a:srgbClr val="D9D9D9"/>
                </a:solidFill>
                <a:latin typeface="Roboto"/>
                <a:ea typeface="Roboto"/>
                <a:cs typeface="Roboto"/>
                <a:sym typeface="Roboto"/>
              </a:rPr>
              <a:t>techniques</a:t>
            </a:r>
            <a:r>
              <a:rPr lang="en-AU" sz="900" i="0" u="none" strike="noStrike" cap="none">
                <a:solidFill>
                  <a:srgbClr val="D9D9D9"/>
                </a:solidFill>
                <a:latin typeface="Roboto"/>
                <a:ea typeface="Roboto"/>
                <a:cs typeface="Roboto"/>
                <a:sym typeface="Roboto"/>
              </a:rPr>
              <a:t> did you learn during the project?</a:t>
            </a:r>
            <a:endParaRPr sz="900">
              <a:solidFill>
                <a:srgbClr val="D9D9D9"/>
              </a:solidFill>
              <a:latin typeface="Roboto"/>
              <a:ea typeface="Roboto"/>
              <a:cs typeface="Roboto"/>
              <a:sym typeface="Roboto"/>
            </a:endParaRPr>
          </a:p>
          <a:p>
            <a:pPr marL="0" indent="0">
              <a:spcBef>
                <a:spcPts val="0"/>
              </a:spcBef>
              <a:buSzPts val="900"/>
              <a:buNone/>
              <a:defRPr/>
            </a:pPr>
            <a:r>
              <a:rPr lang="en-AU" sz="900">
                <a:solidFill>
                  <a:srgbClr val="92D050"/>
                </a:solidFill>
                <a:latin typeface="Roboto"/>
                <a:ea typeface="Roboto"/>
                <a:sym typeface="Roboto"/>
              </a:rPr>
              <a:t>Answer here (~25 words)</a:t>
            </a:r>
            <a:endParaRPr lang="en-AU" sz="900">
              <a:solidFill>
                <a:srgbClr val="92D050"/>
              </a:solidFill>
              <a:latin typeface="Roboto"/>
              <a:ea typeface="Roboto"/>
            </a:endParaRPr>
          </a:p>
          <a:p>
            <a:pPr marL="0" marR="0" lvl="0" indent="0" algn="l" rtl="0">
              <a:lnSpc>
                <a:spcPct val="100000"/>
              </a:lnSpc>
              <a:spcBef>
                <a:spcPts val="0"/>
              </a:spcBef>
              <a:spcAft>
                <a:spcPts val="0"/>
              </a:spcAft>
              <a:buClr>
                <a:schemeClr val="dk1"/>
              </a:buClr>
              <a:buSzPts val="2800"/>
              <a:buFont typeface="Arial"/>
              <a:buNone/>
            </a:pPr>
            <a:endParaRPr sz="900">
              <a:latin typeface="Roboto"/>
              <a:ea typeface="Roboto"/>
              <a:cs typeface="Roboto"/>
              <a:sym typeface="Roboto"/>
            </a:endParaRPr>
          </a:p>
        </p:txBody>
      </p:sp>
      <p:sp>
        <p:nvSpPr>
          <p:cNvPr id="414" name="Google Shape;414;p54"/>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Evaluation | </a:t>
            </a:r>
            <a:r>
              <a:rPr lang="en-AU" sz="3000">
                <a:solidFill>
                  <a:srgbClr val="8CB3E3"/>
                </a:solidFill>
                <a:latin typeface="Roboto"/>
                <a:ea typeface="Roboto"/>
                <a:cs typeface="Roboto"/>
                <a:sym typeface="Roboto"/>
              </a:rPr>
              <a:t>Post-Mortem</a:t>
            </a:r>
            <a:endParaRPr sz="3000">
              <a:solidFill>
                <a:srgbClr val="8CB3E3"/>
              </a:solidFill>
            </a:endParaRPr>
          </a:p>
        </p:txBody>
      </p:sp>
    </p:spTree>
  </p:cSld>
  <p:clrMapOvr>
    <a:masterClrMapping/>
  </p:clrMapOvr>
</p:sld>
</file>

<file path=ppt/theme/theme1.xml><?xml version="1.0" encoding="utf-8"?>
<a:theme xmlns:a="http://schemas.openxmlformats.org/drawingml/2006/main" name="Office Theme1">
  <a:themeElements>
    <a:clrScheme name="Custom 3">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2D050"/>
      </a:hlink>
      <a:folHlink>
        <a:srgbClr val="92D05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esh xmlns="6ac566f0-206d-4bc5-bcec-ce830458d3f1" xsi:nil="true"/>
    <Notes xmlns="6ac566f0-206d-4bc5-bcec-ce830458d3f1" xsi:nil="true"/>
    <TaxCatchAll xmlns="4ba0a89f-8d28-45b8-8c8a-cf56563c9d8a" xsi:nil="true"/>
    <lcf76f155ced4ddcb4097134ff3c332f xmlns="6ac566f0-206d-4bc5-bcec-ce830458d3f1">
      <Terms xmlns="http://schemas.microsoft.com/office/infopath/2007/PartnerControls"/>
    </lcf76f155ced4ddcb4097134ff3c332f>
    <Audit xmlns="6ac566f0-206d-4bc5-bcec-ce830458d3f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6F4542A8E7DD640B3BC4F081D67BD17" ma:contentTypeVersion="21" ma:contentTypeDescription="Create a new document." ma:contentTypeScope="" ma:versionID="d79ad8b758729db98b0d52fdeee48007">
  <xsd:schema xmlns:xsd="http://www.w3.org/2001/XMLSchema" xmlns:xs="http://www.w3.org/2001/XMLSchema" xmlns:p="http://schemas.microsoft.com/office/2006/metadata/properties" xmlns:ns2="6ac566f0-206d-4bc5-bcec-ce830458d3f1" xmlns:ns3="4ba0a89f-8d28-45b8-8c8a-cf56563c9d8a" targetNamespace="http://schemas.microsoft.com/office/2006/metadata/properties" ma:root="true" ma:fieldsID="013f960320f3e61d1b770e5c0cf5e0e9" ns2:_="" ns3:_="">
    <xsd:import namespace="6ac566f0-206d-4bc5-bcec-ce830458d3f1"/>
    <xsd:import namespace="4ba0a89f-8d28-45b8-8c8a-cf56563c9d8a"/>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Sesh" minOccurs="0"/>
                <xsd:element ref="ns2:MediaServiceLocation" minOccurs="0"/>
                <xsd:element ref="ns2:MediaServiceAutoKeyPoints" minOccurs="0"/>
                <xsd:element ref="ns2:MediaServiceKeyPoints" minOccurs="0"/>
                <xsd:element ref="ns2:MediaLengthInSeconds" minOccurs="0"/>
                <xsd:element ref="ns2:Notes" minOccurs="0"/>
                <xsd:element ref="ns2:lcf76f155ced4ddcb4097134ff3c332f" minOccurs="0"/>
                <xsd:element ref="ns3:TaxCatchAll" minOccurs="0"/>
                <xsd:element ref="ns2:Audi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c566f0-206d-4bc5-bcec-ce830458d3f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Sesh" ma:index="17" nillable="true" ma:displayName="Sesh" ma:format="Dropdown" ma:internalName="Sesh" ma:percentage="FALSE">
      <xsd:simpleType>
        <xsd:restriction base="dms:Number"/>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Notes" ma:index="22" nillable="true" ma:displayName="Notes" ma:description="Leave your notes here!" ma:format="Dropdown" ma:internalName="Notes">
      <xsd:simpleType>
        <xsd:restriction base="dms:Note">
          <xsd:maxLength value="255"/>
        </xsd:restrictio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f5fef3c2-07a3-4532-a827-a7a99c3972e0" ma:termSetId="09814cd3-568e-fe90-9814-8d621ff8fb84" ma:anchorId="fba54fb3-c3e1-fe81-a776-ca4b69148c4d" ma:open="true" ma:isKeyword="false">
      <xsd:complexType>
        <xsd:sequence>
          <xsd:element ref="pc:Terms" minOccurs="0" maxOccurs="1"/>
        </xsd:sequence>
      </xsd:complexType>
    </xsd:element>
    <xsd:element name="Audit" ma:index="26" nillable="true" ma:displayName="Audit" ma:format="Dropdown" ma:internalName="Audit">
      <xsd:simpleType>
        <xsd:union memberTypes="dms:Text">
          <xsd:simpleType>
            <xsd:restriction base="dms:Choice">
              <xsd:enumeration value="Keep"/>
              <xsd:enumeration value="Archive"/>
              <xsd:enumeration value="Delete"/>
              <xsd:enumeration value="MyAIE"/>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4ba0a89f-8d28-45b8-8c8a-cf56563c9d8a"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7692cfc6-2af9-4895-ac0b-9a1573af4423}" ma:internalName="TaxCatchAll" ma:showField="CatchAllData" ma:web="4ba0a89f-8d28-45b8-8c8a-cf56563c9d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18D13B-F8BD-43E1-BB30-8F39E449765E}">
  <ds:schemaRefs>
    <ds:schemaRef ds:uri="http://schemas.microsoft.com/sharepoint/v3/contenttype/forms"/>
  </ds:schemaRefs>
</ds:datastoreItem>
</file>

<file path=customXml/itemProps2.xml><?xml version="1.0" encoding="utf-8"?>
<ds:datastoreItem xmlns:ds="http://schemas.openxmlformats.org/officeDocument/2006/customXml" ds:itemID="{AFDEB001-F8F4-4A09-826B-74792085B860}">
  <ds:schemaRefs>
    <ds:schemaRef ds:uri="4ba0a89f-8d28-45b8-8c8a-cf56563c9d8a"/>
    <ds:schemaRef ds:uri="6ac566f0-206d-4bc5-bcec-ce830458d3f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A3BBE36-9E19-4F2D-A68F-A52FE7EF7D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c566f0-206d-4bc5-bcec-ce830458d3f1"/>
    <ds:schemaRef ds:uri="4ba0a89f-8d28-45b8-8c8a-cf56563c9d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990</TotalTime>
  <Words>2993</Words>
  <Application>Microsoft Office PowerPoint</Application>
  <PresentationFormat>On-screen Show (16:9)</PresentationFormat>
  <Paragraphs>342</Paragraphs>
  <Slides>31</Slides>
  <Notes>31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31</vt:i4>
      </vt:variant>
    </vt:vector>
  </HeadingPairs>
  <TitlesOfParts>
    <vt:vector size="39" baseType="lpstr">
      <vt:lpstr>Roboto</vt:lpstr>
      <vt:lpstr>Times New Roman</vt:lpstr>
      <vt:lpstr>Calibri</vt:lpstr>
      <vt:lpstr>Arial</vt:lpstr>
      <vt:lpstr>Arial,Sans-Serif</vt:lpstr>
      <vt:lpstr>Office Theme1</vt:lpstr>
      <vt:lpstr>Office Theme1</vt:lpstr>
      <vt:lpstr>Office Theme1</vt:lpstr>
      <vt:lpstr>3D Art Pipeline Assessment - Game Art </vt:lpstr>
      <vt:lpstr>Introduction</vt:lpstr>
      <vt:lpstr>Brief | Overview</vt:lpstr>
      <vt:lpstr>Brief | Requirements  </vt:lpstr>
      <vt:lpstr>Submission | Guidelines</vt:lpstr>
      <vt:lpstr>Examples | Student Work</vt:lpstr>
      <vt:lpstr>PowerPoint Presentation</vt:lpstr>
      <vt:lpstr>Maintain Healthy Work Practice | WHS</vt:lpstr>
      <vt:lpstr>PowerPoint Presentation</vt:lpstr>
      <vt:lpstr>Pre-Production | Palm Tree Exercise</vt:lpstr>
      <vt:lpstr>Pre-Production | Asset Description</vt:lpstr>
      <vt:lpstr>Pre-Production | Modelling Methods</vt:lpstr>
      <vt:lpstr>Pre-Production | Schedule</vt:lpstr>
      <vt:lpstr>Pre-Production | Asset List</vt:lpstr>
      <vt:lpstr>Pre-Production | Reference Sheet</vt:lpstr>
      <vt:lpstr>Pre-Production | Thumbnails</vt:lpstr>
      <vt:lpstr>Pre-Production | Primitive Blockouts</vt:lpstr>
      <vt:lpstr>Pre-Production | Concept Feedback</vt:lpstr>
      <vt:lpstr>Pre-Production | Concept Approval</vt:lpstr>
      <vt:lpstr>PowerPoint Presentation</vt:lpstr>
      <vt:lpstr>Production | Bladed weapon</vt:lpstr>
      <vt:lpstr>Production | Shield</vt:lpstr>
      <vt:lpstr>Production | Mesh Clean Up</vt:lpstr>
      <vt:lpstr>Production | Mesh/UV Feedback</vt:lpstr>
      <vt:lpstr>Production | Mesh/UV Approval</vt:lpstr>
      <vt:lpstr>Production | Bladed Weapon Textures</vt:lpstr>
      <vt:lpstr>Production | Shield Textures</vt:lpstr>
      <vt:lpstr>PowerPoint Presentation</vt:lpstr>
      <vt:lpstr>Completed Production | Final Result</vt:lpstr>
      <vt:lpstr>PowerPoint Presentation</vt:lpstr>
      <vt:lpstr>Evaluation | Post-Mortem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Art Pipeline Assessment 1</dc:title>
  <cp:lastModifiedBy>Peter Donald</cp:lastModifiedBy>
  <cp:revision>92</cp:revision>
  <dcterms:modified xsi:type="dcterms:W3CDTF">2023-02-18T12:41:08Z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0x01010016F4542A8E7DD640B3BC4F081D67BD17</vt:lpwstr>
  </property>
  <property fmtid="{D5CDD505-2E9C-101B-9397-08002B2CF9AE}" pid="3" name="AuthorIds_UIVersion_2048">
    <vt:lpwstr>58</vt:lpwstr>
  </property>
  <property fmtid="{D5CDD505-2E9C-101B-9397-08002B2CF9AE}" pid="4" name="MediaServiceImageTags">
    <vt:lpwstr/>
  </property>
</Properties>
</file>