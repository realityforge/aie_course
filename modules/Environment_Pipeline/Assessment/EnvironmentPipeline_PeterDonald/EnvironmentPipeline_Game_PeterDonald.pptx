
<file path=[Content_Types].xml><?xml version="1.0" encoding="utf-8"?>
<Types xmlns="http://schemas.openxmlformats.org/package/2006/content-types">
  <Default Extension="fntdata" ContentType="application/x-fontdata"/>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slideLayouts/slideLayout44.xml" ContentType="application/vnd.openxmlformats-officedocument.presentationml.slideLayout+xml"/>
  <Override PartName="/ppt/slideLayouts/slideLayout45.xml" ContentType="application/vnd.openxmlformats-officedocument.presentationml.slideLayout+xml"/>
  <Override PartName="/ppt/theme/theme3.xml" ContentType="application/vnd.openxmlformats-officedocument.theme+xml"/>
  <Override PartName="/ppt/slideLayouts/slideLayout46.xml" ContentType="application/vnd.openxmlformats-officedocument.presentationml.slideLayout+xml"/>
  <Override PartName="/ppt/slideLayouts/slideLayout47.xml" ContentType="application/vnd.openxmlformats-officedocument.presentationml.slideLayout+xml"/>
  <Override PartName="/ppt/slideLayouts/slideLayout48.xml" ContentType="application/vnd.openxmlformats-officedocument.presentationml.slideLayout+xml"/>
  <Override PartName="/ppt/slideLayouts/slideLayout49.xml" ContentType="application/vnd.openxmlformats-officedocument.presentationml.slideLayout+xml"/>
  <Override PartName="/ppt/slideLayouts/slideLayout50.xml" ContentType="application/vnd.openxmlformats-officedocument.presentationml.slideLayout+xml"/>
  <Override PartName="/ppt/slideLayouts/slideLayout51.xml" ContentType="application/vnd.openxmlformats-officedocument.presentationml.slideLayout+xml"/>
  <Override PartName="/ppt/slideLayouts/slideLayout52.xml" ContentType="application/vnd.openxmlformats-officedocument.presentationml.slideLayout+xml"/>
  <Override PartName="/ppt/slideLayouts/slideLayout53.xml" ContentType="application/vnd.openxmlformats-officedocument.presentationml.slideLayout+xml"/>
  <Override PartName="/ppt/slideLayouts/slideLayout54.xml" ContentType="application/vnd.openxmlformats-officedocument.presentationml.slideLayout+xml"/>
  <Override PartName="/ppt/slideLayouts/slideLayout55.xml" ContentType="application/vnd.openxmlformats-officedocument.presentationml.slideLayout+xml"/>
  <Override PartName="/ppt/slideLayouts/slideLayout56.xml" ContentType="application/vnd.openxmlformats-officedocument.presentationml.slideLayout+xml"/>
  <Override PartName="/ppt/slideLayouts/slideLayout57.xml" ContentType="application/vnd.openxmlformats-officedocument.presentationml.slideLayout+xml"/>
  <Override PartName="/ppt/slideLayouts/slideLayout58.xml" ContentType="application/vnd.openxmlformats-officedocument.presentationml.slideLayout+xml"/>
  <Override PartName="/ppt/slideLayouts/slideLayout59.xml" ContentType="application/vnd.openxmlformats-officedocument.presentationml.slideLayout+xml"/>
  <Override PartName="/ppt/theme/theme4.xml" ContentType="application/vnd.openxmlformats-officedocument.theme+xml"/>
  <Override PartName="/ppt/theme/theme5.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93" r:id="rId4"/>
    <p:sldMasterId id="2147483695" r:id="rId5"/>
    <p:sldMasterId id="2147483696" r:id="rId6"/>
    <p:sldMasterId id="2147483711" r:id="rId7"/>
  </p:sldMasterIdLst>
  <p:notesMasterIdLst>
    <p:notesMasterId r:id="rId39"/>
  </p:notesMasterIdLst>
  <p:sldIdLst>
    <p:sldId id="256" r:id="rId8"/>
    <p:sldId id="257" r:id="rId9"/>
    <p:sldId id="290" r:id="rId10"/>
    <p:sldId id="259" r:id="rId11"/>
    <p:sldId id="318" r:id="rId12"/>
    <p:sldId id="317" r:id="rId13"/>
    <p:sldId id="314" r:id="rId14"/>
    <p:sldId id="280" r:id="rId15"/>
    <p:sldId id="309" r:id="rId16"/>
    <p:sldId id="279" r:id="rId17"/>
    <p:sldId id="287" r:id="rId18"/>
    <p:sldId id="263" r:id="rId19"/>
    <p:sldId id="264" r:id="rId20"/>
    <p:sldId id="262" r:id="rId21"/>
    <p:sldId id="261" r:id="rId22"/>
    <p:sldId id="296" r:id="rId23"/>
    <p:sldId id="266" r:id="rId24"/>
    <p:sldId id="267" r:id="rId25"/>
    <p:sldId id="293" r:id="rId26"/>
    <p:sldId id="284" r:id="rId27"/>
    <p:sldId id="310" r:id="rId28"/>
    <p:sldId id="269" r:id="rId29"/>
    <p:sldId id="281" r:id="rId30"/>
    <p:sldId id="270" r:id="rId31"/>
    <p:sldId id="320" r:id="rId32"/>
    <p:sldId id="322" r:id="rId33"/>
    <p:sldId id="273" r:id="rId34"/>
    <p:sldId id="315" r:id="rId35"/>
    <p:sldId id="275" r:id="rId36"/>
    <p:sldId id="311" r:id="rId37"/>
    <p:sldId id="276" r:id="rId38"/>
  </p:sldIdLst>
  <p:sldSz cx="9144000" cy="5143500" type="screen16x9"/>
  <p:notesSz cx="6858000" cy="9144000"/>
  <p:embeddedFontLst>
    <p:embeddedFont>
      <p:font typeface="Calibri" panose="020F0502020204030204" pitchFamily="34" charset="0"/>
      <p:regular r:id="rId40"/>
      <p:bold r:id="rId41"/>
      <p:italic r:id="rId42"/>
      <p:boldItalic r:id="rId43"/>
    </p:embeddedFont>
    <p:embeddedFont>
      <p:font typeface="Roboto" panose="02000000000000000000" pitchFamily="2" charset="0"/>
      <p:regular r:id="rId44"/>
      <p:bold r:id="rId45"/>
      <p:italic r:id="rId46"/>
      <p:boldItalic r:id="rId47"/>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tephen Honegger" initials="SH" lastIdx="22" clrIdx="0">
    <p:extLst>
      <p:ext uri="{19B8F6BF-5375-455C-9EA6-DF929625EA0E}">
        <p15:presenceInfo xmlns:p15="http://schemas.microsoft.com/office/powerpoint/2012/main" userId="S::stephenh@aie.edu.au::1b118b49-a315-49ab-ae75-6912d743057b" providerId="AD"/>
      </p:ext>
    </p:extLst>
  </p:cmAuthor>
  <p:cmAuthor id="2" name="Thomas Sinclair" initials="TS" lastIdx="13" clrIdx="1">
    <p:extLst>
      <p:ext uri="{19B8F6BF-5375-455C-9EA6-DF929625EA0E}">
        <p15:presenceInfo xmlns:p15="http://schemas.microsoft.com/office/powerpoint/2012/main" userId="S::thomass@aie.edu.au::ea7e17c6-715c-40d9-8261-37f47b5b9a01"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599C34"/>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23C27C67-2912-B72E-EEF1-0FC8C9C377F5}" v="63" dt="2022-11-27T23:02:15.058"/>
    <p1510:client id="{29091B84-A0AD-329C-AE9B-C7F269A3F0B6}" v="36" dt="2022-11-15T02:54:04.232"/>
    <p1510:client id="{339189B8-8394-DAA1-28C7-0BB0E1A99A55}" v="11" dt="2022-05-03T03:44:15.720"/>
    <p1510:client id="{87B1F815-2502-3342-F035-4218E1DD2873}" v="16" dt="2022-05-03T03:32:35.204"/>
    <p1510:client id="{DA38EA07-ED45-A84D-FD0E-45E375990C99}" v="10" dt="2022-01-19T05:37:43.891"/>
    <p1510:client id="{E5B4DCF8-7D2A-4709-829A-9F2B38FBCA35}" v="2" dt="2022-01-19T01:03:24.196"/>
  </p1510:revLst>
</p1510:revInfo>
</file>

<file path=ppt/tableStyles.xml><?xml version="1.0" encoding="utf-8"?>
<a:tblStyleLst xmlns:a="http://schemas.openxmlformats.org/drawingml/2006/main" def="{B492CD6C-240A-410C-9E5C-0C8CD478C676}">
  <a:tblStyle styleId="{B492CD6C-240A-410C-9E5C-0C8CD478C676}" styleName="Table_0">
    <a:wholeTbl>
      <a:tcTxStyle b="off" i="off">
        <a:font>
          <a:latin typeface="Arial"/>
          <a:ea typeface="Arial"/>
          <a:cs typeface="Arial"/>
        </a:font>
        <a:srgbClr val="000000"/>
      </a:tcTxStyle>
      <a:tcStyle>
        <a:tcBdr>
          <a:left>
            <a:ln w="9525" cap="flat" cmpd="sng">
              <a:solidFill>
                <a:srgbClr val="9E9E9E"/>
              </a:solidFill>
              <a:prstDash val="solid"/>
              <a:round/>
              <a:headEnd type="none" w="sm" len="sm"/>
              <a:tailEnd type="none" w="sm" len="sm"/>
            </a:ln>
          </a:left>
          <a:right>
            <a:ln w="9525" cap="flat" cmpd="sng">
              <a:solidFill>
                <a:srgbClr val="9E9E9E"/>
              </a:solidFill>
              <a:prstDash val="solid"/>
              <a:round/>
              <a:headEnd type="none" w="sm" len="sm"/>
              <a:tailEnd type="none" w="sm" len="sm"/>
            </a:ln>
          </a:right>
          <a:top>
            <a:ln w="9525" cap="flat" cmpd="sng">
              <a:solidFill>
                <a:srgbClr val="9E9E9E"/>
              </a:solidFill>
              <a:prstDash val="solid"/>
              <a:round/>
              <a:headEnd type="none" w="sm" len="sm"/>
              <a:tailEnd type="none" w="sm" len="sm"/>
            </a:ln>
          </a:top>
          <a:bottom>
            <a:ln w="9525" cap="flat" cmpd="sng">
              <a:solidFill>
                <a:srgbClr val="9E9E9E"/>
              </a:solidFill>
              <a:prstDash val="solid"/>
              <a:round/>
              <a:headEnd type="none" w="sm" len="sm"/>
              <a:tailEnd type="none" w="sm" len="sm"/>
            </a:ln>
          </a:bottom>
          <a:insideH>
            <a:ln w="9525" cap="flat" cmpd="sng">
              <a:solidFill>
                <a:srgbClr val="9E9E9E"/>
              </a:solidFill>
              <a:prstDash val="solid"/>
              <a:round/>
              <a:headEnd type="none" w="sm" len="sm"/>
              <a:tailEnd type="none" w="sm" len="sm"/>
            </a:ln>
          </a:insideH>
          <a:insideV>
            <a:ln w="9525" cap="flat" cmpd="sng">
              <a:solidFill>
                <a:srgbClr val="9E9E9E"/>
              </a:solidFill>
              <a:prstDash val="solid"/>
              <a:round/>
              <a:headEnd type="none" w="sm" len="sm"/>
              <a:tailEnd type="none" w="sm" len="sm"/>
            </a:ln>
          </a:insideV>
        </a:tcBdr>
      </a:tcStyle>
    </a:wholeTbl>
    <a:band1H>
      <a:tcTxStyle b="off" i="off"/>
      <a:tcStyle>
        <a:tcBdr/>
      </a:tcStyle>
    </a:band1H>
    <a:band2H>
      <a:tcTxStyle b="off" i="off"/>
      <a:tcStyle>
        <a:tcBdr/>
      </a:tcStyle>
    </a:band2H>
    <a:band1V>
      <a:tcTxStyle b="off" i="off"/>
      <a:tcStyle>
        <a:tcBdr/>
      </a:tcStyle>
    </a:band1V>
    <a:band2V>
      <a:tcTxStyle b="off" i="off"/>
      <a:tcStyle>
        <a:tcBdr/>
      </a:tcStyle>
    </a:band2V>
    <a:lastCol>
      <a:tcTxStyle b="off" i="off"/>
      <a:tcStyle>
        <a:tcBdr/>
      </a:tcStyle>
    </a:lastCol>
    <a:firstCol>
      <a:tcTxStyle b="off" i="off"/>
      <a:tcStyle>
        <a:tcBdr/>
      </a:tcStyle>
    </a:firstCol>
    <a:lastRow>
      <a:tcTxStyle b="off" i="off"/>
      <a:tcStyle>
        <a:tcBdr/>
      </a:tcStyle>
    </a:lastRow>
    <a:seCell>
      <a:tcTxStyle b="off" i="off"/>
      <a:tcStyle>
        <a:tcBdr/>
      </a:tcStyle>
    </a:seCell>
    <a:swCell>
      <a:tcTxStyle b="off" i="off"/>
      <a:tcStyle>
        <a:tcBdr/>
      </a:tcStyle>
    </a:swCell>
    <a:firstRow>
      <a:tcTxStyle b="off" i="off"/>
      <a:tcStyle>
        <a:tcBdr/>
      </a:tcStyle>
    </a:firstRow>
    <a:neCell>
      <a:tcTxStyle b="off" i="off"/>
      <a:tcStyle>
        <a:tcBdr/>
      </a:tcStyle>
    </a:neCell>
    <a:nwCell>
      <a:tcTxStyle b="off" i="off"/>
      <a:tcStyle>
        <a:tcBdr/>
      </a:tcStyle>
    </a:nwCel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95" d="100"/>
          <a:sy n="95" d="100"/>
        </p:scale>
        <p:origin x="846" y="78"/>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3" Type="http://schemas.openxmlformats.org/officeDocument/2006/relationships/slide" Target="slides/slide6.xml"/><Relationship Id="rId18" Type="http://schemas.openxmlformats.org/officeDocument/2006/relationships/slide" Target="slides/slide11.xml"/><Relationship Id="rId26" Type="http://schemas.openxmlformats.org/officeDocument/2006/relationships/slide" Target="slides/slide19.xml"/><Relationship Id="rId39" Type="http://schemas.openxmlformats.org/officeDocument/2006/relationships/notesMaster" Target="notesMasters/notesMaster1.xml"/><Relationship Id="rId21" Type="http://schemas.openxmlformats.org/officeDocument/2006/relationships/slide" Target="slides/slide14.xml"/><Relationship Id="rId34" Type="http://schemas.openxmlformats.org/officeDocument/2006/relationships/slide" Target="slides/slide27.xml"/><Relationship Id="rId42" Type="http://schemas.openxmlformats.org/officeDocument/2006/relationships/font" Target="fonts/font3.fntdata"/><Relationship Id="rId47" Type="http://schemas.openxmlformats.org/officeDocument/2006/relationships/font" Target="fonts/font8.fntdata"/><Relationship Id="rId50" Type="http://schemas.openxmlformats.org/officeDocument/2006/relationships/viewProps" Target="viewProps.xml"/><Relationship Id="rId7" Type="http://schemas.openxmlformats.org/officeDocument/2006/relationships/slideMaster" Target="slideMasters/slideMaster4.xml"/><Relationship Id="rId2" Type="http://schemas.openxmlformats.org/officeDocument/2006/relationships/customXml" Target="../customXml/item2.xml"/><Relationship Id="rId16" Type="http://schemas.openxmlformats.org/officeDocument/2006/relationships/slide" Target="slides/slide9.xml"/><Relationship Id="rId29" Type="http://schemas.openxmlformats.org/officeDocument/2006/relationships/slide" Target="slides/slide22.xml"/><Relationship Id="rId11" Type="http://schemas.openxmlformats.org/officeDocument/2006/relationships/slide" Target="slides/slide4.xml"/><Relationship Id="rId24" Type="http://schemas.openxmlformats.org/officeDocument/2006/relationships/slide" Target="slides/slide17.xml"/><Relationship Id="rId32" Type="http://schemas.openxmlformats.org/officeDocument/2006/relationships/slide" Target="slides/slide25.xml"/><Relationship Id="rId37" Type="http://schemas.openxmlformats.org/officeDocument/2006/relationships/slide" Target="slides/slide30.xml"/><Relationship Id="rId40" Type="http://schemas.openxmlformats.org/officeDocument/2006/relationships/font" Target="fonts/font1.fntdata"/><Relationship Id="rId45" Type="http://schemas.openxmlformats.org/officeDocument/2006/relationships/font" Target="fonts/font6.fntdata"/><Relationship Id="rId53" Type="http://schemas.microsoft.com/office/2016/11/relationships/changesInfo" Target="changesInfos/changesInfo1.xml"/><Relationship Id="rId5" Type="http://schemas.openxmlformats.org/officeDocument/2006/relationships/slideMaster" Target="slideMasters/slideMaster2.xml"/><Relationship Id="rId10" Type="http://schemas.openxmlformats.org/officeDocument/2006/relationships/slide" Target="slides/slide3.xml"/><Relationship Id="rId19" Type="http://schemas.openxmlformats.org/officeDocument/2006/relationships/slide" Target="slides/slide12.xml"/><Relationship Id="rId31" Type="http://schemas.openxmlformats.org/officeDocument/2006/relationships/slide" Target="slides/slide24.xml"/><Relationship Id="rId44" Type="http://schemas.openxmlformats.org/officeDocument/2006/relationships/font" Target="fonts/font5.fntdata"/><Relationship Id="rId52" Type="http://schemas.openxmlformats.org/officeDocument/2006/relationships/tableStyles" Target="tableStyles.xml"/><Relationship Id="rId4" Type="http://schemas.openxmlformats.org/officeDocument/2006/relationships/slideMaster" Target="slideMasters/slideMaster1.xml"/><Relationship Id="rId9" Type="http://schemas.openxmlformats.org/officeDocument/2006/relationships/slide" Target="slides/slide2.xml"/><Relationship Id="rId14" Type="http://schemas.openxmlformats.org/officeDocument/2006/relationships/slide" Target="slides/slide7.xml"/><Relationship Id="rId22" Type="http://schemas.openxmlformats.org/officeDocument/2006/relationships/slide" Target="slides/slide15.xml"/><Relationship Id="rId27" Type="http://schemas.openxmlformats.org/officeDocument/2006/relationships/slide" Target="slides/slide20.xml"/><Relationship Id="rId30" Type="http://schemas.openxmlformats.org/officeDocument/2006/relationships/slide" Target="slides/slide23.xml"/><Relationship Id="rId35" Type="http://schemas.openxmlformats.org/officeDocument/2006/relationships/slide" Target="slides/slide28.xml"/><Relationship Id="rId43" Type="http://schemas.openxmlformats.org/officeDocument/2006/relationships/font" Target="fonts/font4.fntdata"/><Relationship Id="rId48" Type="http://schemas.openxmlformats.org/officeDocument/2006/relationships/commentAuthors" Target="commentAuthors.xml"/><Relationship Id="rId8" Type="http://schemas.openxmlformats.org/officeDocument/2006/relationships/slide" Target="slides/slide1.xml"/><Relationship Id="rId51" Type="http://schemas.openxmlformats.org/officeDocument/2006/relationships/theme" Target="theme/theme1.xml"/><Relationship Id="rId3" Type="http://schemas.openxmlformats.org/officeDocument/2006/relationships/customXml" Target="../customXml/item3.xml"/><Relationship Id="rId12" Type="http://schemas.openxmlformats.org/officeDocument/2006/relationships/slide" Target="slides/slide5.xml"/><Relationship Id="rId17" Type="http://schemas.openxmlformats.org/officeDocument/2006/relationships/slide" Target="slides/slide10.xml"/><Relationship Id="rId25" Type="http://schemas.openxmlformats.org/officeDocument/2006/relationships/slide" Target="slides/slide18.xml"/><Relationship Id="rId33" Type="http://schemas.openxmlformats.org/officeDocument/2006/relationships/slide" Target="slides/slide26.xml"/><Relationship Id="rId38" Type="http://schemas.openxmlformats.org/officeDocument/2006/relationships/slide" Target="slides/slide31.xml"/><Relationship Id="rId46" Type="http://schemas.openxmlformats.org/officeDocument/2006/relationships/font" Target="fonts/font7.fntdata"/><Relationship Id="rId20" Type="http://schemas.openxmlformats.org/officeDocument/2006/relationships/slide" Target="slides/slide13.xml"/><Relationship Id="rId41" Type="http://schemas.openxmlformats.org/officeDocument/2006/relationships/font" Target="fonts/font2.fntdata"/><Relationship Id="rId54" Type="http://schemas.microsoft.com/office/2015/10/relationships/revisionInfo" Target="revisionInfo.xml"/><Relationship Id="rId1" Type="http://schemas.openxmlformats.org/officeDocument/2006/relationships/customXml" Target="../customXml/item1.xml"/><Relationship Id="rId6" Type="http://schemas.openxmlformats.org/officeDocument/2006/relationships/slideMaster" Target="slideMasters/slideMaster3.xml"/><Relationship Id="rId15" Type="http://schemas.openxmlformats.org/officeDocument/2006/relationships/slide" Target="slides/slide8.xml"/><Relationship Id="rId23" Type="http://schemas.openxmlformats.org/officeDocument/2006/relationships/slide" Target="slides/slide16.xml"/><Relationship Id="rId28" Type="http://schemas.openxmlformats.org/officeDocument/2006/relationships/slide" Target="slides/slide21.xml"/><Relationship Id="rId36" Type="http://schemas.openxmlformats.org/officeDocument/2006/relationships/slide" Target="slides/slide29.xml"/><Relationship Id="rId49"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Thomas Sinclair" userId="S::thomass@aie.edu.au::ea7e17c6-715c-40d9-8261-37f47b5b9a01" providerId="AD" clId="Web-{B1930DA9-CC90-F3EB-3129-10D97020EF3C}"/>
    <pc:docChg chg="delSld">
      <pc:chgData name="Thomas Sinclair" userId="S::thomass@aie.edu.au::ea7e17c6-715c-40d9-8261-37f47b5b9a01" providerId="AD" clId="Web-{B1930DA9-CC90-F3EB-3129-10D97020EF3C}" dt="2020-11-30T22:24:58.891" v="0"/>
      <pc:docMkLst>
        <pc:docMk/>
      </pc:docMkLst>
      <pc:sldChg chg="del">
        <pc:chgData name="Thomas Sinclair" userId="S::thomass@aie.edu.au::ea7e17c6-715c-40d9-8261-37f47b5b9a01" providerId="AD" clId="Web-{B1930DA9-CC90-F3EB-3129-10D97020EF3C}" dt="2020-11-30T22:24:58.891" v="0"/>
        <pc:sldMkLst>
          <pc:docMk/>
          <pc:sldMk cId="2798763392" sldId="289"/>
        </pc:sldMkLst>
      </pc:sldChg>
    </pc:docChg>
  </pc:docChgLst>
  <pc:docChgLst>
    <pc:chgData name="Heath Freeland" userId="c64ea565-dca3-4ff1-8c6f-7942f481ecf6" providerId="ADAL" clId="{16919606-DC2E-46D4-B182-6D189BFE9323}"/>
    <pc:docChg chg="undo custSel addSld delSld modSld">
      <pc:chgData name="Heath Freeland" userId="c64ea565-dca3-4ff1-8c6f-7942f481ecf6" providerId="ADAL" clId="{16919606-DC2E-46D4-B182-6D189BFE9323}" dt="2021-01-22T00:39:16.434" v="3" actId="47"/>
      <pc:docMkLst>
        <pc:docMk/>
      </pc:docMkLst>
      <pc:sldChg chg="add del">
        <pc:chgData name="Heath Freeland" userId="c64ea565-dca3-4ff1-8c6f-7942f481ecf6" providerId="ADAL" clId="{16919606-DC2E-46D4-B182-6D189BFE9323}" dt="2021-01-22T00:39:16.434" v="3" actId="47"/>
        <pc:sldMkLst>
          <pc:docMk/>
          <pc:sldMk cId="2161622480" sldId="288"/>
        </pc:sldMkLst>
      </pc:sldChg>
      <pc:sldChg chg="add">
        <pc:chgData name="Heath Freeland" userId="c64ea565-dca3-4ff1-8c6f-7942f481ecf6" providerId="ADAL" clId="{16919606-DC2E-46D4-B182-6D189BFE9323}" dt="2021-01-22T00:38:57.070" v="0"/>
        <pc:sldMkLst>
          <pc:docMk/>
          <pc:sldMk cId="2970984095" sldId="289"/>
        </pc:sldMkLst>
      </pc:sldChg>
    </pc:docChg>
  </pc:docChgLst>
  <pc:docChgLst>
    <pc:chgData name="Thomas Sinclair" userId="S::thomass@aie.edu.au::ea7e17c6-715c-40d9-8261-37f47b5b9a01" providerId="AD" clId="Web-{550E3A6B-77A4-1767-5431-82685B7EBEAA}"/>
    <pc:docChg chg="modSld">
      <pc:chgData name="Thomas Sinclair" userId="S::thomass@aie.edu.au::ea7e17c6-715c-40d9-8261-37f47b5b9a01" providerId="AD" clId="Web-{550E3A6B-77A4-1767-5431-82685B7EBEAA}" dt="2021-06-03T23:39:49.193" v="4" actId="20577"/>
      <pc:docMkLst>
        <pc:docMk/>
      </pc:docMkLst>
      <pc:sldChg chg="modSp">
        <pc:chgData name="Thomas Sinclair" userId="S::thomass@aie.edu.au::ea7e17c6-715c-40d9-8261-37f47b5b9a01" providerId="AD" clId="Web-{550E3A6B-77A4-1767-5431-82685B7EBEAA}" dt="2021-06-03T23:39:49.193" v="4" actId="20577"/>
        <pc:sldMkLst>
          <pc:docMk/>
          <pc:sldMk cId="932126843" sldId="279"/>
        </pc:sldMkLst>
        <pc:spChg chg="mod">
          <ac:chgData name="Thomas Sinclair" userId="S::thomass@aie.edu.au::ea7e17c6-715c-40d9-8261-37f47b5b9a01" providerId="AD" clId="Web-{550E3A6B-77A4-1767-5431-82685B7EBEAA}" dt="2021-06-03T23:39:49.193" v="4" actId="20577"/>
          <ac:spMkLst>
            <pc:docMk/>
            <pc:sldMk cId="932126843" sldId="279"/>
            <ac:spMk id="335" creationId="{00000000-0000-0000-0000-000000000000}"/>
          </ac:spMkLst>
        </pc:spChg>
      </pc:sldChg>
    </pc:docChg>
  </pc:docChgLst>
  <pc:docChgLst>
    <pc:chgData name="Patrick Delmastro" userId="S::patrick.delmastro@aie.edu.au::80153e81-cca5-4785-8329-c43569ff9011" providerId="AD" clId="Web-{A90F607D-ADDF-FC7F-DBB9-6CB772DBF6C3}"/>
    <pc:docChg chg="addSld delSld modSld sldOrd">
      <pc:chgData name="Patrick Delmastro" userId="S::patrick.delmastro@aie.edu.au::80153e81-cca5-4785-8329-c43569ff9011" providerId="AD" clId="Web-{A90F607D-ADDF-FC7F-DBB9-6CB772DBF6C3}" dt="2021-06-03T06:22:09.339" v="777" actId="20577"/>
      <pc:docMkLst>
        <pc:docMk/>
      </pc:docMkLst>
      <pc:sldChg chg="modSp">
        <pc:chgData name="Patrick Delmastro" userId="S::patrick.delmastro@aie.edu.au::80153e81-cca5-4785-8329-c43569ff9011" providerId="AD" clId="Web-{A90F607D-ADDF-FC7F-DBB9-6CB772DBF6C3}" dt="2021-06-03T02:08:35.051" v="564" actId="20577"/>
        <pc:sldMkLst>
          <pc:docMk/>
          <pc:sldMk cId="0" sldId="258"/>
        </pc:sldMkLst>
        <pc:spChg chg="mod">
          <ac:chgData name="Patrick Delmastro" userId="S::patrick.delmastro@aie.edu.au::80153e81-cca5-4785-8329-c43569ff9011" providerId="AD" clId="Web-{A90F607D-ADDF-FC7F-DBB9-6CB772DBF6C3}" dt="2021-06-03T02:08:35.051" v="564" actId="20577"/>
          <ac:spMkLst>
            <pc:docMk/>
            <pc:sldMk cId="0" sldId="258"/>
            <ac:spMk id="316" creationId="{00000000-0000-0000-0000-000000000000}"/>
          </ac:spMkLst>
        </pc:spChg>
        <pc:spChg chg="mod">
          <ac:chgData name="Patrick Delmastro" userId="S::patrick.delmastro@aie.edu.au::80153e81-cca5-4785-8329-c43569ff9011" providerId="AD" clId="Web-{A90F607D-ADDF-FC7F-DBB9-6CB772DBF6C3}" dt="2021-06-03T00:28:16.267" v="18" actId="20577"/>
          <ac:spMkLst>
            <pc:docMk/>
            <pc:sldMk cId="0" sldId="258"/>
            <ac:spMk id="317" creationId="{00000000-0000-0000-0000-000000000000}"/>
          </ac:spMkLst>
        </pc:spChg>
      </pc:sldChg>
      <pc:sldChg chg="modSp">
        <pc:chgData name="Patrick Delmastro" userId="S::patrick.delmastro@aie.edu.au::80153e81-cca5-4785-8329-c43569ff9011" providerId="AD" clId="Web-{A90F607D-ADDF-FC7F-DBB9-6CB772DBF6C3}" dt="2021-06-03T01:34:48.880" v="348" actId="20577"/>
        <pc:sldMkLst>
          <pc:docMk/>
          <pc:sldMk cId="0" sldId="259"/>
        </pc:sldMkLst>
        <pc:spChg chg="mod">
          <ac:chgData name="Patrick Delmastro" userId="S::patrick.delmastro@aie.edu.au::80153e81-cca5-4785-8329-c43569ff9011" providerId="AD" clId="Web-{A90F607D-ADDF-FC7F-DBB9-6CB772DBF6C3}" dt="2021-06-03T01:34:48.880" v="348" actId="20577"/>
          <ac:spMkLst>
            <pc:docMk/>
            <pc:sldMk cId="0" sldId="259"/>
            <ac:spMk id="328" creationId="{00000000-0000-0000-0000-000000000000}"/>
          </ac:spMkLst>
        </pc:spChg>
        <pc:spChg chg="mod">
          <ac:chgData name="Patrick Delmastro" userId="S::patrick.delmastro@aie.edu.au::80153e81-cca5-4785-8329-c43569ff9011" providerId="AD" clId="Web-{A90F607D-ADDF-FC7F-DBB9-6CB772DBF6C3}" dt="2021-06-03T01:05:48.700" v="74" actId="20577"/>
          <ac:spMkLst>
            <pc:docMk/>
            <pc:sldMk cId="0" sldId="259"/>
            <ac:spMk id="329" creationId="{00000000-0000-0000-0000-000000000000}"/>
          </ac:spMkLst>
        </pc:spChg>
      </pc:sldChg>
      <pc:sldChg chg="modSp">
        <pc:chgData name="Patrick Delmastro" userId="S::patrick.delmastro@aie.edu.au::80153e81-cca5-4785-8329-c43569ff9011" providerId="AD" clId="Web-{A90F607D-ADDF-FC7F-DBB9-6CB772DBF6C3}" dt="2021-06-03T01:45:48.504" v="411"/>
        <pc:sldMkLst>
          <pc:docMk/>
          <pc:sldMk cId="0" sldId="261"/>
        </pc:sldMkLst>
        <pc:spChg chg="mod">
          <ac:chgData name="Patrick Delmastro" userId="S::patrick.delmastro@aie.edu.au::80153e81-cca5-4785-8329-c43569ff9011" providerId="AD" clId="Web-{A90F607D-ADDF-FC7F-DBB9-6CB772DBF6C3}" dt="2021-06-03T01:35:07.505" v="356" actId="20577"/>
          <ac:spMkLst>
            <pc:docMk/>
            <pc:sldMk cId="0" sldId="261"/>
            <ac:spMk id="241" creationId="{00000000-0000-0000-0000-000000000000}"/>
          </ac:spMkLst>
        </pc:spChg>
        <pc:graphicFrameChg chg="mod modGraphic">
          <ac:chgData name="Patrick Delmastro" userId="S::patrick.delmastro@aie.edu.au::80153e81-cca5-4785-8329-c43569ff9011" providerId="AD" clId="Web-{A90F607D-ADDF-FC7F-DBB9-6CB772DBF6C3}" dt="2021-06-03T01:45:48.504" v="411"/>
          <ac:graphicFrameMkLst>
            <pc:docMk/>
            <pc:sldMk cId="0" sldId="261"/>
            <ac:graphicFrameMk id="240" creationId="{00000000-0000-0000-0000-000000000000}"/>
          </ac:graphicFrameMkLst>
        </pc:graphicFrameChg>
      </pc:sldChg>
      <pc:sldChg chg="modSp ord">
        <pc:chgData name="Patrick Delmastro" userId="S::patrick.delmastro@aie.edu.au::80153e81-cca5-4785-8329-c43569ff9011" providerId="AD" clId="Web-{A90F607D-ADDF-FC7F-DBB9-6CB772DBF6C3}" dt="2021-06-03T01:42:37.172" v="405"/>
        <pc:sldMkLst>
          <pc:docMk/>
          <pc:sldMk cId="0" sldId="262"/>
        </pc:sldMkLst>
        <pc:spChg chg="mod">
          <ac:chgData name="Patrick Delmastro" userId="S::patrick.delmastro@aie.edu.au::80153e81-cca5-4785-8329-c43569ff9011" providerId="AD" clId="Web-{A90F607D-ADDF-FC7F-DBB9-6CB772DBF6C3}" dt="2021-06-03T01:35:53.772" v="381" actId="20577"/>
          <ac:spMkLst>
            <pc:docMk/>
            <pc:sldMk cId="0" sldId="262"/>
            <ac:spMk id="349" creationId="{00000000-0000-0000-0000-000000000000}"/>
          </ac:spMkLst>
        </pc:spChg>
      </pc:sldChg>
      <pc:sldChg chg="modSp ord">
        <pc:chgData name="Patrick Delmastro" userId="S::patrick.delmastro@aie.edu.au::80153e81-cca5-4785-8329-c43569ff9011" providerId="AD" clId="Web-{A90F607D-ADDF-FC7F-DBB9-6CB772DBF6C3}" dt="2021-06-03T01:43:04.157" v="406"/>
        <pc:sldMkLst>
          <pc:docMk/>
          <pc:sldMk cId="0" sldId="263"/>
        </pc:sldMkLst>
        <pc:spChg chg="mod">
          <ac:chgData name="Patrick Delmastro" userId="S::patrick.delmastro@aie.edu.au::80153e81-cca5-4785-8329-c43569ff9011" providerId="AD" clId="Web-{A90F607D-ADDF-FC7F-DBB9-6CB772DBF6C3}" dt="2021-06-03T01:35:11.084" v="357" actId="20577"/>
          <ac:spMkLst>
            <pc:docMk/>
            <pc:sldMk cId="0" sldId="263"/>
            <ac:spMk id="354" creationId="{00000000-0000-0000-0000-000000000000}"/>
          </ac:spMkLst>
        </pc:spChg>
      </pc:sldChg>
      <pc:sldChg chg="modSp ord">
        <pc:chgData name="Patrick Delmastro" userId="S::patrick.delmastro@aie.edu.au::80153e81-cca5-4785-8329-c43569ff9011" providerId="AD" clId="Web-{A90F607D-ADDF-FC7F-DBB9-6CB772DBF6C3}" dt="2021-06-03T01:43:17.595" v="407"/>
        <pc:sldMkLst>
          <pc:docMk/>
          <pc:sldMk cId="0" sldId="264"/>
        </pc:sldMkLst>
        <pc:spChg chg="mod">
          <ac:chgData name="Patrick Delmastro" userId="S::patrick.delmastro@aie.edu.au::80153e81-cca5-4785-8329-c43569ff9011" providerId="AD" clId="Web-{A90F607D-ADDF-FC7F-DBB9-6CB772DBF6C3}" dt="2021-06-03T01:35:14.084" v="359" actId="20577"/>
          <ac:spMkLst>
            <pc:docMk/>
            <pc:sldMk cId="0" sldId="264"/>
            <ac:spMk id="362" creationId="{00000000-0000-0000-0000-000000000000}"/>
          </ac:spMkLst>
        </pc:spChg>
      </pc:sldChg>
      <pc:sldChg chg="modSp del">
        <pc:chgData name="Patrick Delmastro" userId="S::patrick.delmastro@aie.edu.au::80153e81-cca5-4785-8329-c43569ff9011" providerId="AD" clId="Web-{A90F607D-ADDF-FC7F-DBB9-6CB772DBF6C3}" dt="2021-06-03T02:03:05.309" v="437"/>
        <pc:sldMkLst>
          <pc:docMk/>
          <pc:sldMk cId="0" sldId="265"/>
        </pc:sldMkLst>
        <pc:spChg chg="mod">
          <ac:chgData name="Patrick Delmastro" userId="S::patrick.delmastro@aie.edu.au::80153e81-cca5-4785-8329-c43569ff9011" providerId="AD" clId="Web-{A90F607D-ADDF-FC7F-DBB9-6CB772DBF6C3}" dt="2021-06-03T01:49:34.806" v="425" actId="14100"/>
          <ac:spMkLst>
            <pc:docMk/>
            <pc:sldMk cId="0" sldId="265"/>
            <ac:spMk id="369" creationId="{00000000-0000-0000-0000-000000000000}"/>
          </ac:spMkLst>
        </pc:spChg>
        <pc:spChg chg="mod">
          <ac:chgData name="Patrick Delmastro" userId="S::patrick.delmastro@aie.edu.au::80153e81-cca5-4785-8329-c43569ff9011" providerId="AD" clId="Web-{A90F607D-ADDF-FC7F-DBB9-6CB772DBF6C3}" dt="2021-06-03T01:49:46.385" v="436" actId="20577"/>
          <ac:spMkLst>
            <pc:docMk/>
            <pc:sldMk cId="0" sldId="265"/>
            <ac:spMk id="371" creationId="{00000000-0000-0000-0000-000000000000}"/>
          </ac:spMkLst>
        </pc:spChg>
      </pc:sldChg>
      <pc:sldChg chg="modSp">
        <pc:chgData name="Patrick Delmastro" userId="S::patrick.delmastro@aie.edu.au::80153e81-cca5-4785-8329-c43569ff9011" providerId="AD" clId="Web-{A90F607D-ADDF-FC7F-DBB9-6CB772DBF6C3}" dt="2021-06-03T01:35:40.928" v="377" actId="20577"/>
        <pc:sldMkLst>
          <pc:docMk/>
          <pc:sldMk cId="0" sldId="266"/>
        </pc:sldMkLst>
        <pc:spChg chg="mod">
          <ac:chgData name="Patrick Delmastro" userId="S::patrick.delmastro@aie.edu.au::80153e81-cca5-4785-8329-c43569ff9011" providerId="AD" clId="Web-{A90F607D-ADDF-FC7F-DBB9-6CB772DBF6C3}" dt="2021-06-03T01:11:00.926" v="79" actId="20577"/>
          <ac:spMkLst>
            <pc:docMk/>
            <pc:sldMk cId="0" sldId="266"/>
            <ac:spMk id="385" creationId="{00000000-0000-0000-0000-000000000000}"/>
          </ac:spMkLst>
        </pc:spChg>
        <pc:spChg chg="mod">
          <ac:chgData name="Patrick Delmastro" userId="S::patrick.delmastro@aie.edu.au::80153e81-cca5-4785-8329-c43569ff9011" providerId="AD" clId="Web-{A90F607D-ADDF-FC7F-DBB9-6CB772DBF6C3}" dt="2021-06-03T01:35:40.928" v="377" actId="20577"/>
          <ac:spMkLst>
            <pc:docMk/>
            <pc:sldMk cId="0" sldId="266"/>
            <ac:spMk id="388" creationId="{00000000-0000-0000-0000-000000000000}"/>
          </ac:spMkLst>
        </pc:spChg>
      </pc:sldChg>
      <pc:sldChg chg="delSp modSp">
        <pc:chgData name="Patrick Delmastro" userId="S::patrick.delmastro@aie.edu.au::80153e81-cca5-4785-8329-c43569ff9011" providerId="AD" clId="Web-{A90F607D-ADDF-FC7F-DBB9-6CB772DBF6C3}" dt="2021-06-03T01:35:49.475" v="379" actId="20577"/>
        <pc:sldMkLst>
          <pc:docMk/>
          <pc:sldMk cId="0" sldId="267"/>
        </pc:sldMkLst>
        <pc:spChg chg="del">
          <ac:chgData name="Patrick Delmastro" userId="S::patrick.delmastro@aie.edu.au::80153e81-cca5-4785-8329-c43569ff9011" providerId="AD" clId="Web-{A90F607D-ADDF-FC7F-DBB9-6CB772DBF6C3}" dt="2021-06-03T01:12:44.225" v="90"/>
          <ac:spMkLst>
            <pc:docMk/>
            <pc:sldMk cId="0" sldId="267"/>
            <ac:spMk id="394" creationId="{00000000-0000-0000-0000-000000000000}"/>
          </ac:spMkLst>
        </pc:spChg>
        <pc:spChg chg="del">
          <ac:chgData name="Patrick Delmastro" userId="S::patrick.delmastro@aie.edu.au::80153e81-cca5-4785-8329-c43569ff9011" providerId="AD" clId="Web-{A90F607D-ADDF-FC7F-DBB9-6CB772DBF6C3}" dt="2021-06-03T01:12:44.225" v="89"/>
          <ac:spMkLst>
            <pc:docMk/>
            <pc:sldMk cId="0" sldId="267"/>
            <ac:spMk id="395" creationId="{00000000-0000-0000-0000-000000000000}"/>
          </ac:spMkLst>
        </pc:spChg>
        <pc:spChg chg="del">
          <ac:chgData name="Patrick Delmastro" userId="S::patrick.delmastro@aie.edu.au::80153e81-cca5-4785-8329-c43569ff9011" providerId="AD" clId="Web-{A90F607D-ADDF-FC7F-DBB9-6CB772DBF6C3}" dt="2021-06-03T01:12:44.225" v="88"/>
          <ac:spMkLst>
            <pc:docMk/>
            <pc:sldMk cId="0" sldId="267"/>
            <ac:spMk id="396" creationId="{00000000-0000-0000-0000-000000000000}"/>
          </ac:spMkLst>
        </pc:spChg>
        <pc:spChg chg="del">
          <ac:chgData name="Patrick Delmastro" userId="S::patrick.delmastro@aie.edu.au::80153e81-cca5-4785-8329-c43569ff9011" providerId="AD" clId="Web-{A90F607D-ADDF-FC7F-DBB9-6CB772DBF6C3}" dt="2021-06-03T01:12:44.225" v="87"/>
          <ac:spMkLst>
            <pc:docMk/>
            <pc:sldMk cId="0" sldId="267"/>
            <ac:spMk id="397" creationId="{00000000-0000-0000-0000-000000000000}"/>
          </ac:spMkLst>
        </pc:spChg>
        <pc:spChg chg="del">
          <ac:chgData name="Patrick Delmastro" userId="S::patrick.delmastro@aie.edu.au::80153e81-cca5-4785-8329-c43569ff9011" providerId="AD" clId="Web-{A90F607D-ADDF-FC7F-DBB9-6CB772DBF6C3}" dt="2021-06-03T01:12:44.225" v="86"/>
          <ac:spMkLst>
            <pc:docMk/>
            <pc:sldMk cId="0" sldId="267"/>
            <ac:spMk id="398" creationId="{00000000-0000-0000-0000-000000000000}"/>
          </ac:spMkLst>
        </pc:spChg>
        <pc:spChg chg="del">
          <ac:chgData name="Patrick Delmastro" userId="S::patrick.delmastro@aie.edu.au::80153e81-cca5-4785-8329-c43569ff9011" providerId="AD" clId="Web-{A90F607D-ADDF-FC7F-DBB9-6CB772DBF6C3}" dt="2021-06-03T01:12:44.225" v="91"/>
          <ac:spMkLst>
            <pc:docMk/>
            <pc:sldMk cId="0" sldId="267"/>
            <ac:spMk id="399" creationId="{00000000-0000-0000-0000-000000000000}"/>
          </ac:spMkLst>
        </pc:spChg>
        <pc:spChg chg="del">
          <ac:chgData name="Patrick Delmastro" userId="S::patrick.delmastro@aie.edu.au::80153e81-cca5-4785-8329-c43569ff9011" providerId="AD" clId="Web-{A90F607D-ADDF-FC7F-DBB9-6CB772DBF6C3}" dt="2021-06-03T01:12:16.740" v="83"/>
          <ac:spMkLst>
            <pc:docMk/>
            <pc:sldMk cId="0" sldId="267"/>
            <ac:spMk id="400" creationId="{00000000-0000-0000-0000-000000000000}"/>
          </ac:spMkLst>
        </pc:spChg>
        <pc:spChg chg="mod">
          <ac:chgData name="Patrick Delmastro" userId="S::patrick.delmastro@aie.edu.au::80153e81-cca5-4785-8329-c43569ff9011" providerId="AD" clId="Web-{A90F607D-ADDF-FC7F-DBB9-6CB772DBF6C3}" dt="2021-06-03T01:35:49.475" v="379" actId="20577"/>
          <ac:spMkLst>
            <pc:docMk/>
            <pc:sldMk cId="0" sldId="267"/>
            <ac:spMk id="401" creationId="{00000000-0000-0000-0000-000000000000}"/>
          </ac:spMkLst>
        </pc:spChg>
        <pc:spChg chg="mod">
          <ac:chgData name="Patrick Delmastro" userId="S::patrick.delmastro@aie.edu.au::80153e81-cca5-4785-8329-c43569ff9011" providerId="AD" clId="Web-{A90F607D-ADDF-FC7F-DBB9-6CB772DBF6C3}" dt="2021-06-03T01:14:14.602" v="120" actId="20577"/>
          <ac:spMkLst>
            <pc:docMk/>
            <pc:sldMk cId="0" sldId="267"/>
            <ac:spMk id="402" creationId="{00000000-0000-0000-0000-000000000000}"/>
          </ac:spMkLst>
        </pc:spChg>
        <pc:spChg chg="mod">
          <ac:chgData name="Patrick Delmastro" userId="S::patrick.delmastro@aie.edu.au::80153e81-cca5-4785-8329-c43569ff9011" providerId="AD" clId="Web-{A90F607D-ADDF-FC7F-DBB9-6CB772DBF6C3}" dt="2021-06-03T01:13:30.929" v="115" actId="1076"/>
          <ac:spMkLst>
            <pc:docMk/>
            <pc:sldMk cId="0" sldId="267"/>
            <ac:spMk id="404" creationId="{00000000-0000-0000-0000-000000000000}"/>
          </ac:spMkLst>
        </pc:spChg>
        <pc:picChg chg="mod">
          <ac:chgData name="Patrick Delmastro" userId="S::patrick.delmastro@aie.edu.au::80153e81-cca5-4785-8329-c43569ff9011" providerId="AD" clId="Web-{A90F607D-ADDF-FC7F-DBB9-6CB772DBF6C3}" dt="2021-06-03T01:13:28.867" v="114" actId="1076"/>
          <ac:picMkLst>
            <pc:docMk/>
            <pc:sldMk cId="0" sldId="267"/>
            <ac:picMk id="403" creationId="{00000000-0000-0000-0000-000000000000}"/>
          </ac:picMkLst>
        </pc:picChg>
        <pc:picChg chg="del">
          <ac:chgData name="Patrick Delmastro" userId="S::patrick.delmastro@aie.edu.au::80153e81-cca5-4785-8329-c43569ff9011" providerId="AD" clId="Web-{A90F607D-ADDF-FC7F-DBB9-6CB772DBF6C3}" dt="2021-06-03T01:12:16.740" v="82"/>
          <ac:picMkLst>
            <pc:docMk/>
            <pc:sldMk cId="0" sldId="267"/>
            <ac:picMk id="405" creationId="{00000000-0000-0000-0000-000000000000}"/>
          </ac:picMkLst>
        </pc:picChg>
        <pc:picChg chg="del">
          <ac:chgData name="Patrick Delmastro" userId="S::patrick.delmastro@aie.edu.au::80153e81-cca5-4785-8329-c43569ff9011" providerId="AD" clId="Web-{A90F607D-ADDF-FC7F-DBB9-6CB772DBF6C3}" dt="2021-06-03T01:12:18.397" v="84"/>
          <ac:picMkLst>
            <pc:docMk/>
            <pc:sldMk cId="0" sldId="267"/>
            <ac:picMk id="406" creationId="{00000000-0000-0000-0000-000000000000}"/>
          </ac:picMkLst>
        </pc:picChg>
        <pc:picChg chg="del">
          <ac:chgData name="Patrick Delmastro" userId="S::patrick.delmastro@aie.edu.au::80153e81-cca5-4785-8329-c43569ff9011" providerId="AD" clId="Web-{A90F607D-ADDF-FC7F-DBB9-6CB772DBF6C3}" dt="2021-06-03T01:12:16.740" v="81"/>
          <ac:picMkLst>
            <pc:docMk/>
            <pc:sldMk cId="0" sldId="267"/>
            <ac:picMk id="407" creationId="{00000000-0000-0000-0000-000000000000}"/>
          </ac:picMkLst>
        </pc:picChg>
        <pc:picChg chg="del">
          <ac:chgData name="Patrick Delmastro" userId="S::patrick.delmastro@aie.edu.au::80153e81-cca5-4785-8329-c43569ff9011" providerId="AD" clId="Web-{A90F607D-ADDF-FC7F-DBB9-6CB772DBF6C3}" dt="2021-06-03T01:12:18.490" v="85"/>
          <ac:picMkLst>
            <pc:docMk/>
            <pc:sldMk cId="0" sldId="267"/>
            <ac:picMk id="408" creationId="{00000000-0000-0000-0000-000000000000}"/>
          </ac:picMkLst>
        </pc:picChg>
      </pc:sldChg>
      <pc:sldChg chg="modSp">
        <pc:chgData name="Patrick Delmastro" userId="S::patrick.delmastro@aie.edu.au::80153e81-cca5-4785-8329-c43569ff9011" providerId="AD" clId="Web-{A90F607D-ADDF-FC7F-DBB9-6CB772DBF6C3}" dt="2021-06-03T01:36:04.819" v="387" actId="20577"/>
        <pc:sldMkLst>
          <pc:docMk/>
          <pc:sldMk cId="0" sldId="269"/>
        </pc:sldMkLst>
        <pc:spChg chg="mod">
          <ac:chgData name="Patrick Delmastro" userId="S::patrick.delmastro@aie.edu.au::80153e81-cca5-4785-8329-c43569ff9011" providerId="AD" clId="Web-{A90F607D-ADDF-FC7F-DBB9-6CB772DBF6C3}" dt="2021-06-03T01:36:04.819" v="387" actId="20577"/>
          <ac:spMkLst>
            <pc:docMk/>
            <pc:sldMk cId="0" sldId="269"/>
            <ac:spMk id="421" creationId="{00000000-0000-0000-0000-000000000000}"/>
          </ac:spMkLst>
        </pc:spChg>
      </pc:sldChg>
      <pc:sldChg chg="modSp">
        <pc:chgData name="Patrick Delmastro" userId="S::patrick.delmastro@aie.edu.au::80153e81-cca5-4785-8329-c43569ff9011" providerId="AD" clId="Web-{A90F607D-ADDF-FC7F-DBB9-6CB772DBF6C3}" dt="2021-06-03T01:34:21.676" v="337" actId="20577"/>
        <pc:sldMkLst>
          <pc:docMk/>
          <pc:sldMk cId="0" sldId="270"/>
        </pc:sldMkLst>
        <pc:spChg chg="mod">
          <ac:chgData name="Patrick Delmastro" userId="S::patrick.delmastro@aie.edu.au::80153e81-cca5-4785-8329-c43569ff9011" providerId="AD" clId="Web-{A90F607D-ADDF-FC7F-DBB9-6CB772DBF6C3}" dt="2021-06-03T01:34:21.676" v="337" actId="20577"/>
          <ac:spMkLst>
            <pc:docMk/>
            <pc:sldMk cId="0" sldId="270"/>
            <ac:spMk id="429" creationId="{00000000-0000-0000-0000-000000000000}"/>
          </ac:spMkLst>
        </pc:spChg>
      </pc:sldChg>
      <pc:sldChg chg="modSp">
        <pc:chgData name="Patrick Delmastro" userId="S::patrick.delmastro@aie.edu.au::80153e81-cca5-4785-8329-c43569ff9011" providerId="AD" clId="Web-{A90F607D-ADDF-FC7F-DBB9-6CB772DBF6C3}" dt="2021-06-03T01:36:13.991" v="391" actId="20577"/>
        <pc:sldMkLst>
          <pc:docMk/>
          <pc:sldMk cId="0" sldId="273"/>
        </pc:sldMkLst>
        <pc:spChg chg="mod">
          <ac:chgData name="Patrick Delmastro" userId="S::patrick.delmastro@aie.edu.au::80153e81-cca5-4785-8329-c43569ff9011" providerId="AD" clId="Web-{A90F607D-ADDF-FC7F-DBB9-6CB772DBF6C3}" dt="2021-06-03T01:36:13.991" v="391" actId="20577"/>
          <ac:spMkLst>
            <pc:docMk/>
            <pc:sldMk cId="0" sldId="273"/>
            <ac:spMk id="451" creationId="{00000000-0000-0000-0000-000000000000}"/>
          </ac:spMkLst>
        </pc:spChg>
      </pc:sldChg>
      <pc:sldChg chg="delSp modSp">
        <pc:chgData name="Patrick Delmastro" userId="S::patrick.delmastro@aie.edu.au::80153e81-cca5-4785-8329-c43569ff9011" providerId="AD" clId="Web-{A90F607D-ADDF-FC7F-DBB9-6CB772DBF6C3}" dt="2021-06-03T02:14:37.949" v="661" actId="20577"/>
        <pc:sldMkLst>
          <pc:docMk/>
          <pc:sldMk cId="0" sldId="275"/>
        </pc:sldMkLst>
        <pc:spChg chg="del">
          <ac:chgData name="Patrick Delmastro" userId="S::patrick.delmastro@aie.edu.au::80153e81-cca5-4785-8329-c43569ff9011" providerId="AD" clId="Web-{A90F607D-ADDF-FC7F-DBB9-6CB772DBF6C3}" dt="2021-06-03T01:31:32.579" v="314"/>
          <ac:spMkLst>
            <pc:docMk/>
            <pc:sldMk cId="0" sldId="275"/>
            <ac:spMk id="9" creationId="{C13E0905-83FE-496C-80B1-F0380A34D3A1}"/>
          </ac:spMkLst>
        </pc:spChg>
        <pc:spChg chg="mod">
          <ac:chgData name="Patrick Delmastro" userId="S::patrick.delmastro@aie.edu.au::80153e81-cca5-4785-8329-c43569ff9011" providerId="AD" clId="Web-{A90F607D-ADDF-FC7F-DBB9-6CB772DBF6C3}" dt="2021-06-03T02:13:30.010" v="650" actId="20577"/>
          <ac:spMkLst>
            <pc:docMk/>
            <pc:sldMk cId="0" sldId="275"/>
            <ac:spMk id="10" creationId="{E7B15153-6A47-4F82-BF7A-3DCF70B5350A}"/>
          </ac:spMkLst>
        </pc:spChg>
        <pc:spChg chg="mod">
          <ac:chgData name="Patrick Delmastro" userId="S::patrick.delmastro@aie.edu.au::80153e81-cca5-4785-8329-c43569ff9011" providerId="AD" clId="Web-{A90F607D-ADDF-FC7F-DBB9-6CB772DBF6C3}" dt="2021-06-03T02:14:37.949" v="661" actId="20577"/>
          <ac:spMkLst>
            <pc:docMk/>
            <pc:sldMk cId="0" sldId="275"/>
            <ac:spMk id="468" creationId="{00000000-0000-0000-0000-000000000000}"/>
          </ac:spMkLst>
        </pc:spChg>
        <pc:spChg chg="mod">
          <ac:chgData name="Patrick Delmastro" userId="S::patrick.delmastro@aie.edu.au::80153e81-cca5-4785-8329-c43569ff9011" providerId="AD" clId="Web-{A90F607D-ADDF-FC7F-DBB9-6CB772DBF6C3}" dt="2021-06-03T02:11:49.196" v="626" actId="20577"/>
          <ac:spMkLst>
            <pc:docMk/>
            <pc:sldMk cId="0" sldId="275"/>
            <ac:spMk id="471" creationId="{00000000-0000-0000-0000-000000000000}"/>
          </ac:spMkLst>
        </pc:spChg>
        <pc:picChg chg="mod">
          <ac:chgData name="Patrick Delmastro" userId="S::patrick.delmastro@aie.edu.au::80153e81-cca5-4785-8329-c43569ff9011" providerId="AD" clId="Web-{A90F607D-ADDF-FC7F-DBB9-6CB772DBF6C3}" dt="2021-06-03T01:31:40.391" v="317" actId="1076"/>
          <ac:picMkLst>
            <pc:docMk/>
            <pc:sldMk cId="0" sldId="275"/>
            <ac:picMk id="8" creationId="{74142FC0-AE25-4DA6-846D-6CED7D946627}"/>
          </ac:picMkLst>
        </pc:picChg>
      </pc:sldChg>
      <pc:sldChg chg="modSp">
        <pc:chgData name="Patrick Delmastro" userId="S::patrick.delmastro@aie.edu.au::80153e81-cca5-4785-8329-c43569ff9011" providerId="AD" clId="Web-{A90F607D-ADDF-FC7F-DBB9-6CB772DBF6C3}" dt="2021-06-03T06:18:15.787" v="748" actId="20577"/>
        <pc:sldMkLst>
          <pc:docMk/>
          <pc:sldMk cId="0" sldId="276"/>
        </pc:sldMkLst>
        <pc:spChg chg="mod">
          <ac:chgData name="Patrick Delmastro" userId="S::patrick.delmastro@aie.edu.au::80153e81-cca5-4785-8329-c43569ff9011" providerId="AD" clId="Web-{A90F607D-ADDF-FC7F-DBB9-6CB772DBF6C3}" dt="2021-06-03T06:18:15.787" v="748" actId="20577"/>
          <ac:spMkLst>
            <pc:docMk/>
            <pc:sldMk cId="0" sldId="276"/>
            <ac:spMk id="478" creationId="{00000000-0000-0000-0000-000000000000}"/>
          </ac:spMkLst>
        </pc:spChg>
      </pc:sldChg>
      <pc:sldChg chg="modSp">
        <pc:chgData name="Patrick Delmastro" userId="S::patrick.delmastro@aie.edu.au::80153e81-cca5-4785-8329-c43569ff9011" providerId="AD" clId="Web-{A90F607D-ADDF-FC7F-DBB9-6CB772DBF6C3}" dt="2021-06-03T01:37:30.571" v="398" actId="20577"/>
        <pc:sldMkLst>
          <pc:docMk/>
          <pc:sldMk cId="0" sldId="277"/>
        </pc:sldMkLst>
        <pc:spChg chg="mod">
          <ac:chgData name="Patrick Delmastro" userId="S::patrick.delmastro@aie.edu.au::80153e81-cca5-4785-8329-c43569ff9011" providerId="AD" clId="Web-{A90F607D-ADDF-FC7F-DBB9-6CB772DBF6C3}" dt="2021-06-03T01:37:30.571" v="398" actId="20577"/>
          <ac:spMkLst>
            <pc:docMk/>
            <pc:sldMk cId="0" sldId="277"/>
            <ac:spMk id="483" creationId="{00000000-0000-0000-0000-000000000000}"/>
          </ac:spMkLst>
        </pc:spChg>
      </pc:sldChg>
      <pc:sldChg chg="modSp">
        <pc:chgData name="Patrick Delmastro" userId="S::patrick.delmastro@aie.edu.au::80153e81-cca5-4785-8329-c43569ff9011" providerId="AD" clId="Web-{A90F607D-ADDF-FC7F-DBB9-6CB772DBF6C3}" dt="2021-06-03T03:39:38.116" v="736" actId="20577"/>
        <pc:sldMkLst>
          <pc:docMk/>
          <pc:sldMk cId="932126843" sldId="279"/>
        </pc:sldMkLst>
        <pc:spChg chg="mod">
          <ac:chgData name="Patrick Delmastro" userId="S::patrick.delmastro@aie.edu.au::80153e81-cca5-4785-8329-c43569ff9011" providerId="AD" clId="Web-{A90F607D-ADDF-FC7F-DBB9-6CB772DBF6C3}" dt="2021-06-03T01:34:57.943" v="352" actId="20577"/>
          <ac:spMkLst>
            <pc:docMk/>
            <pc:sldMk cId="932126843" sldId="279"/>
            <ac:spMk id="334" creationId="{00000000-0000-0000-0000-000000000000}"/>
          </ac:spMkLst>
        </pc:spChg>
        <pc:spChg chg="mod">
          <ac:chgData name="Patrick Delmastro" userId="S::patrick.delmastro@aie.edu.au::80153e81-cca5-4785-8329-c43569ff9011" providerId="AD" clId="Web-{A90F607D-ADDF-FC7F-DBB9-6CB772DBF6C3}" dt="2021-06-03T03:39:38.116" v="736" actId="20577"/>
          <ac:spMkLst>
            <pc:docMk/>
            <pc:sldMk cId="932126843" sldId="279"/>
            <ac:spMk id="335" creationId="{00000000-0000-0000-0000-000000000000}"/>
          </ac:spMkLst>
        </pc:spChg>
      </pc:sldChg>
      <pc:sldChg chg="modSp">
        <pc:chgData name="Patrick Delmastro" userId="S::patrick.delmastro@aie.edu.au::80153e81-cca5-4785-8329-c43569ff9011" providerId="AD" clId="Web-{A90F607D-ADDF-FC7F-DBB9-6CB772DBF6C3}" dt="2021-06-03T06:22:09.339" v="777" actId="20577"/>
        <pc:sldMkLst>
          <pc:docMk/>
          <pc:sldMk cId="1068382997" sldId="280"/>
        </pc:sldMkLst>
        <pc:spChg chg="mod">
          <ac:chgData name="Patrick Delmastro" userId="S::patrick.delmastro@aie.edu.au::80153e81-cca5-4785-8329-c43569ff9011" providerId="AD" clId="Web-{A90F607D-ADDF-FC7F-DBB9-6CB772DBF6C3}" dt="2021-06-03T06:22:09.339" v="777" actId="20577"/>
          <ac:spMkLst>
            <pc:docMk/>
            <pc:sldMk cId="1068382997" sldId="280"/>
            <ac:spMk id="334" creationId="{00000000-0000-0000-0000-000000000000}"/>
          </ac:spMkLst>
        </pc:spChg>
      </pc:sldChg>
      <pc:sldChg chg="modSp">
        <pc:chgData name="Patrick Delmastro" userId="S::patrick.delmastro@aie.edu.au::80153e81-cca5-4785-8329-c43569ff9011" providerId="AD" clId="Web-{A90F607D-ADDF-FC7F-DBB9-6CB772DBF6C3}" dt="2021-06-03T01:34:32.333" v="342" actId="20577"/>
        <pc:sldMkLst>
          <pc:docMk/>
          <pc:sldMk cId="1977009700" sldId="281"/>
        </pc:sldMkLst>
        <pc:spChg chg="mod">
          <ac:chgData name="Patrick Delmastro" userId="S::patrick.delmastro@aie.edu.au::80153e81-cca5-4785-8329-c43569ff9011" providerId="AD" clId="Web-{A90F607D-ADDF-FC7F-DBB9-6CB772DBF6C3}" dt="2021-06-03T01:34:32.333" v="342" actId="20577"/>
          <ac:spMkLst>
            <pc:docMk/>
            <pc:sldMk cId="1977009700" sldId="281"/>
            <ac:spMk id="11" creationId="{0C7FC5DF-0D36-4A73-A8AE-0CDB3B704A71}"/>
          </ac:spMkLst>
        </pc:spChg>
        <pc:spChg chg="mod">
          <ac:chgData name="Patrick Delmastro" userId="S::patrick.delmastro@aie.edu.au::80153e81-cca5-4785-8329-c43569ff9011" providerId="AD" clId="Web-{A90F607D-ADDF-FC7F-DBB9-6CB772DBF6C3}" dt="2021-06-03T01:25:10.351" v="195" actId="20577"/>
          <ac:spMkLst>
            <pc:docMk/>
            <pc:sldMk cId="1977009700" sldId="281"/>
            <ac:spMk id="12" creationId="{D4178E53-F80A-4504-AC96-06A8C811CC2F}"/>
          </ac:spMkLst>
        </pc:spChg>
      </pc:sldChg>
      <pc:sldChg chg="modSp">
        <pc:chgData name="Patrick Delmastro" userId="S::patrick.delmastro@aie.edu.au::80153e81-cca5-4785-8329-c43569ff9011" providerId="AD" clId="Web-{A90F607D-ADDF-FC7F-DBB9-6CB772DBF6C3}" dt="2021-06-03T01:36:10.898" v="389" actId="20577"/>
        <pc:sldMkLst>
          <pc:docMk/>
          <pc:sldMk cId="2191999467" sldId="282"/>
        </pc:sldMkLst>
        <pc:spChg chg="mod">
          <ac:chgData name="Patrick Delmastro" userId="S::patrick.delmastro@aie.edu.au::80153e81-cca5-4785-8329-c43569ff9011" providerId="AD" clId="Web-{A90F607D-ADDF-FC7F-DBB9-6CB772DBF6C3}" dt="2021-06-03T01:36:10.898" v="389" actId="20577"/>
          <ac:spMkLst>
            <pc:docMk/>
            <pc:sldMk cId="2191999467" sldId="282"/>
            <ac:spMk id="16" creationId="{0FD8B14E-7CCF-42C8-9E9F-051852995464}"/>
          </ac:spMkLst>
        </pc:spChg>
      </pc:sldChg>
      <pc:sldChg chg="modSp">
        <pc:chgData name="Patrick Delmastro" userId="S::patrick.delmastro@aie.edu.au::80153e81-cca5-4785-8329-c43569ff9011" providerId="AD" clId="Web-{A90F607D-ADDF-FC7F-DBB9-6CB772DBF6C3}" dt="2021-06-03T06:12:50.107" v="744" actId="20577"/>
        <pc:sldMkLst>
          <pc:docMk/>
          <pc:sldMk cId="0" sldId="284"/>
        </pc:sldMkLst>
        <pc:spChg chg="mod">
          <ac:chgData name="Patrick Delmastro" userId="S::patrick.delmastro@aie.edu.au::80153e81-cca5-4785-8329-c43569ff9011" providerId="AD" clId="Web-{A90F607D-ADDF-FC7F-DBB9-6CB772DBF6C3}" dt="2021-06-03T06:12:50.107" v="744" actId="20577"/>
          <ac:spMkLst>
            <pc:docMk/>
            <pc:sldMk cId="0" sldId="284"/>
            <ac:spMk id="16" creationId="{0FD8B14E-7CCF-42C8-9E9F-051852995464}"/>
          </ac:spMkLst>
        </pc:spChg>
      </pc:sldChg>
      <pc:sldChg chg="del">
        <pc:chgData name="Patrick Delmastro" userId="S::patrick.delmastro@aie.edu.au::80153e81-cca5-4785-8329-c43569ff9011" providerId="AD" clId="Web-{A90F607D-ADDF-FC7F-DBB9-6CB772DBF6C3}" dt="2021-06-03T01:07:34.046" v="75"/>
        <pc:sldMkLst>
          <pc:docMk/>
          <pc:sldMk cId="0" sldId="285"/>
        </pc:sldMkLst>
      </pc:sldChg>
      <pc:sldChg chg="modSp">
        <pc:chgData name="Patrick Delmastro" userId="S::patrick.delmastro@aie.edu.au::80153e81-cca5-4785-8329-c43569ff9011" providerId="AD" clId="Web-{A90F607D-ADDF-FC7F-DBB9-6CB772DBF6C3}" dt="2021-06-03T01:35:03.068" v="354" actId="20577"/>
        <pc:sldMkLst>
          <pc:docMk/>
          <pc:sldMk cId="2763024996" sldId="287"/>
        </pc:sldMkLst>
        <pc:spChg chg="mod">
          <ac:chgData name="Patrick Delmastro" userId="S::patrick.delmastro@aie.edu.au::80153e81-cca5-4785-8329-c43569ff9011" providerId="AD" clId="Web-{A90F607D-ADDF-FC7F-DBB9-6CB772DBF6C3}" dt="2021-06-03T01:35:03.068" v="354" actId="20577"/>
          <ac:spMkLst>
            <pc:docMk/>
            <pc:sldMk cId="2763024996" sldId="287"/>
            <ac:spMk id="334" creationId="{00000000-0000-0000-0000-000000000000}"/>
          </ac:spMkLst>
        </pc:spChg>
      </pc:sldChg>
      <pc:sldChg chg="modSp del">
        <pc:chgData name="Patrick Delmastro" userId="S::patrick.delmastro@aie.edu.au::80153e81-cca5-4785-8329-c43569ff9011" providerId="AD" clId="Web-{A90F607D-ADDF-FC7F-DBB9-6CB772DBF6C3}" dt="2021-06-03T06:18:09.130" v="747"/>
        <pc:sldMkLst>
          <pc:docMk/>
          <pc:sldMk cId="2970984095" sldId="289"/>
        </pc:sldMkLst>
        <pc:spChg chg="mod">
          <ac:chgData name="Patrick Delmastro" userId="S::patrick.delmastro@aie.edu.au::80153e81-cca5-4785-8329-c43569ff9011" providerId="AD" clId="Web-{A90F607D-ADDF-FC7F-DBB9-6CB772DBF6C3}" dt="2021-06-03T01:37:29.165" v="397" actId="20577"/>
          <ac:spMkLst>
            <pc:docMk/>
            <pc:sldMk cId="2970984095" sldId="289"/>
            <ac:spMk id="354" creationId="{00000000-0000-0000-0000-000000000000}"/>
          </ac:spMkLst>
        </pc:spChg>
      </pc:sldChg>
      <pc:sldChg chg="modSp">
        <pc:chgData name="Patrick Delmastro" userId="S::patrick.delmastro@aie.edu.au::80153e81-cca5-4785-8329-c43569ff9011" providerId="AD" clId="Web-{A90F607D-ADDF-FC7F-DBB9-6CB772DBF6C3}" dt="2021-06-03T02:08:08.175" v="555" actId="20577"/>
        <pc:sldMkLst>
          <pc:docMk/>
          <pc:sldMk cId="1268873517" sldId="290"/>
        </pc:sldMkLst>
        <pc:spChg chg="mod">
          <ac:chgData name="Patrick Delmastro" userId="S::patrick.delmastro@aie.edu.au::80153e81-cca5-4785-8329-c43569ff9011" providerId="AD" clId="Web-{A90F607D-ADDF-FC7F-DBB9-6CB772DBF6C3}" dt="2021-06-03T01:34:44.599" v="346" actId="20577"/>
          <ac:spMkLst>
            <pc:docMk/>
            <pc:sldMk cId="1268873517" sldId="290"/>
            <ac:spMk id="316" creationId="{00000000-0000-0000-0000-000000000000}"/>
          </ac:spMkLst>
        </pc:spChg>
        <pc:spChg chg="mod">
          <ac:chgData name="Patrick Delmastro" userId="S::patrick.delmastro@aie.edu.au::80153e81-cca5-4785-8329-c43569ff9011" providerId="AD" clId="Web-{A90F607D-ADDF-FC7F-DBB9-6CB772DBF6C3}" dt="2021-06-03T02:08:08.175" v="555" actId="20577"/>
          <ac:spMkLst>
            <pc:docMk/>
            <pc:sldMk cId="1268873517" sldId="290"/>
            <ac:spMk id="317" creationId="{00000000-0000-0000-0000-000000000000}"/>
          </ac:spMkLst>
        </pc:spChg>
      </pc:sldChg>
      <pc:sldChg chg="modSp del">
        <pc:chgData name="Patrick Delmastro" userId="S::patrick.delmastro@aie.edu.au::80153e81-cca5-4785-8329-c43569ff9011" providerId="AD" clId="Web-{A90F607D-ADDF-FC7F-DBB9-6CB772DBF6C3}" dt="2021-06-03T01:21:08.174" v="190"/>
        <pc:sldMkLst>
          <pc:docMk/>
          <pc:sldMk cId="1453019925" sldId="291"/>
        </pc:sldMkLst>
        <pc:spChg chg="mod">
          <ac:chgData name="Patrick Delmastro" userId="S::patrick.delmastro@aie.edu.au::80153e81-cca5-4785-8329-c43569ff9011" providerId="AD" clId="Web-{A90F607D-ADDF-FC7F-DBB9-6CB772DBF6C3}" dt="2021-06-03T01:16:50.762" v="186" actId="20577"/>
          <ac:spMkLst>
            <pc:docMk/>
            <pc:sldMk cId="1453019925" sldId="291"/>
            <ac:spMk id="402" creationId="{00000000-0000-0000-0000-000000000000}"/>
          </ac:spMkLst>
        </pc:spChg>
      </pc:sldChg>
      <pc:sldChg chg="modSp del">
        <pc:chgData name="Patrick Delmastro" userId="S::patrick.delmastro@aie.edu.au::80153e81-cca5-4785-8329-c43569ff9011" providerId="AD" clId="Web-{A90F607D-ADDF-FC7F-DBB9-6CB772DBF6C3}" dt="2021-06-03T01:37:33.352" v="400"/>
        <pc:sldMkLst>
          <pc:docMk/>
          <pc:sldMk cId="3071282925" sldId="292"/>
        </pc:sldMkLst>
        <pc:spChg chg="mod">
          <ac:chgData name="Patrick Delmastro" userId="S::patrick.delmastro@aie.edu.au::80153e81-cca5-4785-8329-c43569ff9011" providerId="AD" clId="Web-{A90F607D-ADDF-FC7F-DBB9-6CB772DBF6C3}" dt="2021-06-03T01:36:22.570" v="395" actId="20577"/>
          <ac:spMkLst>
            <pc:docMk/>
            <pc:sldMk cId="3071282925" sldId="292"/>
            <ac:spMk id="468" creationId="{00000000-0000-0000-0000-000000000000}"/>
          </ac:spMkLst>
        </pc:spChg>
      </pc:sldChg>
      <pc:sldChg chg="modSp ord">
        <pc:chgData name="Patrick Delmastro" userId="S::patrick.delmastro@aie.edu.au::80153e81-cca5-4785-8329-c43569ff9011" providerId="AD" clId="Web-{A90F607D-ADDF-FC7F-DBB9-6CB772DBF6C3}" dt="2021-06-03T06:12:56.857" v="746" actId="20577"/>
        <pc:sldMkLst>
          <pc:docMk/>
          <pc:sldMk cId="2678317744" sldId="293"/>
        </pc:sldMkLst>
        <pc:spChg chg="mod">
          <ac:chgData name="Patrick Delmastro" userId="S::patrick.delmastro@aie.edu.au::80153e81-cca5-4785-8329-c43569ff9011" providerId="AD" clId="Web-{A90F607D-ADDF-FC7F-DBB9-6CB772DBF6C3}" dt="2021-06-03T06:12:56.857" v="746" actId="20577"/>
          <ac:spMkLst>
            <pc:docMk/>
            <pc:sldMk cId="2678317744" sldId="293"/>
            <ac:spMk id="16" creationId="{0FD8B14E-7CCF-42C8-9E9F-051852995464}"/>
          </ac:spMkLst>
        </pc:spChg>
      </pc:sldChg>
      <pc:sldChg chg="add del ord replId">
        <pc:chgData name="Patrick Delmastro" userId="S::patrick.delmastro@aie.edu.au::80153e81-cca5-4785-8329-c43569ff9011" providerId="AD" clId="Web-{A90F607D-ADDF-FC7F-DBB9-6CB772DBF6C3}" dt="2021-06-03T01:18:56.906" v="189"/>
        <pc:sldMkLst>
          <pc:docMk/>
          <pc:sldMk cId="1845110722" sldId="294"/>
        </pc:sldMkLst>
      </pc:sldChg>
      <pc:sldChg chg="modSp add replId">
        <pc:chgData name="Patrick Delmastro" userId="S::patrick.delmastro@aie.edu.au::80153e81-cca5-4785-8329-c43569ff9011" providerId="AD" clId="Web-{A90F607D-ADDF-FC7F-DBB9-6CB772DBF6C3}" dt="2021-06-03T02:14:46.246" v="663" actId="20577"/>
        <pc:sldMkLst>
          <pc:docMk/>
          <pc:sldMk cId="2759406201" sldId="294"/>
        </pc:sldMkLst>
        <pc:spChg chg="mod">
          <ac:chgData name="Patrick Delmastro" userId="S::patrick.delmastro@aie.edu.au::80153e81-cca5-4785-8329-c43569ff9011" providerId="AD" clId="Web-{A90F607D-ADDF-FC7F-DBB9-6CB772DBF6C3}" dt="2021-06-03T02:13:37.839" v="659" actId="20577"/>
          <ac:spMkLst>
            <pc:docMk/>
            <pc:sldMk cId="2759406201" sldId="294"/>
            <ac:spMk id="10" creationId="{E7B15153-6A47-4F82-BF7A-3DCF70B5350A}"/>
          </ac:spMkLst>
        </pc:spChg>
        <pc:spChg chg="mod">
          <ac:chgData name="Patrick Delmastro" userId="S::patrick.delmastro@aie.edu.au::80153e81-cca5-4785-8329-c43569ff9011" providerId="AD" clId="Web-{A90F607D-ADDF-FC7F-DBB9-6CB772DBF6C3}" dt="2021-06-03T02:14:46.246" v="663" actId="20577"/>
          <ac:spMkLst>
            <pc:docMk/>
            <pc:sldMk cId="2759406201" sldId="294"/>
            <ac:spMk id="468" creationId="{00000000-0000-0000-0000-000000000000}"/>
          </ac:spMkLst>
        </pc:spChg>
        <pc:spChg chg="mod">
          <ac:chgData name="Patrick Delmastro" userId="S::patrick.delmastro@aie.edu.au::80153e81-cca5-4785-8329-c43569ff9011" providerId="AD" clId="Web-{A90F607D-ADDF-FC7F-DBB9-6CB772DBF6C3}" dt="2021-06-03T02:13:08.229" v="637" actId="20577"/>
          <ac:spMkLst>
            <pc:docMk/>
            <pc:sldMk cId="2759406201" sldId="294"/>
            <ac:spMk id="471" creationId="{00000000-0000-0000-0000-000000000000}"/>
          </ac:spMkLst>
        </pc:spChg>
      </pc:sldChg>
      <pc:sldChg chg="modSp add del replId">
        <pc:chgData name="Patrick Delmastro" userId="S::patrick.delmastro@aie.edu.au::80153e81-cca5-4785-8329-c43569ff9011" providerId="AD" clId="Web-{A90F607D-ADDF-FC7F-DBB9-6CB772DBF6C3}" dt="2021-06-03T02:03:34.044" v="440"/>
        <pc:sldMkLst>
          <pc:docMk/>
          <pc:sldMk cId="1625760422" sldId="295"/>
        </pc:sldMkLst>
        <pc:spChg chg="mod">
          <ac:chgData name="Patrick Delmastro" userId="S::patrick.delmastro@aie.edu.au::80153e81-cca5-4785-8329-c43569ff9011" providerId="AD" clId="Web-{A90F607D-ADDF-FC7F-DBB9-6CB772DBF6C3}" dt="2021-06-03T01:46:30.693" v="423" actId="20577"/>
          <ac:spMkLst>
            <pc:docMk/>
            <pc:sldMk cId="1625760422" sldId="295"/>
            <ac:spMk id="371" creationId="{00000000-0000-0000-0000-000000000000}"/>
          </ac:spMkLst>
        </pc:spChg>
      </pc:sldChg>
      <pc:sldChg chg="modSp add replId">
        <pc:chgData name="Patrick Delmastro" userId="S::patrick.delmastro@aie.edu.au::80153e81-cca5-4785-8329-c43569ff9011" providerId="AD" clId="Web-{A90F607D-ADDF-FC7F-DBB9-6CB772DBF6C3}" dt="2021-06-03T02:10:14.990" v="594" actId="20577"/>
        <pc:sldMkLst>
          <pc:docMk/>
          <pc:sldMk cId="1190707425" sldId="296"/>
        </pc:sldMkLst>
        <pc:spChg chg="mod">
          <ac:chgData name="Patrick Delmastro" userId="S::patrick.delmastro@aie.edu.au::80153e81-cca5-4785-8329-c43569ff9011" providerId="AD" clId="Web-{A90F607D-ADDF-FC7F-DBB9-6CB772DBF6C3}" dt="2021-06-03T02:10:14.990" v="594" actId="20577"/>
          <ac:spMkLst>
            <pc:docMk/>
            <pc:sldMk cId="1190707425" sldId="296"/>
            <ac:spMk id="369" creationId="{00000000-0000-0000-0000-000000000000}"/>
          </ac:spMkLst>
        </pc:spChg>
        <pc:spChg chg="mod">
          <ac:chgData name="Patrick Delmastro" userId="S::patrick.delmastro@aie.edu.au::80153e81-cca5-4785-8329-c43569ff9011" providerId="AD" clId="Web-{A90F607D-ADDF-FC7F-DBB9-6CB772DBF6C3}" dt="2021-06-03T02:09:55.912" v="588" actId="20577"/>
          <ac:spMkLst>
            <pc:docMk/>
            <pc:sldMk cId="1190707425" sldId="296"/>
            <ac:spMk id="371" creationId="{00000000-0000-0000-0000-000000000000}"/>
          </ac:spMkLst>
        </pc:spChg>
      </pc:sldChg>
      <pc:sldChg chg="modSp add">
        <pc:chgData name="Patrick Delmastro" userId="S::patrick.delmastro@aie.edu.au::80153e81-cca5-4785-8329-c43569ff9011" providerId="AD" clId="Web-{A90F607D-ADDF-FC7F-DBB9-6CB772DBF6C3}" dt="2021-06-03T03:29:41.073" v="666" actId="20577"/>
        <pc:sldMkLst>
          <pc:docMk/>
          <pc:sldMk cId="4020367425" sldId="297"/>
        </pc:sldMkLst>
        <pc:spChg chg="mod">
          <ac:chgData name="Patrick Delmastro" userId="S::patrick.delmastro@aie.edu.au::80153e81-cca5-4785-8329-c43569ff9011" providerId="AD" clId="Web-{A90F607D-ADDF-FC7F-DBB9-6CB772DBF6C3}" dt="2021-06-03T03:29:41.073" v="666" actId="20577"/>
          <ac:spMkLst>
            <pc:docMk/>
            <pc:sldMk cId="4020367425" sldId="297"/>
            <ac:spMk id="253" creationId="{00000000-0000-0000-0000-000000000000}"/>
          </ac:spMkLst>
        </pc:spChg>
      </pc:sldChg>
    </pc:docChg>
  </pc:docChgLst>
  <pc:docChgLst>
    <pc:chgData name="Patrick Delmastro" userId="S::patrick.delmastro@aie.edu.au::80153e81-cca5-4785-8329-c43569ff9011" providerId="AD" clId="Web-{E130E081-EBE2-182F-E3D4-1F081FF9198B}"/>
    <pc:docChg chg="addSld modSld sldOrd">
      <pc:chgData name="Patrick Delmastro" userId="S::patrick.delmastro@aie.edu.au::80153e81-cca5-4785-8329-c43569ff9011" providerId="AD" clId="Web-{E130E081-EBE2-182F-E3D4-1F081FF9198B}" dt="2021-06-02T00:38:39.227" v="646" actId="20577"/>
      <pc:docMkLst>
        <pc:docMk/>
      </pc:docMkLst>
      <pc:sldChg chg="modSp">
        <pc:chgData name="Patrick Delmastro" userId="S::patrick.delmastro@aie.edu.au::80153e81-cca5-4785-8329-c43569ff9011" providerId="AD" clId="Web-{E130E081-EBE2-182F-E3D4-1F081FF9198B}" dt="2021-06-01T23:41:36.822" v="4" actId="20577"/>
        <pc:sldMkLst>
          <pc:docMk/>
          <pc:sldMk cId="0" sldId="256"/>
        </pc:sldMkLst>
        <pc:spChg chg="mod">
          <ac:chgData name="Patrick Delmastro" userId="S::patrick.delmastro@aie.edu.au::80153e81-cca5-4785-8329-c43569ff9011" providerId="AD" clId="Web-{E130E081-EBE2-182F-E3D4-1F081FF9198B}" dt="2021-06-01T23:41:36.822" v="4" actId="20577"/>
          <ac:spMkLst>
            <pc:docMk/>
            <pc:sldMk cId="0" sldId="256"/>
            <ac:spMk id="303" creationId="{00000000-0000-0000-0000-000000000000}"/>
          </ac:spMkLst>
        </pc:spChg>
      </pc:sldChg>
      <pc:sldChg chg="modSp">
        <pc:chgData name="Patrick Delmastro" userId="S::patrick.delmastro@aie.edu.au::80153e81-cca5-4785-8329-c43569ff9011" providerId="AD" clId="Web-{E130E081-EBE2-182F-E3D4-1F081FF9198B}" dt="2021-06-01T23:53:13.850" v="37" actId="20577"/>
        <pc:sldMkLst>
          <pc:docMk/>
          <pc:sldMk cId="0" sldId="257"/>
        </pc:sldMkLst>
        <pc:spChg chg="mod">
          <ac:chgData name="Patrick Delmastro" userId="S::patrick.delmastro@aie.edu.au::80153e81-cca5-4785-8329-c43569ff9011" providerId="AD" clId="Web-{E130E081-EBE2-182F-E3D4-1F081FF9198B}" dt="2021-06-01T23:53:13.850" v="37" actId="20577"/>
          <ac:spMkLst>
            <pc:docMk/>
            <pc:sldMk cId="0" sldId="257"/>
            <ac:spMk id="311" creationId="{00000000-0000-0000-0000-000000000000}"/>
          </ac:spMkLst>
        </pc:spChg>
      </pc:sldChg>
      <pc:sldChg chg="addSp delSp modSp">
        <pc:chgData name="Patrick Delmastro" userId="S::patrick.delmastro@aie.edu.au::80153e81-cca5-4785-8329-c43569ff9011" providerId="AD" clId="Web-{E130E081-EBE2-182F-E3D4-1F081FF9198B}" dt="2021-06-02T00:24:07.790" v="452" actId="20577"/>
        <pc:sldMkLst>
          <pc:docMk/>
          <pc:sldMk cId="0" sldId="258"/>
        </pc:sldMkLst>
        <pc:spChg chg="mod">
          <ac:chgData name="Patrick Delmastro" userId="S::patrick.delmastro@aie.edu.au::80153e81-cca5-4785-8329-c43569ff9011" providerId="AD" clId="Web-{E130E081-EBE2-182F-E3D4-1F081FF9198B}" dt="2021-06-01T23:58:37.715" v="109" actId="20577"/>
          <ac:spMkLst>
            <pc:docMk/>
            <pc:sldMk cId="0" sldId="258"/>
            <ac:spMk id="6" creationId="{A0DB19DB-A045-4295-A2CC-AB1CA76A3039}"/>
          </ac:spMkLst>
        </pc:spChg>
        <pc:spChg chg="mod">
          <ac:chgData name="Patrick Delmastro" userId="S::patrick.delmastro@aie.edu.au::80153e81-cca5-4785-8329-c43569ff9011" providerId="AD" clId="Web-{E130E081-EBE2-182F-E3D4-1F081FF9198B}" dt="2021-06-01T23:59:55.450" v="128" actId="20577"/>
          <ac:spMkLst>
            <pc:docMk/>
            <pc:sldMk cId="0" sldId="258"/>
            <ac:spMk id="316" creationId="{00000000-0000-0000-0000-000000000000}"/>
          </ac:spMkLst>
        </pc:spChg>
        <pc:spChg chg="mod">
          <ac:chgData name="Patrick Delmastro" userId="S::patrick.delmastro@aie.edu.au::80153e81-cca5-4785-8329-c43569ff9011" providerId="AD" clId="Web-{E130E081-EBE2-182F-E3D4-1F081FF9198B}" dt="2021-06-02T00:24:07.790" v="452" actId="20577"/>
          <ac:spMkLst>
            <pc:docMk/>
            <pc:sldMk cId="0" sldId="258"/>
            <ac:spMk id="317" creationId="{00000000-0000-0000-0000-000000000000}"/>
          </ac:spMkLst>
        </pc:spChg>
        <pc:picChg chg="add mod">
          <ac:chgData name="Patrick Delmastro" userId="S::patrick.delmastro@aie.edu.au::80153e81-cca5-4785-8329-c43569ff9011" providerId="AD" clId="Web-{E130E081-EBE2-182F-E3D4-1F081FF9198B}" dt="2021-06-01T23:57:49.776" v="89"/>
          <ac:picMkLst>
            <pc:docMk/>
            <pc:sldMk cId="0" sldId="258"/>
            <ac:picMk id="2" creationId="{32DFEC75-CD36-4F75-B7C1-EA5A3E7BE6E7}"/>
          </ac:picMkLst>
        </pc:picChg>
        <pc:picChg chg="del">
          <ac:chgData name="Patrick Delmastro" userId="S::patrick.delmastro@aie.edu.au::80153e81-cca5-4785-8329-c43569ff9011" providerId="AD" clId="Web-{E130E081-EBE2-182F-E3D4-1F081FF9198B}" dt="2021-06-01T23:57:27.917" v="83"/>
          <ac:picMkLst>
            <pc:docMk/>
            <pc:sldMk cId="0" sldId="258"/>
            <ac:picMk id="3" creationId="{6BB2A6ED-7261-48B1-91D2-4ED34D49B477}"/>
          </ac:picMkLst>
        </pc:picChg>
      </pc:sldChg>
      <pc:sldChg chg="modSp">
        <pc:chgData name="Patrick Delmastro" userId="S::patrick.delmastro@aie.edu.au::80153e81-cca5-4785-8329-c43569ff9011" providerId="AD" clId="Web-{E130E081-EBE2-182F-E3D4-1F081FF9198B}" dt="2021-06-02T00:27:42.966" v="527" actId="20577"/>
        <pc:sldMkLst>
          <pc:docMk/>
          <pc:sldMk cId="0" sldId="259"/>
        </pc:sldMkLst>
        <pc:spChg chg="mod">
          <ac:chgData name="Patrick Delmastro" userId="S::patrick.delmastro@aie.edu.au::80153e81-cca5-4785-8329-c43569ff9011" providerId="AD" clId="Web-{E130E081-EBE2-182F-E3D4-1F081FF9198B}" dt="2021-06-02T00:27:42.966" v="527" actId="20577"/>
          <ac:spMkLst>
            <pc:docMk/>
            <pc:sldMk cId="0" sldId="259"/>
            <ac:spMk id="329" creationId="{00000000-0000-0000-0000-000000000000}"/>
          </ac:spMkLst>
        </pc:spChg>
      </pc:sldChg>
      <pc:sldChg chg="ord">
        <pc:chgData name="Patrick Delmastro" userId="S::patrick.delmastro@aie.edu.au::80153e81-cca5-4785-8329-c43569ff9011" providerId="AD" clId="Web-{E130E081-EBE2-182F-E3D4-1F081FF9198B}" dt="2021-06-02T00:31:42.876" v="610"/>
        <pc:sldMkLst>
          <pc:docMk/>
          <pc:sldMk cId="0" sldId="262"/>
        </pc:sldMkLst>
      </pc:sldChg>
      <pc:sldChg chg="modSp">
        <pc:chgData name="Patrick Delmastro" userId="S::patrick.delmastro@aie.edu.au::80153e81-cca5-4785-8329-c43569ff9011" providerId="AD" clId="Web-{E130E081-EBE2-182F-E3D4-1F081FF9198B}" dt="2021-06-02T00:38:33.087" v="644" actId="20577"/>
        <pc:sldMkLst>
          <pc:docMk/>
          <pc:sldMk cId="0" sldId="275"/>
        </pc:sldMkLst>
        <pc:spChg chg="mod">
          <ac:chgData name="Patrick Delmastro" userId="S::patrick.delmastro@aie.edu.au::80153e81-cca5-4785-8329-c43569ff9011" providerId="AD" clId="Web-{E130E081-EBE2-182F-E3D4-1F081FF9198B}" dt="2021-06-02T00:38:33.087" v="644" actId="20577"/>
          <ac:spMkLst>
            <pc:docMk/>
            <pc:sldMk cId="0" sldId="275"/>
            <ac:spMk id="468" creationId="{00000000-0000-0000-0000-000000000000}"/>
          </ac:spMkLst>
        </pc:spChg>
      </pc:sldChg>
      <pc:sldChg chg="modSp add replId">
        <pc:chgData name="Patrick Delmastro" userId="S::patrick.delmastro@aie.edu.au::80153e81-cca5-4785-8329-c43569ff9011" providerId="AD" clId="Web-{E130E081-EBE2-182F-E3D4-1F081FF9198B}" dt="2021-06-02T00:19:29.144" v="428" actId="20577"/>
        <pc:sldMkLst>
          <pc:docMk/>
          <pc:sldMk cId="1268873517" sldId="290"/>
        </pc:sldMkLst>
        <pc:spChg chg="mod">
          <ac:chgData name="Patrick Delmastro" userId="S::patrick.delmastro@aie.edu.au::80153e81-cca5-4785-8329-c43569ff9011" providerId="AD" clId="Web-{E130E081-EBE2-182F-E3D4-1F081FF9198B}" dt="2021-06-02T00:00:23.185" v="142" actId="20577"/>
          <ac:spMkLst>
            <pc:docMk/>
            <pc:sldMk cId="1268873517" sldId="290"/>
            <ac:spMk id="316" creationId="{00000000-0000-0000-0000-000000000000}"/>
          </ac:spMkLst>
        </pc:spChg>
        <pc:spChg chg="mod">
          <ac:chgData name="Patrick Delmastro" userId="S::patrick.delmastro@aie.edu.au::80153e81-cca5-4785-8329-c43569ff9011" providerId="AD" clId="Web-{E130E081-EBE2-182F-E3D4-1F081FF9198B}" dt="2021-06-02T00:19:29.144" v="428" actId="20577"/>
          <ac:spMkLst>
            <pc:docMk/>
            <pc:sldMk cId="1268873517" sldId="290"/>
            <ac:spMk id="317" creationId="{00000000-0000-0000-0000-000000000000}"/>
          </ac:spMkLst>
        </pc:spChg>
      </pc:sldChg>
      <pc:sldChg chg="delSp modSp add replId">
        <pc:chgData name="Patrick Delmastro" userId="S::patrick.delmastro@aie.edu.au::80153e81-cca5-4785-8329-c43569ff9011" providerId="AD" clId="Web-{E130E081-EBE2-182F-E3D4-1F081FF9198B}" dt="2021-06-02T00:32:45.799" v="635" actId="20577"/>
        <pc:sldMkLst>
          <pc:docMk/>
          <pc:sldMk cId="1453019925" sldId="291"/>
        </pc:sldMkLst>
        <pc:spChg chg="del">
          <ac:chgData name="Patrick Delmastro" userId="S::patrick.delmastro@aie.edu.au::80153e81-cca5-4785-8329-c43569ff9011" providerId="AD" clId="Web-{E130E081-EBE2-182F-E3D4-1F081FF9198B}" dt="2021-06-02T00:28:41.888" v="539"/>
          <ac:spMkLst>
            <pc:docMk/>
            <pc:sldMk cId="1453019925" sldId="291"/>
            <ac:spMk id="394" creationId="{00000000-0000-0000-0000-000000000000}"/>
          </ac:spMkLst>
        </pc:spChg>
        <pc:spChg chg="del mod">
          <ac:chgData name="Patrick Delmastro" userId="S::patrick.delmastro@aie.edu.au::80153e81-cca5-4785-8329-c43569ff9011" providerId="AD" clId="Web-{E130E081-EBE2-182F-E3D4-1F081FF9198B}" dt="2021-06-02T00:28:41.107" v="538"/>
          <ac:spMkLst>
            <pc:docMk/>
            <pc:sldMk cId="1453019925" sldId="291"/>
            <ac:spMk id="395" creationId="{00000000-0000-0000-0000-000000000000}"/>
          </ac:spMkLst>
        </pc:spChg>
        <pc:spChg chg="del">
          <ac:chgData name="Patrick Delmastro" userId="S::patrick.delmastro@aie.edu.au::80153e81-cca5-4785-8329-c43569ff9011" providerId="AD" clId="Web-{E130E081-EBE2-182F-E3D4-1F081FF9198B}" dt="2021-06-02T00:28:42.513" v="540"/>
          <ac:spMkLst>
            <pc:docMk/>
            <pc:sldMk cId="1453019925" sldId="291"/>
            <ac:spMk id="396" creationId="{00000000-0000-0000-0000-000000000000}"/>
          </ac:spMkLst>
        </pc:spChg>
        <pc:spChg chg="del">
          <ac:chgData name="Patrick Delmastro" userId="S::patrick.delmastro@aie.edu.au::80153e81-cca5-4785-8329-c43569ff9011" providerId="AD" clId="Web-{E130E081-EBE2-182F-E3D4-1F081FF9198B}" dt="2021-06-02T00:28:37.529" v="536"/>
          <ac:spMkLst>
            <pc:docMk/>
            <pc:sldMk cId="1453019925" sldId="291"/>
            <ac:spMk id="397" creationId="{00000000-0000-0000-0000-000000000000}"/>
          </ac:spMkLst>
        </pc:spChg>
        <pc:spChg chg="del">
          <ac:chgData name="Patrick Delmastro" userId="S::patrick.delmastro@aie.edu.au::80153e81-cca5-4785-8329-c43569ff9011" providerId="AD" clId="Web-{E130E081-EBE2-182F-E3D4-1F081FF9198B}" dt="2021-06-02T00:28:36.201" v="535"/>
          <ac:spMkLst>
            <pc:docMk/>
            <pc:sldMk cId="1453019925" sldId="291"/>
            <ac:spMk id="398" creationId="{00000000-0000-0000-0000-000000000000}"/>
          </ac:spMkLst>
        </pc:spChg>
        <pc:spChg chg="del">
          <ac:chgData name="Patrick Delmastro" userId="S::patrick.delmastro@aie.edu.au::80153e81-cca5-4785-8329-c43569ff9011" providerId="AD" clId="Web-{E130E081-EBE2-182F-E3D4-1F081FF9198B}" dt="2021-06-02T00:28:33.685" v="530"/>
          <ac:spMkLst>
            <pc:docMk/>
            <pc:sldMk cId="1453019925" sldId="291"/>
            <ac:spMk id="399" creationId="{00000000-0000-0000-0000-000000000000}"/>
          </ac:spMkLst>
        </pc:spChg>
        <pc:spChg chg="del">
          <ac:chgData name="Patrick Delmastro" userId="S::patrick.delmastro@aie.edu.au::80153e81-cca5-4785-8329-c43569ff9011" providerId="AD" clId="Web-{E130E081-EBE2-182F-E3D4-1F081FF9198B}" dt="2021-06-02T00:28:33.685" v="529"/>
          <ac:spMkLst>
            <pc:docMk/>
            <pc:sldMk cId="1453019925" sldId="291"/>
            <ac:spMk id="400" creationId="{00000000-0000-0000-0000-000000000000}"/>
          </ac:spMkLst>
        </pc:spChg>
        <pc:spChg chg="mod">
          <ac:chgData name="Patrick Delmastro" userId="S::patrick.delmastro@aie.edu.au::80153e81-cca5-4785-8329-c43569ff9011" providerId="AD" clId="Web-{E130E081-EBE2-182F-E3D4-1F081FF9198B}" dt="2021-06-02T00:32:21.205" v="621" actId="20577"/>
          <ac:spMkLst>
            <pc:docMk/>
            <pc:sldMk cId="1453019925" sldId="291"/>
            <ac:spMk id="401" creationId="{00000000-0000-0000-0000-000000000000}"/>
          </ac:spMkLst>
        </pc:spChg>
        <pc:spChg chg="mod">
          <ac:chgData name="Patrick Delmastro" userId="S::patrick.delmastro@aie.edu.au::80153e81-cca5-4785-8329-c43569ff9011" providerId="AD" clId="Web-{E130E081-EBE2-182F-E3D4-1F081FF9198B}" dt="2021-06-02T00:31:59.408" v="612" actId="20577"/>
          <ac:spMkLst>
            <pc:docMk/>
            <pc:sldMk cId="1453019925" sldId="291"/>
            <ac:spMk id="402" creationId="{00000000-0000-0000-0000-000000000000}"/>
          </ac:spMkLst>
        </pc:spChg>
        <pc:spChg chg="mod">
          <ac:chgData name="Patrick Delmastro" userId="S::patrick.delmastro@aie.edu.au::80153e81-cca5-4785-8329-c43569ff9011" providerId="AD" clId="Web-{E130E081-EBE2-182F-E3D4-1F081FF9198B}" dt="2021-06-02T00:32:45.799" v="635" actId="20577"/>
          <ac:spMkLst>
            <pc:docMk/>
            <pc:sldMk cId="1453019925" sldId="291"/>
            <ac:spMk id="404" creationId="{00000000-0000-0000-0000-000000000000}"/>
          </ac:spMkLst>
        </pc:spChg>
        <pc:picChg chg="mod">
          <ac:chgData name="Patrick Delmastro" userId="S::patrick.delmastro@aie.edu.au::80153e81-cca5-4785-8329-c43569ff9011" providerId="AD" clId="Web-{E130E081-EBE2-182F-E3D4-1F081FF9198B}" dt="2021-06-02T00:28:50.842" v="542" actId="1076"/>
          <ac:picMkLst>
            <pc:docMk/>
            <pc:sldMk cId="1453019925" sldId="291"/>
            <ac:picMk id="403" creationId="{00000000-0000-0000-0000-000000000000}"/>
          </ac:picMkLst>
        </pc:picChg>
        <pc:picChg chg="del">
          <ac:chgData name="Patrick Delmastro" userId="S::patrick.delmastro@aie.edu.au::80153e81-cca5-4785-8329-c43569ff9011" providerId="AD" clId="Web-{E130E081-EBE2-182F-E3D4-1F081FF9198B}" dt="2021-06-02T00:28:34.560" v="531"/>
          <ac:picMkLst>
            <pc:docMk/>
            <pc:sldMk cId="1453019925" sldId="291"/>
            <ac:picMk id="405" creationId="{00000000-0000-0000-0000-000000000000}"/>
          </ac:picMkLst>
        </pc:picChg>
        <pc:picChg chg="del">
          <ac:chgData name="Patrick Delmastro" userId="S::patrick.delmastro@aie.edu.au::80153e81-cca5-4785-8329-c43569ff9011" providerId="AD" clId="Web-{E130E081-EBE2-182F-E3D4-1F081FF9198B}" dt="2021-06-02T00:28:34.810" v="532"/>
          <ac:picMkLst>
            <pc:docMk/>
            <pc:sldMk cId="1453019925" sldId="291"/>
            <ac:picMk id="406" creationId="{00000000-0000-0000-0000-000000000000}"/>
          </ac:picMkLst>
        </pc:picChg>
        <pc:picChg chg="del">
          <ac:chgData name="Patrick Delmastro" userId="S::patrick.delmastro@aie.edu.au::80153e81-cca5-4785-8329-c43569ff9011" providerId="AD" clId="Web-{E130E081-EBE2-182F-E3D4-1F081FF9198B}" dt="2021-06-02T00:28:35.498" v="534"/>
          <ac:picMkLst>
            <pc:docMk/>
            <pc:sldMk cId="1453019925" sldId="291"/>
            <ac:picMk id="407" creationId="{00000000-0000-0000-0000-000000000000}"/>
          </ac:picMkLst>
        </pc:picChg>
        <pc:picChg chg="del">
          <ac:chgData name="Patrick Delmastro" userId="S::patrick.delmastro@aie.edu.au::80153e81-cca5-4785-8329-c43569ff9011" providerId="AD" clId="Web-{E130E081-EBE2-182F-E3D4-1F081FF9198B}" dt="2021-06-02T00:28:35.201" v="533"/>
          <ac:picMkLst>
            <pc:docMk/>
            <pc:sldMk cId="1453019925" sldId="291"/>
            <ac:picMk id="408" creationId="{00000000-0000-0000-0000-000000000000}"/>
          </ac:picMkLst>
        </pc:picChg>
      </pc:sldChg>
      <pc:sldChg chg="modSp add replId">
        <pc:chgData name="Patrick Delmastro" userId="S::patrick.delmastro@aie.edu.au::80153e81-cca5-4785-8329-c43569ff9011" providerId="AD" clId="Web-{E130E081-EBE2-182F-E3D4-1F081FF9198B}" dt="2021-06-02T00:38:39.227" v="646" actId="20577"/>
        <pc:sldMkLst>
          <pc:docMk/>
          <pc:sldMk cId="3071282925" sldId="292"/>
        </pc:sldMkLst>
        <pc:spChg chg="mod">
          <ac:chgData name="Patrick Delmastro" userId="S::patrick.delmastro@aie.edu.au::80153e81-cca5-4785-8329-c43569ff9011" providerId="AD" clId="Web-{E130E081-EBE2-182F-E3D4-1F081FF9198B}" dt="2021-06-02T00:38:39.227" v="646" actId="20577"/>
          <ac:spMkLst>
            <pc:docMk/>
            <pc:sldMk cId="3071282925" sldId="292"/>
            <ac:spMk id="468" creationId="{00000000-0000-0000-0000-000000000000}"/>
          </ac:spMkLst>
        </pc:spChg>
      </pc:sldChg>
    </pc:docChg>
  </pc:docChgLst>
  <pc:docChgLst>
    <pc:chgData name="Dan Miller" userId="9312318d-6fc1-4aa1-bf63-b61f87e21e71" providerId="ADAL" clId="{EE85FDFF-0D95-4365-BCE8-53319C51D35B}"/>
    <pc:docChg chg="modSld">
      <pc:chgData name="Dan Miller" userId="9312318d-6fc1-4aa1-bf63-b61f87e21e71" providerId="ADAL" clId="{EE85FDFF-0D95-4365-BCE8-53319C51D35B}" dt="2020-11-25T02:46:42.854" v="20" actId="6549"/>
      <pc:docMkLst>
        <pc:docMk/>
      </pc:docMkLst>
      <pc:sldChg chg="modSp mod">
        <pc:chgData name="Dan Miller" userId="9312318d-6fc1-4aa1-bf63-b61f87e21e71" providerId="ADAL" clId="{EE85FDFF-0D95-4365-BCE8-53319C51D35B}" dt="2020-11-25T02:46:42.854" v="20" actId="6549"/>
        <pc:sldMkLst>
          <pc:docMk/>
          <pc:sldMk cId="0" sldId="277"/>
        </pc:sldMkLst>
        <pc:spChg chg="mod">
          <ac:chgData name="Dan Miller" userId="9312318d-6fc1-4aa1-bf63-b61f87e21e71" providerId="ADAL" clId="{EE85FDFF-0D95-4365-BCE8-53319C51D35B}" dt="2020-11-25T01:31:41.481" v="7" actId="20577"/>
          <ac:spMkLst>
            <pc:docMk/>
            <pc:sldMk cId="0" sldId="277"/>
            <ac:spMk id="483" creationId="{00000000-0000-0000-0000-000000000000}"/>
          </ac:spMkLst>
        </pc:spChg>
        <pc:spChg chg="mod">
          <ac:chgData name="Dan Miller" userId="9312318d-6fc1-4aa1-bf63-b61f87e21e71" providerId="ADAL" clId="{EE85FDFF-0D95-4365-BCE8-53319C51D35B}" dt="2020-11-25T02:46:42.854" v="20" actId="6549"/>
          <ac:spMkLst>
            <pc:docMk/>
            <pc:sldMk cId="0" sldId="277"/>
            <ac:spMk id="484" creationId="{00000000-0000-0000-0000-000000000000}"/>
          </ac:spMkLst>
        </pc:spChg>
      </pc:sldChg>
    </pc:docChg>
  </pc:docChgLst>
  <pc:docChgLst>
    <pc:chgData name="Patrick Delmastro" userId="S::patrick.delmastro@aie.edu.au::80153e81-cca5-4785-8329-c43569ff9011" providerId="AD" clId="Web-{923EB361-B5A2-DC9B-AC89-3B7ECBAC0BA8}"/>
    <pc:docChg chg="modSld">
      <pc:chgData name="Patrick Delmastro" userId="S::patrick.delmastro@aie.edu.au::80153e81-cca5-4785-8329-c43569ff9011" providerId="AD" clId="Web-{923EB361-B5A2-DC9B-AC89-3B7ECBAC0BA8}" dt="2021-08-10T03:44:36.288" v="2" actId="20577"/>
      <pc:docMkLst>
        <pc:docMk/>
      </pc:docMkLst>
      <pc:sldChg chg="modSp">
        <pc:chgData name="Patrick Delmastro" userId="S::patrick.delmastro@aie.edu.au::80153e81-cca5-4785-8329-c43569ff9011" providerId="AD" clId="Web-{923EB361-B5A2-DC9B-AC89-3B7ECBAC0BA8}" dt="2021-08-10T03:44:36.288" v="2" actId="20577"/>
        <pc:sldMkLst>
          <pc:docMk/>
          <pc:sldMk cId="2675563025" sldId="316"/>
        </pc:sldMkLst>
        <pc:spChg chg="mod">
          <ac:chgData name="Patrick Delmastro" userId="S::patrick.delmastro@aie.edu.au::80153e81-cca5-4785-8329-c43569ff9011" providerId="AD" clId="Web-{923EB361-B5A2-DC9B-AC89-3B7ECBAC0BA8}" dt="2021-08-10T03:44:36.288" v="2" actId="20577"/>
          <ac:spMkLst>
            <pc:docMk/>
            <pc:sldMk cId="2675563025" sldId="316"/>
            <ac:spMk id="5" creationId="{7CC2A167-665B-4844-AF42-C94D388384EA}"/>
          </ac:spMkLst>
        </pc:spChg>
      </pc:sldChg>
    </pc:docChg>
  </pc:docChgLst>
  <pc:docChgLst>
    <pc:chgData name="Dan Miller" userId="9312318d-6fc1-4aa1-bf63-b61f87e21e71" providerId="ADAL" clId="{36142B56-6469-4999-A2C7-791F30E98766}"/>
    <pc:docChg chg="custSel addSld modSld sldOrd">
      <pc:chgData name="Dan Miller" userId="9312318d-6fc1-4aa1-bf63-b61f87e21e71" providerId="ADAL" clId="{36142B56-6469-4999-A2C7-791F30E98766}" dt="2021-07-02T02:23:03.969" v="22"/>
      <pc:docMkLst>
        <pc:docMk/>
      </pc:docMkLst>
      <pc:sldChg chg="addSp delSp modSp mod">
        <pc:chgData name="Dan Miller" userId="9312318d-6fc1-4aa1-bf63-b61f87e21e71" providerId="ADAL" clId="{36142B56-6469-4999-A2C7-791F30E98766}" dt="2021-07-02T02:14:37.735" v="21"/>
        <pc:sldMkLst>
          <pc:docMk/>
          <pc:sldMk cId="0" sldId="277"/>
        </pc:sldMkLst>
        <pc:spChg chg="add del mod">
          <ac:chgData name="Dan Miller" userId="9312318d-6fc1-4aa1-bf63-b61f87e21e71" providerId="ADAL" clId="{36142B56-6469-4999-A2C7-791F30E98766}" dt="2021-07-02T02:14:36.584" v="20" actId="478"/>
          <ac:spMkLst>
            <pc:docMk/>
            <pc:sldMk cId="0" sldId="277"/>
            <ac:spMk id="3" creationId="{24BE250C-7E06-414B-BE0B-6E5B9F4E871D}"/>
          </ac:spMkLst>
        </pc:spChg>
        <pc:spChg chg="add mod">
          <ac:chgData name="Dan Miller" userId="9312318d-6fc1-4aa1-bf63-b61f87e21e71" providerId="ADAL" clId="{36142B56-6469-4999-A2C7-791F30E98766}" dt="2021-07-02T02:14:37.735" v="21"/>
          <ac:spMkLst>
            <pc:docMk/>
            <pc:sldMk cId="0" sldId="277"/>
            <ac:spMk id="9" creationId="{F7051A85-1487-4617-B8BE-BA37C53FEC07}"/>
          </ac:spMkLst>
        </pc:spChg>
        <pc:spChg chg="del">
          <ac:chgData name="Dan Miller" userId="9312318d-6fc1-4aa1-bf63-b61f87e21e71" providerId="ADAL" clId="{36142B56-6469-4999-A2C7-791F30E98766}" dt="2021-07-02T02:14:35.339" v="19" actId="478"/>
          <ac:spMkLst>
            <pc:docMk/>
            <pc:sldMk cId="0" sldId="277"/>
            <ac:spMk id="483" creationId="{00000000-0000-0000-0000-000000000000}"/>
          </ac:spMkLst>
        </pc:spChg>
      </pc:sldChg>
      <pc:sldChg chg="add">
        <pc:chgData name="Dan Miller" userId="9312318d-6fc1-4aa1-bf63-b61f87e21e71" providerId="ADAL" clId="{36142B56-6469-4999-A2C7-791F30E98766}" dt="2021-07-01T23:32:30.253" v="0"/>
        <pc:sldMkLst>
          <pc:docMk/>
          <pc:sldMk cId="3604254977" sldId="309"/>
        </pc:sldMkLst>
      </pc:sldChg>
      <pc:sldChg chg="modSp add mod ord">
        <pc:chgData name="Dan Miller" userId="9312318d-6fc1-4aa1-bf63-b61f87e21e71" providerId="ADAL" clId="{36142B56-6469-4999-A2C7-791F30E98766}" dt="2021-07-01T23:33:01.984" v="7" actId="20577"/>
        <pc:sldMkLst>
          <pc:docMk/>
          <pc:sldMk cId="3857041016" sldId="310"/>
        </pc:sldMkLst>
        <pc:spChg chg="mod">
          <ac:chgData name="Dan Miller" userId="9312318d-6fc1-4aa1-bf63-b61f87e21e71" providerId="ADAL" clId="{36142B56-6469-4999-A2C7-791F30E98766}" dt="2021-07-01T23:33:01.984" v="7" actId="20577"/>
          <ac:spMkLst>
            <pc:docMk/>
            <pc:sldMk cId="3857041016" sldId="310"/>
            <ac:spMk id="5" creationId="{1C8796AF-8B06-4F1B-A618-25F3C7D00C9D}"/>
          </ac:spMkLst>
        </pc:spChg>
      </pc:sldChg>
      <pc:sldChg chg="modSp add mod">
        <pc:chgData name="Dan Miller" userId="9312318d-6fc1-4aa1-bf63-b61f87e21e71" providerId="ADAL" clId="{36142B56-6469-4999-A2C7-791F30E98766}" dt="2021-07-01T23:33:35.089" v="18" actId="20577"/>
        <pc:sldMkLst>
          <pc:docMk/>
          <pc:sldMk cId="1091312034" sldId="311"/>
        </pc:sldMkLst>
        <pc:spChg chg="mod">
          <ac:chgData name="Dan Miller" userId="9312318d-6fc1-4aa1-bf63-b61f87e21e71" providerId="ADAL" clId="{36142B56-6469-4999-A2C7-791F30E98766}" dt="2021-07-01T23:33:35.089" v="18" actId="20577"/>
          <ac:spMkLst>
            <pc:docMk/>
            <pc:sldMk cId="1091312034" sldId="311"/>
            <ac:spMk id="5" creationId="{1C8796AF-8B06-4F1B-A618-25F3C7D00C9D}"/>
          </ac:spMkLst>
        </pc:spChg>
      </pc:sldChg>
      <pc:sldChg chg="add">
        <pc:chgData name="Dan Miller" userId="9312318d-6fc1-4aa1-bf63-b61f87e21e71" providerId="ADAL" clId="{36142B56-6469-4999-A2C7-791F30E98766}" dt="2021-07-02T02:23:03.969" v="22"/>
        <pc:sldMkLst>
          <pc:docMk/>
          <pc:sldMk cId="4132010561" sldId="314"/>
        </pc:sldMkLst>
      </pc:sldChg>
    </pc:docChg>
  </pc:docChgLst>
  <pc:docChgLst>
    <pc:chgData name="Patrick Delmastro" userId="S::patrick.delmastro@aie.edu.au::80153e81-cca5-4785-8329-c43569ff9011" providerId="AD" clId="Web-{339189B8-8394-DAA1-28C7-0BB0E1A99A55}"/>
    <pc:docChg chg="modSld">
      <pc:chgData name="Patrick Delmastro" userId="S::patrick.delmastro@aie.edu.au::80153e81-cca5-4785-8329-c43569ff9011" providerId="AD" clId="Web-{339189B8-8394-DAA1-28C7-0BB0E1A99A55}" dt="2022-05-03T03:44:15.626" v="4" actId="20577"/>
      <pc:docMkLst>
        <pc:docMk/>
      </pc:docMkLst>
      <pc:sldChg chg="modSp">
        <pc:chgData name="Patrick Delmastro" userId="S::patrick.delmastro@aie.edu.au::80153e81-cca5-4785-8329-c43569ff9011" providerId="AD" clId="Web-{339189B8-8394-DAA1-28C7-0BB0E1A99A55}" dt="2022-05-03T03:44:15.626" v="4" actId="20577"/>
        <pc:sldMkLst>
          <pc:docMk/>
          <pc:sldMk cId="3365681332" sldId="318"/>
        </pc:sldMkLst>
        <pc:spChg chg="mod">
          <ac:chgData name="Patrick Delmastro" userId="S::patrick.delmastro@aie.edu.au::80153e81-cca5-4785-8329-c43569ff9011" providerId="AD" clId="Web-{339189B8-8394-DAA1-28C7-0BB0E1A99A55}" dt="2022-05-03T03:44:15.626" v="4" actId="20577"/>
          <ac:spMkLst>
            <pc:docMk/>
            <pc:sldMk cId="3365681332" sldId="318"/>
            <ac:spMk id="5" creationId="{7CC2A167-665B-4844-AF42-C94D388384EA}"/>
          </ac:spMkLst>
        </pc:spChg>
      </pc:sldChg>
    </pc:docChg>
  </pc:docChgLst>
  <pc:docChgLst>
    <pc:chgData name="Thomas Sinclair" userId="ea7e17c6-715c-40d9-8261-37f47b5b9a01" providerId="ADAL" clId="{94DE744F-A716-48E5-B271-EA54462C5D48}"/>
    <pc:docChg chg="undo custSel addSld modSld sldOrd">
      <pc:chgData name="Thomas Sinclair" userId="ea7e17c6-715c-40d9-8261-37f47b5b9a01" providerId="ADAL" clId="{94DE744F-A716-48E5-B271-EA54462C5D48}" dt="2020-11-30T22:27:35.277" v="727"/>
      <pc:docMkLst>
        <pc:docMk/>
      </pc:docMkLst>
      <pc:sldChg chg="modSp">
        <pc:chgData name="Thomas Sinclair" userId="ea7e17c6-715c-40d9-8261-37f47b5b9a01" providerId="ADAL" clId="{94DE744F-A716-48E5-B271-EA54462C5D48}" dt="2020-11-30T04:17:05.798" v="190" actId="2162"/>
        <pc:sldMkLst>
          <pc:docMk/>
          <pc:sldMk cId="0" sldId="261"/>
        </pc:sldMkLst>
        <pc:graphicFrameChg chg="modGraphic">
          <ac:chgData name="Thomas Sinclair" userId="ea7e17c6-715c-40d9-8261-37f47b5b9a01" providerId="ADAL" clId="{94DE744F-A716-48E5-B271-EA54462C5D48}" dt="2020-11-30T04:17:05.798" v="190" actId="2162"/>
          <ac:graphicFrameMkLst>
            <pc:docMk/>
            <pc:sldMk cId="0" sldId="261"/>
            <ac:graphicFrameMk id="240" creationId="{00000000-0000-0000-0000-000000000000}"/>
          </ac:graphicFrameMkLst>
        </pc:graphicFrameChg>
      </pc:sldChg>
      <pc:sldChg chg="modSp">
        <pc:chgData name="Thomas Sinclair" userId="ea7e17c6-715c-40d9-8261-37f47b5b9a01" providerId="ADAL" clId="{94DE744F-A716-48E5-B271-EA54462C5D48}" dt="2020-11-30T04:44:29.437" v="609" actId="20577"/>
        <pc:sldMkLst>
          <pc:docMk/>
          <pc:sldMk cId="0" sldId="262"/>
        </pc:sldMkLst>
        <pc:spChg chg="mod">
          <ac:chgData name="Thomas Sinclair" userId="ea7e17c6-715c-40d9-8261-37f47b5b9a01" providerId="ADAL" clId="{94DE744F-A716-48E5-B271-EA54462C5D48}" dt="2020-11-30T04:24:35.216" v="553" actId="6549"/>
          <ac:spMkLst>
            <pc:docMk/>
            <pc:sldMk cId="0" sldId="262"/>
            <ac:spMk id="348" creationId="{00000000-0000-0000-0000-000000000000}"/>
          </ac:spMkLst>
        </pc:spChg>
        <pc:graphicFrameChg chg="modGraphic">
          <ac:chgData name="Thomas Sinclair" userId="ea7e17c6-715c-40d9-8261-37f47b5b9a01" providerId="ADAL" clId="{94DE744F-A716-48E5-B271-EA54462C5D48}" dt="2020-11-30T04:44:29.437" v="609" actId="20577"/>
          <ac:graphicFrameMkLst>
            <pc:docMk/>
            <pc:sldMk cId="0" sldId="262"/>
            <ac:graphicFrameMk id="347" creationId="{00000000-0000-0000-0000-000000000000}"/>
          </ac:graphicFrameMkLst>
        </pc:graphicFrameChg>
      </pc:sldChg>
      <pc:sldChg chg="modSp">
        <pc:chgData name="Thomas Sinclair" userId="ea7e17c6-715c-40d9-8261-37f47b5b9a01" providerId="ADAL" clId="{94DE744F-A716-48E5-B271-EA54462C5D48}" dt="2020-11-30T04:15:08.524" v="162" actId="6549"/>
        <pc:sldMkLst>
          <pc:docMk/>
          <pc:sldMk cId="2763024996" sldId="287"/>
        </pc:sldMkLst>
        <pc:spChg chg="mod">
          <ac:chgData name="Thomas Sinclair" userId="ea7e17c6-715c-40d9-8261-37f47b5b9a01" providerId="ADAL" clId="{94DE744F-A716-48E5-B271-EA54462C5D48}" dt="2020-11-30T04:15:08.524" v="162" actId="6549"/>
          <ac:spMkLst>
            <pc:docMk/>
            <pc:sldMk cId="2763024996" sldId="287"/>
            <ac:spMk id="335" creationId="{00000000-0000-0000-0000-000000000000}"/>
          </ac:spMkLst>
        </pc:spChg>
      </pc:sldChg>
      <pc:sldChg chg="addSp delSp modSp add ord">
        <pc:chgData name="Thomas Sinclair" userId="ea7e17c6-715c-40d9-8261-37f47b5b9a01" providerId="ADAL" clId="{94DE744F-A716-48E5-B271-EA54462C5D48}" dt="2020-11-30T22:27:35.277" v="727"/>
        <pc:sldMkLst>
          <pc:docMk/>
          <pc:sldMk cId="2161622480" sldId="288"/>
        </pc:sldMkLst>
        <pc:spChg chg="mod">
          <ac:chgData name="Thomas Sinclair" userId="ea7e17c6-715c-40d9-8261-37f47b5b9a01" providerId="ADAL" clId="{94DE744F-A716-48E5-B271-EA54462C5D48}" dt="2020-11-30T04:27:48.287" v="592" actId="20577"/>
          <ac:spMkLst>
            <pc:docMk/>
            <pc:sldMk cId="2161622480" sldId="288"/>
            <ac:spMk id="354" creationId="{00000000-0000-0000-0000-000000000000}"/>
          </ac:spMkLst>
        </pc:spChg>
        <pc:spChg chg="mod">
          <ac:chgData name="Thomas Sinclair" userId="ea7e17c6-715c-40d9-8261-37f47b5b9a01" providerId="ADAL" clId="{94DE744F-A716-48E5-B271-EA54462C5D48}" dt="2020-11-30T05:48:32.650" v="717" actId="20577"/>
          <ac:spMkLst>
            <pc:docMk/>
            <pc:sldMk cId="2161622480" sldId="288"/>
            <ac:spMk id="356" creationId="{00000000-0000-0000-0000-000000000000}"/>
          </ac:spMkLst>
        </pc:spChg>
        <pc:picChg chg="add del mod">
          <ac:chgData name="Thomas Sinclair" userId="ea7e17c6-715c-40d9-8261-37f47b5b9a01" providerId="ADAL" clId="{94DE744F-A716-48E5-B271-EA54462C5D48}" dt="2020-11-30T04:48:22.456" v="625" actId="478"/>
          <ac:picMkLst>
            <pc:docMk/>
            <pc:sldMk cId="2161622480" sldId="288"/>
            <ac:picMk id="5" creationId="{2EA31264-33FC-47D2-8DBC-FFEE00B8A43F}"/>
          </ac:picMkLst>
        </pc:picChg>
        <pc:picChg chg="add mod">
          <ac:chgData name="Thomas Sinclair" userId="ea7e17c6-715c-40d9-8261-37f47b5b9a01" providerId="ADAL" clId="{94DE744F-A716-48E5-B271-EA54462C5D48}" dt="2020-11-30T06:10:46.857" v="726" actId="1038"/>
          <ac:picMkLst>
            <pc:docMk/>
            <pc:sldMk cId="2161622480" sldId="288"/>
            <ac:picMk id="6" creationId="{10D0332E-442F-4A70-BA53-5DBEB305180E}"/>
          </ac:picMkLst>
        </pc:picChg>
        <pc:picChg chg="add del mod">
          <ac:chgData name="Thomas Sinclair" userId="ea7e17c6-715c-40d9-8261-37f47b5b9a01" providerId="ADAL" clId="{94DE744F-A716-48E5-B271-EA54462C5D48}" dt="2020-11-30T04:48:22.056" v="624" actId="478"/>
          <ac:picMkLst>
            <pc:docMk/>
            <pc:sldMk cId="2161622480" sldId="288"/>
            <ac:picMk id="7" creationId="{53CCD913-EF3D-49C6-A0E0-91DB608427A7}"/>
          </ac:picMkLst>
        </pc:picChg>
        <pc:picChg chg="add del mod">
          <ac:chgData name="Thomas Sinclair" userId="ea7e17c6-715c-40d9-8261-37f47b5b9a01" providerId="ADAL" clId="{94DE744F-A716-48E5-B271-EA54462C5D48}" dt="2020-11-30T04:48:21.544" v="623" actId="478"/>
          <ac:picMkLst>
            <pc:docMk/>
            <pc:sldMk cId="2161622480" sldId="288"/>
            <ac:picMk id="8" creationId="{675C8B95-54E1-4501-8A33-527084148C75}"/>
          </ac:picMkLst>
        </pc:picChg>
        <pc:picChg chg="add mod">
          <ac:chgData name="Thomas Sinclair" userId="ea7e17c6-715c-40d9-8261-37f47b5b9a01" providerId="ADAL" clId="{94DE744F-A716-48E5-B271-EA54462C5D48}" dt="2020-11-30T06:10:46.857" v="726" actId="1038"/>
          <ac:picMkLst>
            <pc:docMk/>
            <pc:sldMk cId="2161622480" sldId="288"/>
            <ac:picMk id="9" creationId="{C698A07F-4923-49AE-B1DF-698DBD8C0C7C}"/>
          </ac:picMkLst>
        </pc:picChg>
        <pc:picChg chg="add mod">
          <ac:chgData name="Thomas Sinclair" userId="ea7e17c6-715c-40d9-8261-37f47b5b9a01" providerId="ADAL" clId="{94DE744F-A716-48E5-B271-EA54462C5D48}" dt="2020-11-30T06:10:46.857" v="726" actId="1038"/>
          <ac:picMkLst>
            <pc:docMk/>
            <pc:sldMk cId="2161622480" sldId="288"/>
            <ac:picMk id="10" creationId="{84A5600F-4393-46B2-AE51-00C78E28EBEF}"/>
          </ac:picMkLst>
        </pc:picChg>
        <pc:picChg chg="add mod">
          <ac:chgData name="Thomas Sinclair" userId="ea7e17c6-715c-40d9-8261-37f47b5b9a01" providerId="ADAL" clId="{94DE744F-A716-48E5-B271-EA54462C5D48}" dt="2020-11-30T06:10:46.857" v="726" actId="1038"/>
          <ac:picMkLst>
            <pc:docMk/>
            <pc:sldMk cId="2161622480" sldId="288"/>
            <ac:picMk id="11" creationId="{85BEA4E9-6360-488B-9360-4E5907078570}"/>
          </ac:picMkLst>
        </pc:picChg>
        <pc:picChg chg="del mod">
          <ac:chgData name="Thomas Sinclair" userId="ea7e17c6-715c-40d9-8261-37f47b5b9a01" providerId="ADAL" clId="{94DE744F-A716-48E5-B271-EA54462C5D48}" dt="2020-11-30T04:47:52.980" v="612" actId="478"/>
          <ac:picMkLst>
            <pc:docMk/>
            <pc:sldMk cId="2161622480" sldId="288"/>
            <ac:picMk id="355" creationId="{00000000-0000-0000-0000-000000000000}"/>
          </ac:picMkLst>
        </pc:picChg>
      </pc:sldChg>
      <pc:sldChg chg="add">
        <pc:chgData name="Thomas Sinclair" userId="ea7e17c6-715c-40d9-8261-37f47b5b9a01" providerId="ADAL" clId="{94DE744F-A716-48E5-B271-EA54462C5D48}" dt="2020-11-30T04:47:36.770" v="610"/>
        <pc:sldMkLst>
          <pc:docMk/>
          <pc:sldMk cId="2798763392" sldId="289"/>
        </pc:sldMkLst>
      </pc:sldChg>
    </pc:docChg>
  </pc:docChgLst>
  <pc:docChgLst>
    <pc:chgData name="Patrick Delmastro" userId="S::patrick.delmastro@aie.edu.au::80153e81-cca5-4785-8329-c43569ff9011" providerId="AD" clId="Web-{04072BD4-777A-F9C0-6F71-DD71F3EAE3B2}"/>
    <pc:docChg chg="addSld delSld modSld sldOrd addMainMaster">
      <pc:chgData name="Patrick Delmastro" userId="S::patrick.delmastro@aie.edu.au::80153e81-cca5-4785-8329-c43569ff9011" providerId="AD" clId="Web-{04072BD4-777A-F9C0-6F71-DD71F3EAE3B2}" dt="2021-08-06T04:08:33.244" v="77" actId="20577"/>
      <pc:docMkLst>
        <pc:docMk/>
      </pc:docMkLst>
      <pc:sldChg chg="del ord">
        <pc:chgData name="Patrick Delmastro" userId="S::patrick.delmastro@aie.edu.au::80153e81-cca5-4785-8329-c43569ff9011" providerId="AD" clId="Web-{04072BD4-777A-F9C0-6F71-DD71F3EAE3B2}" dt="2021-08-06T04:06:28.455" v="47"/>
        <pc:sldMkLst>
          <pc:docMk/>
          <pc:sldMk cId="0" sldId="277"/>
        </pc:sldMkLst>
      </pc:sldChg>
      <pc:sldChg chg="modSp">
        <pc:chgData name="Patrick Delmastro" userId="S::patrick.delmastro@aie.edu.au::80153e81-cca5-4785-8329-c43569ff9011" providerId="AD" clId="Web-{04072BD4-777A-F9C0-6F71-DD71F3EAE3B2}" dt="2021-08-06T04:08:33.244" v="77" actId="20577"/>
        <pc:sldMkLst>
          <pc:docMk/>
          <pc:sldMk cId="2191999467" sldId="282"/>
        </pc:sldMkLst>
        <pc:spChg chg="mod">
          <ac:chgData name="Patrick Delmastro" userId="S::patrick.delmastro@aie.edu.au::80153e81-cca5-4785-8329-c43569ff9011" providerId="AD" clId="Web-{04072BD4-777A-F9C0-6F71-DD71F3EAE3B2}" dt="2021-08-06T04:08:33.244" v="77" actId="20577"/>
          <ac:spMkLst>
            <pc:docMk/>
            <pc:sldMk cId="2191999467" sldId="282"/>
            <ac:spMk id="16" creationId="{0FD8B14E-7CCF-42C8-9E9F-051852995464}"/>
          </ac:spMkLst>
        </pc:spChg>
      </pc:sldChg>
      <pc:sldChg chg="modSp">
        <pc:chgData name="Patrick Delmastro" userId="S::patrick.delmastro@aie.edu.au::80153e81-cca5-4785-8329-c43569ff9011" providerId="AD" clId="Web-{04072BD4-777A-F9C0-6F71-DD71F3EAE3B2}" dt="2021-08-06T04:07:43.522" v="58" actId="20577"/>
        <pc:sldMkLst>
          <pc:docMk/>
          <pc:sldMk cId="0" sldId="284"/>
        </pc:sldMkLst>
        <pc:spChg chg="mod">
          <ac:chgData name="Patrick Delmastro" userId="S::patrick.delmastro@aie.edu.au::80153e81-cca5-4785-8329-c43569ff9011" providerId="AD" clId="Web-{04072BD4-777A-F9C0-6F71-DD71F3EAE3B2}" dt="2021-08-06T04:07:43.522" v="58" actId="20577"/>
          <ac:spMkLst>
            <pc:docMk/>
            <pc:sldMk cId="0" sldId="284"/>
            <ac:spMk id="16" creationId="{0FD8B14E-7CCF-42C8-9E9F-051852995464}"/>
          </ac:spMkLst>
        </pc:spChg>
      </pc:sldChg>
      <pc:sldChg chg="modSp">
        <pc:chgData name="Patrick Delmastro" userId="S::patrick.delmastro@aie.edu.au::80153e81-cca5-4785-8329-c43569ff9011" providerId="AD" clId="Web-{04072BD4-777A-F9C0-6F71-DD71F3EAE3B2}" dt="2021-08-06T04:07:27.350" v="54" actId="20577"/>
        <pc:sldMkLst>
          <pc:docMk/>
          <pc:sldMk cId="2678317744" sldId="293"/>
        </pc:sldMkLst>
        <pc:spChg chg="mod">
          <ac:chgData name="Patrick Delmastro" userId="S::patrick.delmastro@aie.edu.au::80153e81-cca5-4785-8329-c43569ff9011" providerId="AD" clId="Web-{04072BD4-777A-F9C0-6F71-DD71F3EAE3B2}" dt="2021-08-06T04:07:27.350" v="54" actId="20577"/>
          <ac:spMkLst>
            <pc:docMk/>
            <pc:sldMk cId="2678317744" sldId="293"/>
            <ac:spMk id="16" creationId="{0FD8B14E-7CCF-42C8-9E9F-051852995464}"/>
          </ac:spMkLst>
        </pc:spChg>
      </pc:sldChg>
      <pc:sldChg chg="addSp delSp modSp add ord">
        <pc:chgData name="Patrick Delmastro" userId="S::patrick.delmastro@aie.edu.au::80153e81-cca5-4785-8329-c43569ff9011" providerId="AD" clId="Web-{04072BD4-777A-F9C0-6F71-DD71F3EAE3B2}" dt="2021-08-06T04:06:43.597" v="49" actId="20577"/>
        <pc:sldMkLst>
          <pc:docMk/>
          <pc:sldMk cId="2675563025" sldId="316"/>
        </pc:sldMkLst>
        <pc:spChg chg="mod">
          <ac:chgData name="Patrick Delmastro" userId="S::patrick.delmastro@aie.edu.au::80153e81-cca5-4785-8329-c43569ff9011" providerId="AD" clId="Web-{04072BD4-777A-F9C0-6F71-DD71F3EAE3B2}" dt="2021-08-06T04:06:43.597" v="49" actId="20577"/>
          <ac:spMkLst>
            <pc:docMk/>
            <pc:sldMk cId="2675563025" sldId="316"/>
            <ac:spMk id="5" creationId="{7CC2A167-665B-4844-AF42-C94D388384EA}"/>
          </ac:spMkLst>
        </pc:spChg>
        <pc:spChg chg="mod">
          <ac:chgData name="Patrick Delmastro" userId="S::patrick.delmastro@aie.edu.au::80153e81-cca5-4785-8329-c43569ff9011" providerId="AD" clId="Web-{04072BD4-777A-F9C0-6F71-DD71F3EAE3B2}" dt="2021-08-06T04:06:09.845" v="42" actId="20577"/>
          <ac:spMkLst>
            <pc:docMk/>
            <pc:sldMk cId="2675563025" sldId="316"/>
            <ac:spMk id="420" creationId="{00000000-0000-0000-0000-000000000000}"/>
          </ac:spMkLst>
        </pc:spChg>
        <pc:picChg chg="del">
          <ac:chgData name="Patrick Delmastro" userId="S::patrick.delmastro@aie.edu.au::80153e81-cca5-4785-8329-c43569ff9011" providerId="AD" clId="Web-{04072BD4-777A-F9C0-6F71-DD71F3EAE3B2}" dt="2021-08-06T04:02:47.192" v="5"/>
          <ac:picMkLst>
            <pc:docMk/>
            <pc:sldMk cId="2675563025" sldId="316"/>
            <ac:picMk id="2" creationId="{0282229E-4EC7-41FF-8008-EB3DDBF79708}"/>
          </ac:picMkLst>
        </pc:picChg>
        <pc:picChg chg="add mod">
          <ac:chgData name="Patrick Delmastro" userId="S::patrick.delmastro@aie.edu.au::80153e81-cca5-4785-8329-c43569ff9011" providerId="AD" clId="Web-{04072BD4-777A-F9C0-6F71-DD71F3EAE3B2}" dt="2021-08-06T04:02:52.755" v="7" actId="14100"/>
          <ac:picMkLst>
            <pc:docMk/>
            <pc:sldMk cId="2675563025" sldId="316"/>
            <ac:picMk id="4" creationId="{D5E8940E-413F-41AC-A0FA-E95F337AD629}"/>
          </ac:picMkLst>
        </pc:picChg>
      </pc:sldChg>
      <pc:sldMasterChg chg="add addSldLayout">
        <pc:chgData name="Patrick Delmastro" userId="S::patrick.delmastro@aie.edu.au::80153e81-cca5-4785-8329-c43569ff9011" providerId="AD" clId="Web-{04072BD4-777A-F9C0-6F71-DD71F3EAE3B2}" dt="2021-08-06T04:00:08.448" v="1"/>
        <pc:sldMasterMkLst>
          <pc:docMk/>
          <pc:sldMasterMk cId="0" sldId="2147483696"/>
        </pc:sldMasterMkLst>
        <pc:sldLayoutChg chg="add">
          <pc:chgData name="Patrick Delmastro" userId="S::patrick.delmastro@aie.edu.au::80153e81-cca5-4785-8329-c43569ff9011" providerId="AD" clId="Web-{04072BD4-777A-F9C0-6F71-DD71F3EAE3B2}" dt="2021-08-06T04:00:08.448" v="1"/>
          <pc:sldLayoutMkLst>
            <pc:docMk/>
            <pc:sldMasterMk cId="0" sldId="2147483696"/>
            <pc:sldLayoutMk cId="0" sldId="2147483697"/>
          </pc:sldLayoutMkLst>
        </pc:sldLayoutChg>
        <pc:sldLayoutChg chg="add">
          <pc:chgData name="Patrick Delmastro" userId="S::patrick.delmastro@aie.edu.au::80153e81-cca5-4785-8329-c43569ff9011" providerId="AD" clId="Web-{04072BD4-777A-F9C0-6F71-DD71F3EAE3B2}" dt="2021-08-06T04:00:08.448" v="1"/>
          <pc:sldLayoutMkLst>
            <pc:docMk/>
            <pc:sldMasterMk cId="0" sldId="2147483696"/>
            <pc:sldLayoutMk cId="0" sldId="2147483698"/>
          </pc:sldLayoutMkLst>
        </pc:sldLayoutChg>
        <pc:sldLayoutChg chg="add">
          <pc:chgData name="Patrick Delmastro" userId="S::patrick.delmastro@aie.edu.au::80153e81-cca5-4785-8329-c43569ff9011" providerId="AD" clId="Web-{04072BD4-777A-F9C0-6F71-DD71F3EAE3B2}" dt="2021-08-06T04:00:08.448" v="1"/>
          <pc:sldLayoutMkLst>
            <pc:docMk/>
            <pc:sldMasterMk cId="0" sldId="2147483696"/>
            <pc:sldLayoutMk cId="0" sldId="2147483699"/>
          </pc:sldLayoutMkLst>
        </pc:sldLayoutChg>
        <pc:sldLayoutChg chg="add">
          <pc:chgData name="Patrick Delmastro" userId="S::patrick.delmastro@aie.edu.au::80153e81-cca5-4785-8329-c43569ff9011" providerId="AD" clId="Web-{04072BD4-777A-F9C0-6F71-DD71F3EAE3B2}" dt="2021-08-06T04:00:08.448" v="1"/>
          <pc:sldLayoutMkLst>
            <pc:docMk/>
            <pc:sldMasterMk cId="0" sldId="2147483696"/>
            <pc:sldLayoutMk cId="0" sldId="2147483700"/>
          </pc:sldLayoutMkLst>
        </pc:sldLayoutChg>
        <pc:sldLayoutChg chg="add">
          <pc:chgData name="Patrick Delmastro" userId="S::patrick.delmastro@aie.edu.au::80153e81-cca5-4785-8329-c43569ff9011" providerId="AD" clId="Web-{04072BD4-777A-F9C0-6F71-DD71F3EAE3B2}" dt="2021-08-06T04:00:08.448" v="1"/>
          <pc:sldLayoutMkLst>
            <pc:docMk/>
            <pc:sldMasterMk cId="0" sldId="2147483696"/>
            <pc:sldLayoutMk cId="0" sldId="2147483701"/>
          </pc:sldLayoutMkLst>
        </pc:sldLayoutChg>
        <pc:sldLayoutChg chg="add">
          <pc:chgData name="Patrick Delmastro" userId="S::patrick.delmastro@aie.edu.au::80153e81-cca5-4785-8329-c43569ff9011" providerId="AD" clId="Web-{04072BD4-777A-F9C0-6F71-DD71F3EAE3B2}" dt="2021-08-06T04:00:08.448" v="1"/>
          <pc:sldLayoutMkLst>
            <pc:docMk/>
            <pc:sldMasterMk cId="0" sldId="2147483696"/>
            <pc:sldLayoutMk cId="0" sldId="2147483702"/>
          </pc:sldLayoutMkLst>
        </pc:sldLayoutChg>
        <pc:sldLayoutChg chg="add">
          <pc:chgData name="Patrick Delmastro" userId="S::patrick.delmastro@aie.edu.au::80153e81-cca5-4785-8329-c43569ff9011" providerId="AD" clId="Web-{04072BD4-777A-F9C0-6F71-DD71F3EAE3B2}" dt="2021-08-06T04:00:08.448" v="1"/>
          <pc:sldLayoutMkLst>
            <pc:docMk/>
            <pc:sldMasterMk cId="0" sldId="2147483696"/>
            <pc:sldLayoutMk cId="0" sldId="2147483703"/>
          </pc:sldLayoutMkLst>
        </pc:sldLayoutChg>
        <pc:sldLayoutChg chg="add">
          <pc:chgData name="Patrick Delmastro" userId="S::patrick.delmastro@aie.edu.au::80153e81-cca5-4785-8329-c43569ff9011" providerId="AD" clId="Web-{04072BD4-777A-F9C0-6F71-DD71F3EAE3B2}" dt="2021-08-06T04:00:08.448" v="1"/>
          <pc:sldLayoutMkLst>
            <pc:docMk/>
            <pc:sldMasterMk cId="0" sldId="2147483696"/>
            <pc:sldLayoutMk cId="0" sldId="2147483704"/>
          </pc:sldLayoutMkLst>
        </pc:sldLayoutChg>
        <pc:sldLayoutChg chg="add">
          <pc:chgData name="Patrick Delmastro" userId="S::patrick.delmastro@aie.edu.au::80153e81-cca5-4785-8329-c43569ff9011" providerId="AD" clId="Web-{04072BD4-777A-F9C0-6F71-DD71F3EAE3B2}" dt="2021-08-06T04:00:08.448" v="1"/>
          <pc:sldLayoutMkLst>
            <pc:docMk/>
            <pc:sldMasterMk cId="0" sldId="2147483696"/>
            <pc:sldLayoutMk cId="0" sldId="2147483705"/>
          </pc:sldLayoutMkLst>
        </pc:sldLayoutChg>
        <pc:sldLayoutChg chg="add">
          <pc:chgData name="Patrick Delmastro" userId="S::patrick.delmastro@aie.edu.au::80153e81-cca5-4785-8329-c43569ff9011" providerId="AD" clId="Web-{04072BD4-777A-F9C0-6F71-DD71F3EAE3B2}" dt="2021-08-06T04:00:08.448" v="1"/>
          <pc:sldLayoutMkLst>
            <pc:docMk/>
            <pc:sldMasterMk cId="0" sldId="2147483696"/>
            <pc:sldLayoutMk cId="0" sldId="2147483706"/>
          </pc:sldLayoutMkLst>
        </pc:sldLayoutChg>
        <pc:sldLayoutChg chg="add">
          <pc:chgData name="Patrick Delmastro" userId="S::patrick.delmastro@aie.edu.au::80153e81-cca5-4785-8329-c43569ff9011" providerId="AD" clId="Web-{04072BD4-777A-F9C0-6F71-DD71F3EAE3B2}" dt="2021-08-06T04:00:08.448" v="1"/>
          <pc:sldLayoutMkLst>
            <pc:docMk/>
            <pc:sldMasterMk cId="0" sldId="2147483696"/>
            <pc:sldLayoutMk cId="0" sldId="2147483707"/>
          </pc:sldLayoutMkLst>
        </pc:sldLayoutChg>
        <pc:sldLayoutChg chg="add">
          <pc:chgData name="Patrick Delmastro" userId="S::patrick.delmastro@aie.edu.au::80153e81-cca5-4785-8329-c43569ff9011" providerId="AD" clId="Web-{04072BD4-777A-F9C0-6F71-DD71F3EAE3B2}" dt="2021-08-06T04:00:08.448" v="1"/>
          <pc:sldLayoutMkLst>
            <pc:docMk/>
            <pc:sldMasterMk cId="0" sldId="2147483696"/>
            <pc:sldLayoutMk cId="0" sldId="2147483708"/>
          </pc:sldLayoutMkLst>
        </pc:sldLayoutChg>
        <pc:sldLayoutChg chg="add">
          <pc:chgData name="Patrick Delmastro" userId="S::patrick.delmastro@aie.edu.au::80153e81-cca5-4785-8329-c43569ff9011" providerId="AD" clId="Web-{04072BD4-777A-F9C0-6F71-DD71F3EAE3B2}" dt="2021-08-06T04:00:08.448" v="1"/>
          <pc:sldLayoutMkLst>
            <pc:docMk/>
            <pc:sldMasterMk cId="0" sldId="2147483696"/>
            <pc:sldLayoutMk cId="0" sldId="2147483709"/>
          </pc:sldLayoutMkLst>
        </pc:sldLayoutChg>
        <pc:sldLayoutChg chg="add">
          <pc:chgData name="Patrick Delmastro" userId="S::patrick.delmastro@aie.edu.au::80153e81-cca5-4785-8329-c43569ff9011" providerId="AD" clId="Web-{04072BD4-777A-F9C0-6F71-DD71F3EAE3B2}" dt="2021-08-06T04:00:08.448" v="1"/>
          <pc:sldLayoutMkLst>
            <pc:docMk/>
            <pc:sldMasterMk cId="0" sldId="2147483696"/>
            <pc:sldLayoutMk cId="0" sldId="2147483710"/>
          </pc:sldLayoutMkLst>
        </pc:sldLayoutChg>
      </pc:sldMasterChg>
    </pc:docChg>
  </pc:docChgLst>
  <pc:docChgLst>
    <pc:chgData name="Patrick Delmastro" userId="S::patrick.delmastro@aie.edu.au::80153e81-cca5-4785-8329-c43569ff9011" providerId="AD" clId="Web-{95A6DE25-0791-1172-47FE-2423EE79900A}"/>
    <pc:docChg chg="modSld">
      <pc:chgData name="Patrick Delmastro" userId="S::patrick.delmastro@aie.edu.au::80153e81-cca5-4785-8329-c43569ff9011" providerId="AD" clId="Web-{95A6DE25-0791-1172-47FE-2423EE79900A}" dt="2021-08-10T03:37:57.271" v="18" actId="20577"/>
      <pc:docMkLst>
        <pc:docMk/>
      </pc:docMkLst>
      <pc:sldChg chg="modSp">
        <pc:chgData name="Patrick Delmastro" userId="S::patrick.delmastro@aie.edu.au::80153e81-cca5-4785-8329-c43569ff9011" providerId="AD" clId="Web-{95A6DE25-0791-1172-47FE-2423EE79900A}" dt="2021-08-10T03:33:31.172" v="11" actId="20577"/>
        <pc:sldMkLst>
          <pc:docMk/>
          <pc:sldMk cId="0" sldId="256"/>
        </pc:sldMkLst>
        <pc:spChg chg="mod">
          <ac:chgData name="Patrick Delmastro" userId="S::patrick.delmastro@aie.edu.au::80153e81-cca5-4785-8329-c43569ff9011" providerId="AD" clId="Web-{95A6DE25-0791-1172-47FE-2423EE79900A}" dt="2021-08-10T03:33:31.172" v="11" actId="20577"/>
          <ac:spMkLst>
            <pc:docMk/>
            <pc:sldMk cId="0" sldId="256"/>
            <ac:spMk id="303" creationId="{00000000-0000-0000-0000-000000000000}"/>
          </ac:spMkLst>
        </pc:spChg>
      </pc:sldChg>
      <pc:sldChg chg="addSp delSp modSp">
        <pc:chgData name="Patrick Delmastro" userId="S::patrick.delmastro@aie.edu.au::80153e81-cca5-4785-8329-c43569ff9011" providerId="AD" clId="Web-{95A6DE25-0791-1172-47FE-2423EE79900A}" dt="2021-08-10T03:37:57.271" v="18" actId="20577"/>
        <pc:sldMkLst>
          <pc:docMk/>
          <pc:sldMk cId="2675563025" sldId="316"/>
        </pc:sldMkLst>
        <pc:spChg chg="mod">
          <ac:chgData name="Patrick Delmastro" userId="S::patrick.delmastro@aie.edu.au::80153e81-cca5-4785-8329-c43569ff9011" providerId="AD" clId="Web-{95A6DE25-0791-1172-47FE-2423EE79900A}" dt="2021-08-10T03:37:57.271" v="18" actId="20577"/>
          <ac:spMkLst>
            <pc:docMk/>
            <pc:sldMk cId="2675563025" sldId="316"/>
            <ac:spMk id="5" creationId="{7CC2A167-665B-4844-AF42-C94D388384EA}"/>
          </ac:spMkLst>
        </pc:spChg>
        <pc:picChg chg="add mod">
          <ac:chgData name="Patrick Delmastro" userId="S::patrick.delmastro@aie.edu.au::80153e81-cca5-4785-8329-c43569ff9011" providerId="AD" clId="Web-{95A6DE25-0791-1172-47FE-2423EE79900A}" dt="2021-08-10T03:37:34.317" v="14" actId="14100"/>
          <ac:picMkLst>
            <pc:docMk/>
            <pc:sldMk cId="2675563025" sldId="316"/>
            <ac:picMk id="2" creationId="{2F3A457C-19ED-4639-8074-F000F430AD7C}"/>
          </ac:picMkLst>
        </pc:picChg>
        <pc:picChg chg="del">
          <ac:chgData name="Patrick Delmastro" userId="S::patrick.delmastro@aie.edu.au::80153e81-cca5-4785-8329-c43569ff9011" providerId="AD" clId="Web-{95A6DE25-0791-1172-47FE-2423EE79900A}" dt="2021-08-10T03:37:35.896" v="15"/>
          <ac:picMkLst>
            <pc:docMk/>
            <pc:sldMk cId="2675563025" sldId="316"/>
            <ac:picMk id="4" creationId="{D5E8940E-413F-41AC-A0FA-E95F337AD629}"/>
          </ac:picMkLst>
        </pc:picChg>
      </pc:sldChg>
    </pc:docChg>
  </pc:docChgLst>
  <pc:docChgLst>
    <pc:chgData name="Thomas Sinclair" userId="S::thomass@aie.edu.au::ea7e17c6-715c-40d9-8261-37f47b5b9a01" providerId="AD" clId="Web-{D9F7B659-6155-4B5E-87D2-F86125A30343}"/>
    <pc:docChg chg="addSld delSld modSld sldOrd">
      <pc:chgData name="Thomas Sinclair" userId="S::thomass@aie.edu.au::ea7e17c6-715c-40d9-8261-37f47b5b9a01" providerId="AD" clId="Web-{D9F7B659-6155-4B5E-87D2-F86125A30343}" dt="2021-11-11T01:31:56.014" v="20" actId="20577"/>
      <pc:docMkLst>
        <pc:docMk/>
      </pc:docMkLst>
      <pc:sldChg chg="addSp delSp modSp">
        <pc:chgData name="Thomas Sinclair" userId="S::thomass@aie.edu.au::ea7e17c6-715c-40d9-8261-37f47b5b9a01" providerId="AD" clId="Web-{D9F7B659-6155-4B5E-87D2-F86125A30343}" dt="2021-11-11T01:21:12.814" v="12"/>
        <pc:sldMkLst>
          <pc:docMk/>
          <pc:sldMk cId="3499002676" sldId="320"/>
        </pc:sldMkLst>
        <pc:spChg chg="del">
          <ac:chgData name="Thomas Sinclair" userId="S::thomass@aie.edu.au::ea7e17c6-715c-40d9-8261-37f47b5b9a01" providerId="AD" clId="Web-{D9F7B659-6155-4B5E-87D2-F86125A30343}" dt="2021-11-11T01:20:21.500" v="3"/>
          <ac:spMkLst>
            <pc:docMk/>
            <pc:sldMk cId="3499002676" sldId="320"/>
            <ac:spMk id="3" creationId="{3A9CE3A8-498D-4D2A-A187-70F8A84BB52B}"/>
          </ac:spMkLst>
        </pc:spChg>
        <pc:spChg chg="mod">
          <ac:chgData name="Thomas Sinclair" userId="S::thomass@aie.edu.au::ea7e17c6-715c-40d9-8261-37f47b5b9a01" providerId="AD" clId="Web-{D9F7B659-6155-4B5E-87D2-F86125A30343}" dt="2021-11-11T01:20:17.437" v="1" actId="20577"/>
          <ac:spMkLst>
            <pc:docMk/>
            <pc:sldMk cId="3499002676" sldId="320"/>
            <ac:spMk id="6" creationId="{67C285D0-13E5-477D-87C4-795E392D9BE5}"/>
          </ac:spMkLst>
        </pc:spChg>
        <pc:graphicFrameChg chg="add del mod">
          <ac:chgData name="Thomas Sinclair" userId="S::thomass@aie.edu.au::ea7e17c6-715c-40d9-8261-37f47b5b9a01" providerId="AD" clId="Web-{D9F7B659-6155-4B5E-87D2-F86125A30343}" dt="2021-11-11T01:20:57.360" v="9"/>
          <ac:graphicFrameMkLst>
            <pc:docMk/>
            <pc:sldMk cId="3499002676" sldId="320"/>
            <ac:graphicFrameMk id="7" creationId="{F2985B5D-AEB6-412C-9FDD-F16DEE4141C9}"/>
          </ac:graphicFrameMkLst>
        </pc:graphicFrameChg>
        <pc:graphicFrameChg chg="add">
          <ac:chgData name="Thomas Sinclair" userId="S::thomass@aie.edu.au::ea7e17c6-715c-40d9-8261-37f47b5b9a01" providerId="AD" clId="Web-{D9F7B659-6155-4B5E-87D2-F86125A30343}" dt="2021-11-11T01:21:12.814" v="12"/>
          <ac:graphicFrameMkLst>
            <pc:docMk/>
            <pc:sldMk cId="3499002676" sldId="320"/>
            <ac:graphicFrameMk id="8" creationId="{C68A1A8F-4C73-4170-A910-AF863296D97B}"/>
          </ac:graphicFrameMkLst>
        </pc:graphicFrameChg>
        <pc:graphicFrameChg chg="del">
          <ac:chgData name="Thomas Sinclair" userId="S::thomass@aie.edu.au::ea7e17c6-715c-40d9-8261-37f47b5b9a01" providerId="AD" clId="Web-{D9F7B659-6155-4B5E-87D2-F86125A30343}" dt="2021-11-11T01:20:43.516" v="5"/>
          <ac:graphicFrameMkLst>
            <pc:docMk/>
            <pc:sldMk cId="3499002676" sldId="320"/>
            <ac:graphicFrameMk id="13" creationId="{F9986CDF-55CE-4784-90C5-702308B712E9}"/>
          </ac:graphicFrameMkLst>
        </pc:graphicFrameChg>
        <pc:graphicFrameChg chg="del">
          <ac:chgData name="Thomas Sinclair" userId="S::thomass@aie.edu.au::ea7e17c6-715c-40d9-8261-37f47b5b9a01" providerId="AD" clId="Web-{D9F7B659-6155-4B5E-87D2-F86125A30343}" dt="2021-11-11T01:20:41.532" v="4"/>
          <ac:graphicFrameMkLst>
            <pc:docMk/>
            <pc:sldMk cId="3499002676" sldId="320"/>
            <ac:graphicFrameMk id="18" creationId="{3AE18A4C-3F4A-4EFD-ADDA-2EC5999EFF8A}"/>
          </ac:graphicFrameMkLst>
        </pc:graphicFrameChg>
        <pc:picChg chg="del">
          <ac:chgData name="Thomas Sinclair" userId="S::thomass@aie.edu.au::ea7e17c6-715c-40d9-8261-37f47b5b9a01" providerId="AD" clId="Web-{D9F7B659-6155-4B5E-87D2-F86125A30343}" dt="2021-11-11T01:20:20.719" v="2"/>
          <ac:picMkLst>
            <pc:docMk/>
            <pc:sldMk cId="3499002676" sldId="320"/>
            <ac:picMk id="2" creationId="{A4DD9D49-B4E5-4BBC-B375-4475B94BD839}"/>
          </ac:picMkLst>
        </pc:picChg>
        <pc:picChg chg="add del mod">
          <ac:chgData name="Thomas Sinclair" userId="S::thomass@aie.edu.au::ea7e17c6-715c-40d9-8261-37f47b5b9a01" providerId="AD" clId="Web-{D9F7B659-6155-4B5E-87D2-F86125A30343}" dt="2021-11-11T01:20:51.313" v="7"/>
          <ac:picMkLst>
            <pc:docMk/>
            <pc:sldMk cId="3499002676" sldId="320"/>
            <ac:picMk id="4" creationId="{97EB5DAD-B954-4180-8CA2-151D82D6C75A}"/>
          </ac:picMkLst>
        </pc:picChg>
      </pc:sldChg>
      <pc:sldChg chg="del">
        <pc:chgData name="Thomas Sinclair" userId="S::thomass@aie.edu.au::ea7e17c6-715c-40d9-8261-37f47b5b9a01" providerId="AD" clId="Web-{D9F7B659-6155-4B5E-87D2-F86125A30343}" dt="2021-11-11T01:23:55.520" v="17"/>
        <pc:sldMkLst>
          <pc:docMk/>
          <pc:sldMk cId="1652814952" sldId="321"/>
        </pc:sldMkLst>
      </pc:sldChg>
      <pc:sldChg chg="add del">
        <pc:chgData name="Thomas Sinclair" userId="S::thomass@aie.edu.au::ea7e17c6-715c-40d9-8261-37f47b5b9a01" providerId="AD" clId="Web-{D9F7B659-6155-4B5E-87D2-F86125A30343}" dt="2021-11-11T01:23:33.723" v="15"/>
        <pc:sldMkLst>
          <pc:docMk/>
          <pc:sldMk cId="1118082164" sldId="322"/>
        </pc:sldMkLst>
      </pc:sldChg>
      <pc:sldChg chg="add del ord">
        <pc:chgData name="Thomas Sinclair" userId="S::thomass@aie.edu.au::ea7e17c6-715c-40d9-8261-37f47b5b9a01" providerId="AD" clId="Web-{D9F7B659-6155-4B5E-87D2-F86125A30343}" dt="2021-11-11T01:21:14.470" v="13"/>
        <pc:sldMkLst>
          <pc:docMk/>
          <pc:sldMk cId="1183483357" sldId="322"/>
        </pc:sldMkLst>
      </pc:sldChg>
      <pc:sldChg chg="modSp add">
        <pc:chgData name="Thomas Sinclair" userId="S::thomass@aie.edu.au::ea7e17c6-715c-40d9-8261-37f47b5b9a01" providerId="AD" clId="Web-{D9F7B659-6155-4B5E-87D2-F86125A30343}" dt="2021-11-11T01:31:56.014" v="20" actId="20577"/>
        <pc:sldMkLst>
          <pc:docMk/>
          <pc:sldMk cId="3495424099" sldId="322"/>
        </pc:sldMkLst>
        <pc:spChg chg="mod">
          <ac:chgData name="Thomas Sinclair" userId="S::thomass@aie.edu.au::ea7e17c6-715c-40d9-8261-37f47b5b9a01" providerId="AD" clId="Web-{D9F7B659-6155-4B5E-87D2-F86125A30343}" dt="2021-11-11T01:31:56.014" v="20" actId="20577"/>
          <ac:spMkLst>
            <pc:docMk/>
            <pc:sldMk cId="3495424099" sldId="322"/>
            <ac:spMk id="5" creationId="{35264656-6279-4D7B-A0FA-A2917A7F7273}"/>
          </ac:spMkLst>
        </pc:spChg>
      </pc:sldChg>
      <pc:sldMasterChg chg="addSldLayout">
        <pc:chgData name="Thomas Sinclair" userId="S::thomass@aie.edu.au::ea7e17c6-715c-40d9-8261-37f47b5b9a01" providerId="AD" clId="Web-{D9F7B659-6155-4B5E-87D2-F86125A30343}" dt="2021-11-11T01:21:01.954" v="10"/>
        <pc:sldMasterMkLst>
          <pc:docMk/>
          <pc:sldMasterMk cId="0" sldId="2147483696"/>
        </pc:sldMasterMkLst>
        <pc:sldLayoutChg chg="add">
          <pc:chgData name="Thomas Sinclair" userId="S::thomass@aie.edu.au::ea7e17c6-715c-40d9-8261-37f47b5b9a01" providerId="AD" clId="Web-{D9F7B659-6155-4B5E-87D2-F86125A30343}" dt="2021-11-11T01:21:01.954" v="10"/>
          <pc:sldLayoutMkLst>
            <pc:docMk/>
            <pc:sldMasterMk cId="0" sldId="2147483696"/>
            <pc:sldLayoutMk cId="0" sldId="2147483726"/>
          </pc:sldLayoutMkLst>
        </pc:sldLayoutChg>
      </pc:sldMasterChg>
    </pc:docChg>
  </pc:docChgLst>
  <pc:docChgLst>
    <pc:chgData name="Thomas Sinclair" userId="S::thomass@aie.edu.au::ea7e17c6-715c-40d9-8261-37f47b5b9a01" providerId="AD" clId="Web-{961334AE-3F2B-4E1D-7ED1-854A3C24E8A2}"/>
    <pc:docChg chg="modSld">
      <pc:chgData name="Thomas Sinclair" userId="S::thomass@aie.edu.au::ea7e17c6-715c-40d9-8261-37f47b5b9a01" providerId="AD" clId="Web-{961334AE-3F2B-4E1D-7ED1-854A3C24E8A2}" dt="2021-10-07T04:12:33.434" v="1" actId="20577"/>
      <pc:docMkLst>
        <pc:docMk/>
      </pc:docMkLst>
      <pc:sldChg chg="modSp">
        <pc:chgData name="Thomas Sinclair" userId="S::thomass@aie.edu.au::ea7e17c6-715c-40d9-8261-37f47b5b9a01" providerId="AD" clId="Web-{961334AE-3F2B-4E1D-7ED1-854A3C24E8A2}" dt="2021-10-07T04:12:33.434" v="1" actId="20577"/>
        <pc:sldMkLst>
          <pc:docMk/>
          <pc:sldMk cId="1190707425" sldId="296"/>
        </pc:sldMkLst>
        <pc:spChg chg="mod">
          <ac:chgData name="Thomas Sinclair" userId="S::thomass@aie.edu.au::ea7e17c6-715c-40d9-8261-37f47b5b9a01" providerId="AD" clId="Web-{961334AE-3F2B-4E1D-7ED1-854A3C24E8A2}" dt="2021-10-07T04:12:33.434" v="1" actId="20577"/>
          <ac:spMkLst>
            <pc:docMk/>
            <pc:sldMk cId="1190707425" sldId="296"/>
            <ac:spMk id="371" creationId="{00000000-0000-0000-0000-000000000000}"/>
          </ac:spMkLst>
        </pc:spChg>
      </pc:sldChg>
    </pc:docChg>
  </pc:docChgLst>
  <pc:docChgLst>
    <pc:chgData name="Patrick Delmastro" userId="S::patrick.delmastro@aie.edu.au::80153e81-cca5-4785-8329-c43569ff9011" providerId="AD" clId="Web-{29091B84-A0AD-329C-AE9B-C7F269A3F0B6}"/>
    <pc:docChg chg="modSld">
      <pc:chgData name="Patrick Delmastro" userId="S::patrick.delmastro@aie.edu.au::80153e81-cca5-4785-8329-c43569ff9011" providerId="AD" clId="Web-{29091B84-A0AD-329C-AE9B-C7F269A3F0B6}" dt="2022-11-15T02:54:04.232" v="32" actId="1076"/>
      <pc:docMkLst>
        <pc:docMk/>
      </pc:docMkLst>
      <pc:sldChg chg="addSp modSp">
        <pc:chgData name="Patrick Delmastro" userId="S::patrick.delmastro@aie.edu.au::80153e81-cca5-4785-8329-c43569ff9011" providerId="AD" clId="Web-{29091B84-A0AD-329C-AE9B-C7F269A3F0B6}" dt="2022-11-15T00:26:59.932" v="30" actId="1076"/>
        <pc:sldMkLst>
          <pc:docMk/>
          <pc:sldMk cId="1686705670" sldId="317"/>
        </pc:sldMkLst>
        <pc:spChg chg="mod">
          <ac:chgData name="Patrick Delmastro" userId="S::patrick.delmastro@aie.edu.au::80153e81-cca5-4785-8329-c43569ff9011" providerId="AD" clId="Web-{29091B84-A0AD-329C-AE9B-C7F269A3F0B6}" dt="2022-11-15T00:26:53.151" v="19" actId="1076"/>
          <ac:spMkLst>
            <pc:docMk/>
            <pc:sldMk cId="1686705670" sldId="317"/>
            <ac:spMk id="3" creationId="{FCA8D31C-A7DE-4B15-9528-B1198F38D4BB}"/>
          </ac:spMkLst>
        </pc:spChg>
        <pc:spChg chg="add">
          <ac:chgData name="Patrick Delmastro" userId="S::patrick.delmastro@aie.edu.au::80153e81-cca5-4785-8329-c43569ff9011" providerId="AD" clId="Web-{29091B84-A0AD-329C-AE9B-C7F269A3F0B6}" dt="2022-11-15T00:26:42.791" v="18"/>
          <ac:spMkLst>
            <pc:docMk/>
            <pc:sldMk cId="1686705670" sldId="317"/>
            <ac:spMk id="7" creationId="{C71D1DE4-CA04-2137-BDE0-F2D095990304}"/>
          </ac:spMkLst>
        </pc:spChg>
        <pc:spChg chg="mod">
          <ac:chgData name="Patrick Delmastro" userId="S::patrick.delmastro@aie.edu.au::80153e81-cca5-4785-8329-c43569ff9011" providerId="AD" clId="Web-{29091B84-A0AD-329C-AE9B-C7F269A3F0B6}" dt="2022-11-15T00:26:53.166" v="20" actId="1076"/>
          <ac:spMkLst>
            <pc:docMk/>
            <pc:sldMk cId="1686705670" sldId="317"/>
            <ac:spMk id="10" creationId="{BA669CF1-9F9C-453F-B2CD-51725C991CCD}"/>
          </ac:spMkLst>
        </pc:spChg>
        <pc:spChg chg="mod">
          <ac:chgData name="Patrick Delmastro" userId="S::patrick.delmastro@aie.edu.au::80153e81-cca5-4785-8329-c43569ff9011" providerId="AD" clId="Web-{29091B84-A0AD-329C-AE9B-C7F269A3F0B6}" dt="2022-11-15T00:26:59.916" v="28" actId="1076"/>
          <ac:spMkLst>
            <pc:docMk/>
            <pc:sldMk cId="1686705670" sldId="317"/>
            <ac:spMk id="16" creationId="{61AEFF07-167F-495C-9D4E-8928F3A0CF1D}"/>
          </ac:spMkLst>
        </pc:spChg>
        <pc:spChg chg="mod">
          <ac:chgData name="Patrick Delmastro" userId="S::patrick.delmastro@aie.edu.au::80153e81-cca5-4785-8329-c43569ff9011" providerId="AD" clId="Web-{29091B84-A0AD-329C-AE9B-C7F269A3F0B6}" dt="2022-11-15T00:26:59.932" v="29" actId="1076"/>
          <ac:spMkLst>
            <pc:docMk/>
            <pc:sldMk cId="1686705670" sldId="317"/>
            <ac:spMk id="17" creationId="{2F6C7BB7-9B1E-4A6F-9B9D-6173268D8932}"/>
          </ac:spMkLst>
        </pc:spChg>
        <pc:spChg chg="mod">
          <ac:chgData name="Patrick Delmastro" userId="S::patrick.delmastro@aie.edu.au::80153e81-cca5-4785-8329-c43569ff9011" providerId="AD" clId="Web-{29091B84-A0AD-329C-AE9B-C7F269A3F0B6}" dt="2022-11-15T00:26:59.932" v="30" actId="1076"/>
          <ac:spMkLst>
            <pc:docMk/>
            <pc:sldMk cId="1686705670" sldId="317"/>
            <ac:spMk id="18" creationId="{18C301C4-4DE6-4D93-9B3F-7A1BEAC217B6}"/>
          </ac:spMkLst>
        </pc:spChg>
        <pc:spChg chg="mod">
          <ac:chgData name="Patrick Delmastro" userId="S::patrick.delmastro@aie.edu.au::80153e81-cca5-4785-8329-c43569ff9011" providerId="AD" clId="Web-{29091B84-A0AD-329C-AE9B-C7F269A3F0B6}" dt="2022-11-15T00:26:53.166" v="21" actId="1076"/>
          <ac:spMkLst>
            <pc:docMk/>
            <pc:sldMk cId="1686705670" sldId="317"/>
            <ac:spMk id="19" creationId="{1AB3F67D-EA42-49A3-87A3-EDA1741AE36D}"/>
          </ac:spMkLst>
        </pc:spChg>
        <pc:picChg chg="mod">
          <ac:chgData name="Patrick Delmastro" userId="S::patrick.delmastro@aie.edu.au::80153e81-cca5-4785-8329-c43569ff9011" providerId="AD" clId="Web-{29091B84-A0AD-329C-AE9B-C7F269A3F0B6}" dt="2022-11-15T00:26:53.260" v="22" actId="1076"/>
          <ac:picMkLst>
            <pc:docMk/>
            <pc:sldMk cId="1686705670" sldId="317"/>
            <ac:picMk id="2" creationId="{08939534-38B3-440C-A038-000667F59B51}"/>
          </ac:picMkLst>
        </pc:picChg>
        <pc:picChg chg="mod">
          <ac:chgData name="Patrick Delmastro" userId="S::patrick.delmastro@aie.edu.au::80153e81-cca5-4785-8329-c43569ff9011" providerId="AD" clId="Web-{29091B84-A0AD-329C-AE9B-C7F269A3F0B6}" dt="2022-11-15T00:26:53.323" v="23" actId="1076"/>
          <ac:picMkLst>
            <pc:docMk/>
            <pc:sldMk cId="1686705670" sldId="317"/>
            <ac:picMk id="4" creationId="{B153E2A2-B391-43DA-95BF-A0AEBA646E61}"/>
          </ac:picMkLst>
        </pc:picChg>
        <pc:picChg chg="mod">
          <ac:chgData name="Patrick Delmastro" userId="S::patrick.delmastro@aie.edu.au::80153e81-cca5-4785-8329-c43569ff9011" providerId="AD" clId="Web-{29091B84-A0AD-329C-AE9B-C7F269A3F0B6}" dt="2022-11-15T00:26:53.401" v="24" actId="1076"/>
          <ac:picMkLst>
            <pc:docMk/>
            <pc:sldMk cId="1686705670" sldId="317"/>
            <ac:picMk id="5" creationId="{86A7B254-18A9-4754-A76F-3C20182D7244}"/>
          </ac:picMkLst>
        </pc:picChg>
        <pc:picChg chg="mod">
          <ac:chgData name="Patrick Delmastro" userId="S::patrick.delmastro@aie.edu.au::80153e81-cca5-4785-8329-c43569ff9011" providerId="AD" clId="Web-{29091B84-A0AD-329C-AE9B-C7F269A3F0B6}" dt="2022-11-15T00:26:59.776" v="25" actId="1076"/>
          <ac:picMkLst>
            <pc:docMk/>
            <pc:sldMk cId="1686705670" sldId="317"/>
            <ac:picMk id="6" creationId="{4B6ED455-8DF4-4072-AE86-83BF76E6D380}"/>
          </ac:picMkLst>
        </pc:picChg>
        <pc:picChg chg="mod">
          <ac:chgData name="Patrick Delmastro" userId="S::patrick.delmastro@aie.edu.au::80153e81-cca5-4785-8329-c43569ff9011" providerId="AD" clId="Web-{29091B84-A0AD-329C-AE9B-C7F269A3F0B6}" dt="2022-11-15T00:26:59.854" v="26" actId="1076"/>
          <ac:picMkLst>
            <pc:docMk/>
            <pc:sldMk cId="1686705670" sldId="317"/>
            <ac:picMk id="8" creationId="{20F8F23D-5A77-442F-AD50-CDDA761C10A6}"/>
          </ac:picMkLst>
        </pc:picChg>
        <pc:picChg chg="mod">
          <ac:chgData name="Patrick Delmastro" userId="S::patrick.delmastro@aie.edu.au::80153e81-cca5-4785-8329-c43569ff9011" providerId="AD" clId="Web-{29091B84-A0AD-329C-AE9B-C7F269A3F0B6}" dt="2022-11-15T00:26:59.901" v="27" actId="1076"/>
          <ac:picMkLst>
            <pc:docMk/>
            <pc:sldMk cId="1686705670" sldId="317"/>
            <ac:picMk id="14" creationId="{D79D36A6-BAB0-4338-B3ED-142260BA7658}"/>
          </ac:picMkLst>
        </pc:picChg>
      </pc:sldChg>
      <pc:sldChg chg="delSp modSp">
        <pc:chgData name="Patrick Delmastro" userId="S::patrick.delmastro@aie.edu.au::80153e81-cca5-4785-8329-c43569ff9011" providerId="AD" clId="Web-{29091B84-A0AD-329C-AE9B-C7F269A3F0B6}" dt="2022-11-15T02:54:04.232" v="32" actId="1076"/>
        <pc:sldMkLst>
          <pc:docMk/>
          <pc:sldMk cId="3365681332" sldId="318"/>
        </pc:sldMkLst>
        <pc:spChg chg="mod">
          <ac:chgData name="Patrick Delmastro" userId="S::patrick.delmastro@aie.edu.au::80153e81-cca5-4785-8329-c43569ff9011" providerId="AD" clId="Web-{29091B84-A0AD-329C-AE9B-C7F269A3F0B6}" dt="2022-11-15T00:26:40.369" v="17" actId="20577"/>
          <ac:spMkLst>
            <pc:docMk/>
            <pc:sldMk cId="3365681332" sldId="318"/>
            <ac:spMk id="5" creationId="{7CC2A167-665B-4844-AF42-C94D388384EA}"/>
          </ac:spMkLst>
        </pc:spChg>
        <pc:spChg chg="mod">
          <ac:chgData name="Patrick Delmastro" userId="S::patrick.delmastro@aie.edu.au::80153e81-cca5-4785-8329-c43569ff9011" providerId="AD" clId="Web-{29091B84-A0AD-329C-AE9B-C7F269A3F0B6}" dt="2022-11-15T00:25:37.665" v="9" actId="20577"/>
          <ac:spMkLst>
            <pc:docMk/>
            <pc:sldMk cId="3365681332" sldId="318"/>
            <ac:spMk id="16" creationId="{3F6733A5-B594-4F52-A74E-B6C6276D291D}"/>
          </ac:spMkLst>
        </pc:spChg>
        <pc:spChg chg="mod">
          <ac:chgData name="Patrick Delmastro" userId="S::patrick.delmastro@aie.edu.au::80153e81-cca5-4785-8329-c43569ff9011" providerId="AD" clId="Web-{29091B84-A0AD-329C-AE9B-C7F269A3F0B6}" dt="2022-11-15T00:25:29.961" v="7" actId="1076"/>
          <ac:spMkLst>
            <pc:docMk/>
            <pc:sldMk cId="3365681332" sldId="318"/>
            <ac:spMk id="17" creationId="{A4C83121-FEAC-44EB-A89E-433D4B9E3B03}"/>
          </ac:spMkLst>
        </pc:spChg>
        <pc:spChg chg="mod">
          <ac:chgData name="Patrick Delmastro" userId="S::patrick.delmastro@aie.edu.au::80153e81-cca5-4785-8329-c43569ff9011" providerId="AD" clId="Web-{29091B84-A0AD-329C-AE9B-C7F269A3F0B6}" dt="2022-11-15T02:54:04.232" v="32" actId="1076"/>
          <ac:spMkLst>
            <pc:docMk/>
            <pc:sldMk cId="3365681332" sldId="318"/>
            <ac:spMk id="420" creationId="{00000000-0000-0000-0000-000000000000}"/>
          </ac:spMkLst>
        </pc:spChg>
        <pc:picChg chg="mod">
          <ac:chgData name="Patrick Delmastro" userId="S::patrick.delmastro@aie.edu.au::80153e81-cca5-4785-8329-c43569ff9011" providerId="AD" clId="Web-{29091B84-A0AD-329C-AE9B-C7F269A3F0B6}" dt="2022-11-15T00:25:19.696" v="4" actId="1076"/>
          <ac:picMkLst>
            <pc:docMk/>
            <pc:sldMk cId="3365681332" sldId="318"/>
            <ac:picMk id="9" creationId="{0B082035-BD5B-42C3-9C53-0FD7ABBAB7FC}"/>
          </ac:picMkLst>
        </pc:picChg>
        <pc:picChg chg="mod">
          <ac:chgData name="Patrick Delmastro" userId="S::patrick.delmastro@aie.edu.au::80153e81-cca5-4785-8329-c43569ff9011" providerId="AD" clId="Web-{29091B84-A0AD-329C-AE9B-C7F269A3F0B6}" dt="2022-11-15T00:25:28.290" v="6" actId="1076"/>
          <ac:picMkLst>
            <pc:docMk/>
            <pc:sldMk cId="3365681332" sldId="318"/>
            <ac:picMk id="10" creationId="{D1222330-B16A-47EF-973B-4B4F8ED0BD8B}"/>
          </ac:picMkLst>
        </pc:picChg>
        <pc:cxnChg chg="mod">
          <ac:chgData name="Patrick Delmastro" userId="S::patrick.delmastro@aie.edu.au::80153e81-cca5-4785-8329-c43569ff9011" providerId="AD" clId="Web-{29091B84-A0AD-329C-AE9B-C7F269A3F0B6}" dt="2022-11-15T00:25:16.258" v="3" actId="1076"/>
          <ac:cxnSpMkLst>
            <pc:docMk/>
            <pc:sldMk cId="3365681332" sldId="318"/>
            <ac:cxnSpMk id="13" creationId="{32B89695-D599-460F-BBB4-80213D3D2079}"/>
          </ac:cxnSpMkLst>
        </pc:cxnChg>
        <pc:cxnChg chg="mod">
          <ac:chgData name="Patrick Delmastro" userId="S::patrick.delmastro@aie.edu.au::80153e81-cca5-4785-8329-c43569ff9011" providerId="AD" clId="Web-{29091B84-A0AD-329C-AE9B-C7F269A3F0B6}" dt="2022-11-15T00:25:09.961" v="2" actId="1076"/>
          <ac:cxnSpMkLst>
            <pc:docMk/>
            <pc:sldMk cId="3365681332" sldId="318"/>
            <ac:cxnSpMk id="14" creationId="{64EF7BFC-1B1E-4C8D-936A-78023692AB27}"/>
          </ac:cxnSpMkLst>
        </pc:cxnChg>
        <pc:cxnChg chg="mod">
          <ac:chgData name="Patrick Delmastro" userId="S::patrick.delmastro@aie.edu.au::80153e81-cca5-4785-8329-c43569ff9011" providerId="AD" clId="Web-{29091B84-A0AD-329C-AE9B-C7F269A3F0B6}" dt="2022-11-15T00:25:04.711" v="1" actId="1076"/>
          <ac:cxnSpMkLst>
            <pc:docMk/>
            <pc:sldMk cId="3365681332" sldId="318"/>
            <ac:cxnSpMk id="15" creationId="{B600DDB9-2AFA-4A77-8A8D-3C273293E4E9}"/>
          </ac:cxnSpMkLst>
        </pc:cxnChg>
        <pc:cxnChg chg="del">
          <ac:chgData name="Patrick Delmastro" userId="S::patrick.delmastro@aie.edu.au::80153e81-cca5-4785-8329-c43569ff9011" providerId="AD" clId="Web-{29091B84-A0AD-329C-AE9B-C7F269A3F0B6}" dt="2022-11-15T00:24:47.836" v="0"/>
          <ac:cxnSpMkLst>
            <pc:docMk/>
            <pc:sldMk cId="3365681332" sldId="318"/>
            <ac:cxnSpMk id="22" creationId="{A7948527-C67E-4B43-A3BA-18B6D1833F2E}"/>
          </ac:cxnSpMkLst>
        </pc:cxnChg>
      </pc:sldChg>
    </pc:docChg>
  </pc:docChgLst>
  <pc:docChgLst>
    <pc:chgData name="Patrick Delmastro" userId="S::patrick.delmastro@aie.edu.au::80153e81-cca5-4785-8329-c43569ff9011" providerId="AD" clId="Web-{23C27C67-2912-B72E-EEF1-0FC8C9C377F5}"/>
    <pc:docChg chg="modSld">
      <pc:chgData name="Patrick Delmastro" userId="S::patrick.delmastro@aie.edu.au::80153e81-cca5-4785-8329-c43569ff9011" providerId="AD" clId="Web-{23C27C67-2912-B72E-EEF1-0FC8C9C377F5}" dt="2022-11-27T23:02:14.980" v="61" actId="20577"/>
      <pc:docMkLst>
        <pc:docMk/>
      </pc:docMkLst>
      <pc:sldChg chg="addSp modSp">
        <pc:chgData name="Patrick Delmastro" userId="S::patrick.delmastro@aie.edu.au::80153e81-cca5-4785-8329-c43569ff9011" providerId="AD" clId="Web-{23C27C67-2912-B72E-EEF1-0FC8C9C377F5}" dt="2022-11-27T23:02:14.980" v="61" actId="20577"/>
        <pc:sldMkLst>
          <pc:docMk/>
          <pc:sldMk cId="0" sldId="256"/>
        </pc:sldMkLst>
        <pc:spChg chg="add mod">
          <ac:chgData name="Patrick Delmastro" userId="S::patrick.delmastro@aie.edu.au::80153e81-cca5-4785-8329-c43569ff9011" providerId="AD" clId="Web-{23C27C67-2912-B72E-EEF1-0FC8C9C377F5}" dt="2022-11-27T23:02:14.980" v="61" actId="20577"/>
          <ac:spMkLst>
            <pc:docMk/>
            <pc:sldMk cId="0" sldId="256"/>
            <ac:spMk id="2" creationId="{67AE515D-5E5E-1E0B-C79E-92296E77ADC6}"/>
          </ac:spMkLst>
        </pc:spChg>
      </pc:sldChg>
    </pc:docChg>
  </pc:docChgLst>
  <pc:docChgLst>
    <pc:chgData name="Thomas Sinclair" userId="S::thomass@aie.edu.au::ea7e17c6-715c-40d9-8261-37f47b5b9a01" providerId="AD" clId="Web-{05835252-64E0-26B0-E2F2-EEA2CC43F77D}"/>
    <pc:docChg chg="modSld">
      <pc:chgData name="Thomas Sinclair" userId="S::thomass@aie.edu.au::ea7e17c6-715c-40d9-8261-37f47b5b9a01" providerId="AD" clId="Web-{05835252-64E0-26B0-E2F2-EEA2CC43F77D}" dt="2021-11-11T04:16:32.222" v="56" actId="20577"/>
      <pc:docMkLst>
        <pc:docMk/>
      </pc:docMkLst>
      <pc:sldChg chg="modSp">
        <pc:chgData name="Thomas Sinclair" userId="S::thomass@aie.edu.au::ea7e17c6-715c-40d9-8261-37f47b5b9a01" providerId="AD" clId="Web-{05835252-64E0-26B0-E2F2-EEA2CC43F77D}" dt="2021-11-11T04:16:11.268" v="48" actId="20577"/>
        <pc:sldMkLst>
          <pc:docMk/>
          <pc:sldMk cId="3499002676" sldId="320"/>
        </pc:sldMkLst>
        <pc:spChg chg="mod">
          <ac:chgData name="Thomas Sinclair" userId="S::thomass@aie.edu.au::ea7e17c6-715c-40d9-8261-37f47b5b9a01" providerId="AD" clId="Web-{05835252-64E0-26B0-E2F2-EEA2CC43F77D}" dt="2021-11-11T04:16:11.268" v="48" actId="20577"/>
          <ac:spMkLst>
            <pc:docMk/>
            <pc:sldMk cId="3499002676" sldId="320"/>
            <ac:spMk id="16" creationId="{0FD8B14E-7CCF-42C8-9E9F-051852995464}"/>
          </ac:spMkLst>
        </pc:spChg>
      </pc:sldChg>
      <pc:sldChg chg="modSp">
        <pc:chgData name="Thomas Sinclair" userId="S::thomass@aie.edu.au::ea7e17c6-715c-40d9-8261-37f47b5b9a01" providerId="AD" clId="Web-{05835252-64E0-26B0-E2F2-EEA2CC43F77D}" dt="2021-11-11T04:16:32.222" v="56" actId="20577"/>
        <pc:sldMkLst>
          <pc:docMk/>
          <pc:sldMk cId="3495424099" sldId="322"/>
        </pc:sldMkLst>
        <pc:spChg chg="mod">
          <ac:chgData name="Thomas Sinclair" userId="S::thomass@aie.edu.au::ea7e17c6-715c-40d9-8261-37f47b5b9a01" providerId="AD" clId="Web-{05835252-64E0-26B0-E2F2-EEA2CC43F77D}" dt="2021-11-11T04:16:32.222" v="56" actId="20577"/>
          <ac:spMkLst>
            <pc:docMk/>
            <pc:sldMk cId="3495424099" sldId="322"/>
            <ac:spMk id="16" creationId="{0FD8B14E-7CCF-42C8-9E9F-051852995464}"/>
          </ac:spMkLst>
        </pc:spChg>
      </pc:sldChg>
    </pc:docChg>
  </pc:docChgLst>
  <pc:docChgLst>
    <pc:chgData name="Patrick Delmastro" userId="S::patrick.delmastro@aie.edu.au::80153e81-cca5-4785-8329-c43569ff9011" providerId="AD" clId="Web-{1DA17137-F665-0210-4110-3A050076AA57}"/>
    <pc:docChg chg="modSld">
      <pc:chgData name="Patrick Delmastro" userId="S::patrick.delmastro@aie.edu.au::80153e81-cca5-4785-8329-c43569ff9011" providerId="AD" clId="Web-{1DA17137-F665-0210-4110-3A050076AA57}" dt="2021-08-25T04:30:15.489" v="1"/>
      <pc:docMkLst>
        <pc:docMk/>
      </pc:docMkLst>
      <pc:sldChg chg="modSp">
        <pc:chgData name="Patrick Delmastro" userId="S::patrick.delmastro@aie.edu.au::80153e81-cca5-4785-8329-c43569ff9011" providerId="AD" clId="Web-{1DA17137-F665-0210-4110-3A050076AA57}" dt="2021-08-25T04:30:15.489" v="1"/>
        <pc:sldMkLst>
          <pc:docMk/>
          <pc:sldMk cId="2675563025" sldId="316"/>
        </pc:sldMkLst>
        <pc:picChg chg="mod">
          <ac:chgData name="Patrick Delmastro" userId="S::patrick.delmastro@aie.edu.au::80153e81-cca5-4785-8329-c43569ff9011" providerId="AD" clId="Web-{1DA17137-F665-0210-4110-3A050076AA57}" dt="2021-08-25T04:30:15.489" v="1"/>
          <ac:picMkLst>
            <pc:docMk/>
            <pc:sldMk cId="2675563025" sldId="316"/>
            <ac:picMk id="2" creationId="{2F3A457C-19ED-4639-8074-F000F430AD7C}"/>
          </ac:picMkLst>
        </pc:picChg>
      </pc:sldChg>
    </pc:docChg>
  </pc:docChgLst>
  <pc:docChgLst>
    <pc:chgData name="Dan Miller" userId="9312318d-6fc1-4aa1-bf63-b61f87e21e71" providerId="ADAL" clId="{6238808D-1C8A-49A6-B62D-75BC03D36BCC}"/>
    <pc:docChg chg="addSld delSld modSld">
      <pc:chgData name="Dan Miller" userId="9312318d-6fc1-4aa1-bf63-b61f87e21e71" providerId="ADAL" clId="{6238808D-1C8A-49A6-B62D-75BC03D36BCC}" dt="2020-11-30T22:30:29.890" v="1"/>
      <pc:docMkLst>
        <pc:docMk/>
      </pc:docMkLst>
      <pc:sldChg chg="add del">
        <pc:chgData name="Dan Miller" userId="9312318d-6fc1-4aa1-bf63-b61f87e21e71" providerId="ADAL" clId="{6238808D-1C8A-49A6-B62D-75BC03D36BCC}" dt="2020-11-30T22:30:29.890" v="1"/>
        <pc:sldMkLst>
          <pc:docMk/>
          <pc:sldMk cId="53763413" sldId="289"/>
        </pc:sldMkLst>
      </pc:sldChg>
    </pc:docChg>
  </pc:docChgLst>
  <pc:docChgLst>
    <pc:chgData name="Patrick Delmastro" userId="S::patrick.delmastro@aie.edu.au::80153e81-cca5-4785-8329-c43569ff9011" providerId="AD" clId="Web-{F3D1F6B0-5841-6052-0885-E39CEC20BA6E}"/>
    <pc:docChg chg="modSld">
      <pc:chgData name="Patrick Delmastro" userId="S::patrick.delmastro@aie.edu.au::80153e81-cca5-4785-8329-c43569ff9011" providerId="AD" clId="Web-{F3D1F6B0-5841-6052-0885-E39CEC20BA6E}" dt="2021-09-15T01:18:19.414" v="4" actId="1076"/>
      <pc:docMkLst>
        <pc:docMk/>
      </pc:docMkLst>
      <pc:sldChg chg="delSp">
        <pc:chgData name="Patrick Delmastro" userId="S::patrick.delmastro@aie.edu.au::80153e81-cca5-4785-8329-c43569ff9011" providerId="AD" clId="Web-{F3D1F6B0-5841-6052-0885-E39CEC20BA6E}" dt="2021-09-15T01:17:47.444" v="0"/>
        <pc:sldMkLst>
          <pc:docMk/>
          <pc:sldMk cId="0" sldId="256"/>
        </pc:sldMkLst>
        <pc:spChg chg="del">
          <ac:chgData name="Patrick Delmastro" userId="S::patrick.delmastro@aie.edu.au::80153e81-cca5-4785-8329-c43569ff9011" providerId="AD" clId="Web-{F3D1F6B0-5841-6052-0885-E39CEC20BA6E}" dt="2021-09-15T01:17:47.444" v="0"/>
          <ac:spMkLst>
            <pc:docMk/>
            <pc:sldMk cId="0" sldId="256"/>
            <ac:spMk id="305" creationId="{00000000-0000-0000-0000-000000000000}"/>
          </ac:spMkLst>
        </pc:spChg>
      </pc:sldChg>
      <pc:sldChg chg="modSp">
        <pc:chgData name="Patrick Delmastro" userId="S::patrick.delmastro@aie.edu.au::80153e81-cca5-4785-8329-c43569ff9011" providerId="AD" clId="Web-{F3D1F6B0-5841-6052-0885-E39CEC20BA6E}" dt="2021-09-15T01:18:19.414" v="4" actId="1076"/>
        <pc:sldMkLst>
          <pc:docMk/>
          <pc:sldMk cId="2675563025" sldId="316"/>
        </pc:sldMkLst>
        <pc:cxnChg chg="mod">
          <ac:chgData name="Patrick Delmastro" userId="S::patrick.delmastro@aie.edu.au::80153e81-cca5-4785-8329-c43569ff9011" providerId="AD" clId="Web-{F3D1F6B0-5841-6052-0885-E39CEC20BA6E}" dt="2021-09-15T01:18:15.258" v="3" actId="1076"/>
          <ac:cxnSpMkLst>
            <pc:docMk/>
            <pc:sldMk cId="2675563025" sldId="316"/>
            <ac:cxnSpMk id="15" creationId="{B600DDB9-2AFA-4A77-8A8D-3C273293E4E9}"/>
          </ac:cxnSpMkLst>
        </pc:cxnChg>
        <pc:cxnChg chg="mod">
          <ac:chgData name="Patrick Delmastro" userId="S::patrick.delmastro@aie.edu.au::80153e81-cca5-4785-8329-c43569ff9011" providerId="AD" clId="Web-{F3D1F6B0-5841-6052-0885-E39CEC20BA6E}" dt="2021-09-15T01:18:19.414" v="4" actId="1076"/>
          <ac:cxnSpMkLst>
            <pc:docMk/>
            <pc:sldMk cId="2675563025" sldId="316"/>
            <ac:cxnSpMk id="22" creationId="{A7948527-C67E-4B43-A3BA-18B6D1833F2E}"/>
          </ac:cxnSpMkLst>
        </pc:cxnChg>
      </pc:sldChg>
    </pc:docChg>
  </pc:docChgLst>
  <pc:docChgLst>
    <pc:chgData name="Patrick Delmastro" userId="S::patrick.delmastro@aie.edu.au::80153e81-cca5-4785-8329-c43569ff9011" providerId="AD" clId="Web-{35E7744E-AC68-E13E-453C-0F477759668B}"/>
    <pc:docChg chg="modSld">
      <pc:chgData name="Patrick Delmastro" userId="S::patrick.delmastro@aie.edu.au::80153e81-cca5-4785-8329-c43569ff9011" providerId="AD" clId="Web-{35E7744E-AC68-E13E-453C-0F477759668B}" dt="2021-09-08T06:32:13.115" v="0" actId="1076"/>
      <pc:docMkLst>
        <pc:docMk/>
      </pc:docMkLst>
      <pc:sldChg chg="modSp">
        <pc:chgData name="Patrick Delmastro" userId="S::patrick.delmastro@aie.edu.au::80153e81-cca5-4785-8329-c43569ff9011" providerId="AD" clId="Web-{35E7744E-AC68-E13E-453C-0F477759668B}" dt="2021-09-08T06:32:13.115" v="0" actId="1076"/>
        <pc:sldMkLst>
          <pc:docMk/>
          <pc:sldMk cId="2675563025" sldId="316"/>
        </pc:sldMkLst>
        <pc:grpChg chg="mod">
          <ac:chgData name="Patrick Delmastro" userId="S::patrick.delmastro@aie.edu.au::80153e81-cca5-4785-8329-c43569ff9011" providerId="AD" clId="Web-{35E7744E-AC68-E13E-453C-0F477759668B}" dt="2021-09-08T06:32:13.115" v="0" actId="1076"/>
          <ac:grpSpMkLst>
            <pc:docMk/>
            <pc:sldMk cId="2675563025" sldId="316"/>
            <ac:grpSpMk id="7" creationId="{1170DA83-7246-4714-A157-6CB30CD9A1E3}"/>
          </ac:grpSpMkLst>
        </pc:grpChg>
      </pc:sldChg>
    </pc:docChg>
  </pc:docChgLst>
  <pc:docChgLst>
    <pc:chgData name="Thomas Sinclair" userId="S::thomass@aie.edu.au::ea7e17c6-715c-40d9-8261-37f47b5b9a01" providerId="AD" clId="Web-{DA38EA07-ED45-A84D-FD0E-45E375990C99}"/>
    <pc:docChg chg="modSld">
      <pc:chgData name="Thomas Sinclair" userId="S::thomass@aie.edu.au::ea7e17c6-715c-40d9-8261-37f47b5b9a01" providerId="AD" clId="Web-{DA38EA07-ED45-A84D-FD0E-45E375990C99}" dt="2022-01-19T05:37:41.297" v="8" actId="20577"/>
      <pc:docMkLst>
        <pc:docMk/>
      </pc:docMkLst>
      <pc:sldChg chg="modSp">
        <pc:chgData name="Thomas Sinclair" userId="S::thomass@aie.edu.au::ea7e17c6-715c-40d9-8261-37f47b5b9a01" providerId="AD" clId="Web-{DA38EA07-ED45-A84D-FD0E-45E375990C99}" dt="2022-01-19T05:37:41.297" v="8" actId="20577"/>
        <pc:sldMkLst>
          <pc:docMk/>
          <pc:sldMk cId="0" sldId="257"/>
        </pc:sldMkLst>
        <pc:spChg chg="mod">
          <ac:chgData name="Thomas Sinclair" userId="S::thomass@aie.edu.au::ea7e17c6-715c-40d9-8261-37f47b5b9a01" providerId="AD" clId="Web-{DA38EA07-ED45-A84D-FD0E-45E375990C99}" dt="2022-01-19T05:37:41.297" v="8" actId="20577"/>
          <ac:spMkLst>
            <pc:docMk/>
            <pc:sldMk cId="0" sldId="257"/>
            <ac:spMk id="311" creationId="{00000000-0000-0000-0000-000000000000}"/>
          </ac:spMkLst>
        </pc:spChg>
      </pc:sldChg>
    </pc:docChg>
  </pc:docChgLst>
  <pc:docChgLst>
    <pc:chgData name="Patrick Delmastro" userId="S::patrick.delmastro@aie.edu.au::80153e81-cca5-4785-8329-c43569ff9011" providerId="AD" clId="Web-{94BCF550-B5B9-934B-6F28-647E07999724}"/>
    <pc:docChg chg="addSld delSld modSld">
      <pc:chgData name="Patrick Delmastro" userId="S::patrick.delmastro@aie.edu.au::80153e81-cca5-4785-8329-c43569ff9011" providerId="AD" clId="Web-{94BCF550-B5B9-934B-6F28-647E07999724}" dt="2021-06-04T00:16:08.345" v="347"/>
      <pc:docMkLst>
        <pc:docMk/>
      </pc:docMkLst>
      <pc:sldChg chg="modSp">
        <pc:chgData name="Patrick Delmastro" userId="S::patrick.delmastro@aie.edu.au::80153e81-cca5-4785-8329-c43569ff9011" providerId="AD" clId="Web-{94BCF550-B5B9-934B-6F28-647E07999724}" dt="2021-06-03T23:57:47.792" v="116" actId="20577"/>
        <pc:sldMkLst>
          <pc:docMk/>
          <pc:sldMk cId="0" sldId="257"/>
        </pc:sldMkLst>
        <pc:spChg chg="mod">
          <ac:chgData name="Patrick Delmastro" userId="S::patrick.delmastro@aie.edu.au::80153e81-cca5-4785-8329-c43569ff9011" providerId="AD" clId="Web-{94BCF550-B5B9-934B-6F28-647E07999724}" dt="2021-06-03T23:57:47.792" v="116" actId="20577"/>
          <ac:spMkLst>
            <pc:docMk/>
            <pc:sldMk cId="0" sldId="257"/>
            <ac:spMk id="311" creationId="{00000000-0000-0000-0000-000000000000}"/>
          </ac:spMkLst>
        </pc:spChg>
      </pc:sldChg>
      <pc:sldChg chg="modSp">
        <pc:chgData name="Patrick Delmastro" userId="S::patrick.delmastro@aie.edu.au::80153e81-cca5-4785-8329-c43569ff9011" providerId="AD" clId="Web-{94BCF550-B5B9-934B-6F28-647E07999724}" dt="2021-06-03T23:58:06.729" v="122" actId="14100"/>
        <pc:sldMkLst>
          <pc:docMk/>
          <pc:sldMk cId="0" sldId="258"/>
        </pc:sldMkLst>
        <pc:spChg chg="mod">
          <ac:chgData name="Patrick Delmastro" userId="S::patrick.delmastro@aie.edu.au::80153e81-cca5-4785-8329-c43569ff9011" providerId="AD" clId="Web-{94BCF550-B5B9-934B-6F28-647E07999724}" dt="2021-06-03T23:58:06.729" v="122" actId="14100"/>
          <ac:spMkLst>
            <pc:docMk/>
            <pc:sldMk cId="0" sldId="258"/>
            <ac:spMk id="317" creationId="{00000000-0000-0000-0000-000000000000}"/>
          </ac:spMkLst>
        </pc:spChg>
      </pc:sldChg>
      <pc:sldChg chg="modSp add del">
        <pc:chgData name="Patrick Delmastro" userId="S::patrick.delmastro@aie.edu.au::80153e81-cca5-4785-8329-c43569ff9011" providerId="AD" clId="Web-{94BCF550-B5B9-934B-6F28-647E07999724}" dt="2021-06-04T00:01:17.905" v="147" actId="20577"/>
        <pc:sldMkLst>
          <pc:docMk/>
          <pc:sldMk cId="0" sldId="259"/>
        </pc:sldMkLst>
        <pc:spChg chg="mod">
          <ac:chgData name="Patrick Delmastro" userId="S::patrick.delmastro@aie.edu.au::80153e81-cca5-4785-8329-c43569ff9011" providerId="AD" clId="Web-{94BCF550-B5B9-934B-6F28-647E07999724}" dt="2021-06-04T00:01:17.905" v="147" actId="20577"/>
          <ac:spMkLst>
            <pc:docMk/>
            <pc:sldMk cId="0" sldId="259"/>
            <ac:spMk id="329" creationId="{00000000-0000-0000-0000-000000000000}"/>
          </ac:spMkLst>
        </pc:spChg>
      </pc:sldChg>
      <pc:sldChg chg="modSp">
        <pc:chgData name="Patrick Delmastro" userId="S::patrick.delmastro@aie.edu.au::80153e81-cca5-4785-8329-c43569ff9011" providerId="AD" clId="Web-{94BCF550-B5B9-934B-6F28-647E07999724}" dt="2021-06-03T23:44:14.229" v="95" actId="20577"/>
        <pc:sldMkLst>
          <pc:docMk/>
          <pc:sldMk cId="0" sldId="263"/>
        </pc:sldMkLst>
        <pc:spChg chg="mod">
          <ac:chgData name="Patrick Delmastro" userId="S::patrick.delmastro@aie.edu.au::80153e81-cca5-4785-8329-c43569ff9011" providerId="AD" clId="Web-{94BCF550-B5B9-934B-6F28-647E07999724}" dt="2021-06-03T23:44:14.229" v="95" actId="20577"/>
          <ac:spMkLst>
            <pc:docMk/>
            <pc:sldMk cId="0" sldId="263"/>
            <ac:spMk id="354" creationId="{00000000-0000-0000-0000-000000000000}"/>
          </ac:spMkLst>
        </pc:spChg>
        <pc:spChg chg="mod">
          <ac:chgData name="Patrick Delmastro" userId="S::patrick.delmastro@aie.edu.au::80153e81-cca5-4785-8329-c43569ff9011" providerId="AD" clId="Web-{94BCF550-B5B9-934B-6F28-647E07999724}" dt="2021-06-03T23:44:10.776" v="94" actId="20577"/>
          <ac:spMkLst>
            <pc:docMk/>
            <pc:sldMk cId="0" sldId="263"/>
            <ac:spMk id="356" creationId="{00000000-0000-0000-0000-000000000000}"/>
          </ac:spMkLst>
        </pc:spChg>
      </pc:sldChg>
      <pc:sldChg chg="modSp">
        <pc:chgData name="Patrick Delmastro" userId="S::patrick.delmastro@aie.edu.au::80153e81-cca5-4785-8329-c43569ff9011" providerId="AD" clId="Web-{94BCF550-B5B9-934B-6F28-647E07999724}" dt="2021-06-04T00:05:07.394" v="162" actId="20577"/>
        <pc:sldMkLst>
          <pc:docMk/>
          <pc:sldMk cId="0" sldId="266"/>
        </pc:sldMkLst>
        <pc:spChg chg="mod">
          <ac:chgData name="Patrick Delmastro" userId="S::patrick.delmastro@aie.edu.au::80153e81-cca5-4785-8329-c43569ff9011" providerId="AD" clId="Web-{94BCF550-B5B9-934B-6F28-647E07999724}" dt="2021-06-04T00:05:07.394" v="162" actId="20577"/>
          <ac:spMkLst>
            <pc:docMk/>
            <pc:sldMk cId="0" sldId="266"/>
            <ac:spMk id="385" creationId="{00000000-0000-0000-0000-000000000000}"/>
          </ac:spMkLst>
        </pc:spChg>
      </pc:sldChg>
      <pc:sldChg chg="modSp">
        <pc:chgData name="Patrick Delmastro" userId="S::patrick.delmastro@aie.edu.au::80153e81-cca5-4785-8329-c43569ff9011" providerId="AD" clId="Web-{94BCF550-B5B9-934B-6F28-647E07999724}" dt="2021-06-04T00:05:44.957" v="170" actId="20577"/>
        <pc:sldMkLst>
          <pc:docMk/>
          <pc:sldMk cId="0" sldId="267"/>
        </pc:sldMkLst>
        <pc:spChg chg="mod">
          <ac:chgData name="Patrick Delmastro" userId="S::patrick.delmastro@aie.edu.au::80153e81-cca5-4785-8329-c43569ff9011" providerId="AD" clId="Web-{94BCF550-B5B9-934B-6F28-647E07999724}" dt="2021-06-04T00:05:44.957" v="170" actId="20577"/>
          <ac:spMkLst>
            <pc:docMk/>
            <pc:sldMk cId="0" sldId="267"/>
            <ac:spMk id="402" creationId="{00000000-0000-0000-0000-000000000000}"/>
          </ac:spMkLst>
        </pc:spChg>
      </pc:sldChg>
      <pc:sldChg chg="modSp">
        <pc:chgData name="Patrick Delmastro" userId="S::patrick.delmastro@aie.edu.au::80153e81-cca5-4785-8329-c43569ff9011" providerId="AD" clId="Web-{94BCF550-B5B9-934B-6F28-647E07999724}" dt="2021-06-04T00:07:16.475" v="180" actId="20577"/>
        <pc:sldMkLst>
          <pc:docMk/>
          <pc:sldMk cId="0" sldId="270"/>
        </pc:sldMkLst>
        <pc:spChg chg="mod">
          <ac:chgData name="Patrick Delmastro" userId="S::patrick.delmastro@aie.edu.au::80153e81-cca5-4785-8329-c43569ff9011" providerId="AD" clId="Web-{94BCF550-B5B9-934B-6F28-647E07999724}" dt="2021-06-04T00:07:16.475" v="180" actId="20577"/>
          <ac:spMkLst>
            <pc:docMk/>
            <pc:sldMk cId="0" sldId="270"/>
            <ac:spMk id="430" creationId="{00000000-0000-0000-0000-000000000000}"/>
          </ac:spMkLst>
        </pc:spChg>
      </pc:sldChg>
      <pc:sldChg chg="modSp">
        <pc:chgData name="Patrick Delmastro" userId="S::patrick.delmastro@aie.edu.au::80153e81-cca5-4785-8329-c43569ff9011" providerId="AD" clId="Web-{94BCF550-B5B9-934B-6F28-647E07999724}" dt="2021-06-04T00:09:01.883" v="205" actId="14100"/>
        <pc:sldMkLst>
          <pc:docMk/>
          <pc:sldMk cId="0" sldId="276"/>
        </pc:sldMkLst>
        <pc:spChg chg="mod">
          <ac:chgData name="Patrick Delmastro" userId="S::patrick.delmastro@aie.edu.au::80153e81-cca5-4785-8329-c43569ff9011" providerId="AD" clId="Web-{94BCF550-B5B9-934B-6F28-647E07999724}" dt="2021-06-04T00:09:01.883" v="205" actId="14100"/>
          <ac:spMkLst>
            <pc:docMk/>
            <pc:sldMk cId="0" sldId="276"/>
            <ac:spMk id="477" creationId="{00000000-0000-0000-0000-000000000000}"/>
          </ac:spMkLst>
        </pc:spChg>
      </pc:sldChg>
      <pc:sldChg chg="addSp delSp modSp">
        <pc:chgData name="Patrick Delmastro" userId="S::patrick.delmastro@aie.edu.au::80153e81-cca5-4785-8329-c43569ff9011" providerId="AD" clId="Web-{94BCF550-B5B9-934B-6F28-647E07999724}" dt="2021-06-04T00:16:08.345" v="347"/>
        <pc:sldMkLst>
          <pc:docMk/>
          <pc:sldMk cId="0" sldId="277"/>
        </pc:sldMkLst>
        <pc:spChg chg="add mod">
          <ac:chgData name="Patrick Delmastro" userId="S::patrick.delmastro@aie.edu.au::80153e81-cca5-4785-8329-c43569ff9011" providerId="AD" clId="Web-{94BCF550-B5B9-934B-6F28-647E07999724}" dt="2021-06-04T00:16:03.907" v="346" actId="1076"/>
          <ac:spMkLst>
            <pc:docMk/>
            <pc:sldMk cId="0" sldId="277"/>
            <ac:spMk id="8" creationId="{9F76635A-0533-4256-83AD-8338BF73F967}"/>
          </ac:spMkLst>
        </pc:spChg>
        <pc:spChg chg="mod">
          <ac:chgData name="Patrick Delmastro" userId="S::patrick.delmastro@aie.edu.au::80153e81-cca5-4785-8329-c43569ff9011" providerId="AD" clId="Web-{94BCF550-B5B9-934B-6F28-647E07999724}" dt="2021-06-04T00:16:01.501" v="345" actId="20577"/>
          <ac:spMkLst>
            <pc:docMk/>
            <pc:sldMk cId="0" sldId="277"/>
            <ac:spMk id="484" creationId="{00000000-0000-0000-0000-000000000000}"/>
          </ac:spMkLst>
        </pc:spChg>
        <pc:spChg chg="mod">
          <ac:chgData name="Patrick Delmastro" userId="S::patrick.delmastro@aie.edu.au::80153e81-cca5-4785-8329-c43569ff9011" providerId="AD" clId="Web-{94BCF550-B5B9-934B-6F28-647E07999724}" dt="2021-06-04T00:13:58.857" v="305" actId="1076"/>
          <ac:spMkLst>
            <pc:docMk/>
            <pc:sldMk cId="0" sldId="277"/>
            <ac:spMk id="485" creationId="{00000000-0000-0000-0000-000000000000}"/>
          </ac:spMkLst>
        </pc:spChg>
        <pc:spChg chg="mod">
          <ac:chgData name="Patrick Delmastro" userId="S::patrick.delmastro@aie.edu.au::80153e81-cca5-4785-8329-c43569ff9011" providerId="AD" clId="Web-{94BCF550-B5B9-934B-6F28-647E07999724}" dt="2021-06-04T00:14:13.717" v="308" actId="20577"/>
          <ac:spMkLst>
            <pc:docMk/>
            <pc:sldMk cId="0" sldId="277"/>
            <ac:spMk id="486" creationId="{00000000-0000-0000-0000-000000000000}"/>
          </ac:spMkLst>
        </pc:spChg>
        <pc:spChg chg="del mod">
          <ac:chgData name="Patrick Delmastro" userId="S::patrick.delmastro@aie.edu.au::80153e81-cca5-4785-8329-c43569ff9011" providerId="AD" clId="Web-{94BCF550-B5B9-934B-6F28-647E07999724}" dt="2021-06-03T23:46:18.013" v="110"/>
          <ac:spMkLst>
            <pc:docMk/>
            <pc:sldMk cId="0" sldId="277"/>
            <ac:spMk id="487" creationId="{00000000-0000-0000-0000-000000000000}"/>
          </ac:spMkLst>
        </pc:spChg>
        <pc:spChg chg="del mod">
          <ac:chgData name="Patrick Delmastro" userId="S::patrick.delmastro@aie.edu.au::80153e81-cca5-4785-8329-c43569ff9011" providerId="AD" clId="Web-{94BCF550-B5B9-934B-6F28-647E07999724}" dt="2021-06-04T00:16:08.345" v="347"/>
          <ac:spMkLst>
            <pc:docMk/>
            <pc:sldMk cId="0" sldId="277"/>
            <ac:spMk id="488" creationId="{00000000-0000-0000-0000-000000000000}"/>
          </ac:spMkLst>
        </pc:spChg>
      </pc:sldChg>
      <pc:sldChg chg="addSp delSp modSp">
        <pc:chgData name="Patrick Delmastro" userId="S::patrick.delmastro@aie.edu.au::80153e81-cca5-4785-8329-c43569ff9011" providerId="AD" clId="Web-{94BCF550-B5B9-934B-6F28-647E07999724}" dt="2021-06-03T23:43:01.447" v="92" actId="20577"/>
        <pc:sldMkLst>
          <pc:docMk/>
          <pc:sldMk cId="932126843" sldId="279"/>
        </pc:sldMkLst>
        <pc:spChg chg="mod">
          <ac:chgData name="Patrick Delmastro" userId="S::patrick.delmastro@aie.edu.au::80153e81-cca5-4785-8329-c43569ff9011" providerId="AD" clId="Web-{94BCF550-B5B9-934B-6F28-647E07999724}" dt="2021-06-03T23:43:01.447" v="92" actId="20577"/>
          <ac:spMkLst>
            <pc:docMk/>
            <pc:sldMk cId="932126843" sldId="279"/>
            <ac:spMk id="335" creationId="{00000000-0000-0000-0000-000000000000}"/>
          </ac:spMkLst>
        </pc:spChg>
        <pc:graphicFrameChg chg="add del mod modGraphic">
          <ac:chgData name="Patrick Delmastro" userId="S::patrick.delmastro@aie.edu.au::80153e81-cca5-4785-8329-c43569ff9011" providerId="AD" clId="Web-{94BCF550-B5B9-934B-6F28-647E07999724}" dt="2021-06-03T23:28:23.180" v="39"/>
          <ac:graphicFrameMkLst>
            <pc:docMk/>
            <pc:sldMk cId="932126843" sldId="279"/>
            <ac:graphicFrameMk id="2" creationId="{BE33593C-2057-4252-B479-7D714C3C6AC2}"/>
          </ac:graphicFrameMkLst>
        </pc:graphicFrameChg>
      </pc:sldChg>
      <pc:sldChg chg="modSp">
        <pc:chgData name="Patrick Delmastro" userId="S::patrick.delmastro@aie.edu.au::80153e81-cca5-4785-8329-c43569ff9011" providerId="AD" clId="Web-{94BCF550-B5B9-934B-6F28-647E07999724}" dt="2021-06-04T00:01:32.280" v="150" actId="20577"/>
        <pc:sldMkLst>
          <pc:docMk/>
          <pc:sldMk cId="1068382997" sldId="280"/>
        </pc:sldMkLst>
        <pc:spChg chg="mod">
          <ac:chgData name="Patrick Delmastro" userId="S::patrick.delmastro@aie.edu.au::80153e81-cca5-4785-8329-c43569ff9011" providerId="AD" clId="Web-{94BCF550-B5B9-934B-6F28-647E07999724}" dt="2021-06-04T00:01:32.280" v="150" actId="20577"/>
          <ac:spMkLst>
            <pc:docMk/>
            <pc:sldMk cId="1068382997" sldId="280"/>
            <ac:spMk id="4" creationId="{BF3C929F-DC02-4440-A414-113BB6BE8204}"/>
          </ac:spMkLst>
        </pc:spChg>
      </pc:sldChg>
      <pc:sldChg chg="modSp">
        <pc:chgData name="Patrick Delmastro" userId="S::patrick.delmastro@aie.edu.au::80153e81-cca5-4785-8329-c43569ff9011" providerId="AD" clId="Web-{94BCF550-B5B9-934B-6F28-647E07999724}" dt="2021-06-04T00:06:51.130" v="176" actId="20577"/>
        <pc:sldMkLst>
          <pc:docMk/>
          <pc:sldMk cId="1977009700" sldId="281"/>
        </pc:sldMkLst>
        <pc:spChg chg="mod">
          <ac:chgData name="Patrick Delmastro" userId="S::patrick.delmastro@aie.edu.au::80153e81-cca5-4785-8329-c43569ff9011" providerId="AD" clId="Web-{94BCF550-B5B9-934B-6F28-647E07999724}" dt="2021-06-04T00:06:51.130" v="176" actId="20577"/>
          <ac:spMkLst>
            <pc:docMk/>
            <pc:sldMk cId="1977009700" sldId="281"/>
            <ac:spMk id="12" creationId="{D4178E53-F80A-4504-AC96-06A8C811CC2F}"/>
          </ac:spMkLst>
        </pc:spChg>
      </pc:sldChg>
      <pc:sldChg chg="modSp">
        <pc:chgData name="Patrick Delmastro" userId="S::patrick.delmastro@aie.edu.au::80153e81-cca5-4785-8329-c43569ff9011" providerId="AD" clId="Web-{94BCF550-B5B9-934B-6F28-647E07999724}" dt="2021-06-03T23:18:26.575" v="26" actId="20577"/>
        <pc:sldMkLst>
          <pc:docMk/>
          <pc:sldMk cId="2191999467" sldId="282"/>
        </pc:sldMkLst>
        <pc:spChg chg="mod">
          <ac:chgData name="Patrick Delmastro" userId="S::patrick.delmastro@aie.edu.au::80153e81-cca5-4785-8329-c43569ff9011" providerId="AD" clId="Web-{94BCF550-B5B9-934B-6F28-647E07999724}" dt="2021-06-03T23:18:26.575" v="26" actId="20577"/>
          <ac:spMkLst>
            <pc:docMk/>
            <pc:sldMk cId="2191999467" sldId="282"/>
            <ac:spMk id="16" creationId="{0FD8B14E-7CCF-42C8-9E9F-051852995464}"/>
          </ac:spMkLst>
        </pc:spChg>
      </pc:sldChg>
      <pc:sldChg chg="modSp">
        <pc:chgData name="Patrick Delmastro" userId="S::patrick.delmastro@aie.edu.au::80153e81-cca5-4785-8329-c43569ff9011" providerId="AD" clId="Web-{94BCF550-B5B9-934B-6F28-647E07999724}" dt="2021-06-03T23:18:14.622" v="23" actId="20577"/>
        <pc:sldMkLst>
          <pc:docMk/>
          <pc:sldMk cId="0" sldId="284"/>
        </pc:sldMkLst>
        <pc:spChg chg="mod">
          <ac:chgData name="Patrick Delmastro" userId="S::patrick.delmastro@aie.edu.au::80153e81-cca5-4785-8329-c43569ff9011" providerId="AD" clId="Web-{94BCF550-B5B9-934B-6F28-647E07999724}" dt="2021-06-03T23:18:14.622" v="23" actId="20577"/>
          <ac:spMkLst>
            <pc:docMk/>
            <pc:sldMk cId="0" sldId="284"/>
            <ac:spMk id="16" creationId="{0FD8B14E-7CCF-42C8-9E9F-051852995464}"/>
          </ac:spMkLst>
        </pc:spChg>
      </pc:sldChg>
      <pc:sldChg chg="modSp">
        <pc:chgData name="Patrick Delmastro" userId="S::patrick.delmastro@aie.edu.au::80153e81-cca5-4785-8329-c43569ff9011" providerId="AD" clId="Web-{94BCF550-B5B9-934B-6F28-647E07999724}" dt="2021-06-04T00:03:22.720" v="157" actId="20577"/>
        <pc:sldMkLst>
          <pc:docMk/>
          <pc:sldMk cId="2763024996" sldId="287"/>
        </pc:sldMkLst>
        <pc:spChg chg="mod">
          <ac:chgData name="Patrick Delmastro" userId="S::patrick.delmastro@aie.edu.au::80153e81-cca5-4785-8329-c43569ff9011" providerId="AD" clId="Web-{94BCF550-B5B9-934B-6F28-647E07999724}" dt="2021-06-04T00:03:22.720" v="157" actId="20577"/>
          <ac:spMkLst>
            <pc:docMk/>
            <pc:sldMk cId="2763024996" sldId="287"/>
            <ac:spMk id="335" creationId="{00000000-0000-0000-0000-000000000000}"/>
          </ac:spMkLst>
        </pc:spChg>
      </pc:sldChg>
      <pc:sldChg chg="modSp">
        <pc:chgData name="Patrick Delmastro" userId="S::patrick.delmastro@aie.edu.au::80153e81-cca5-4785-8329-c43569ff9011" providerId="AD" clId="Web-{94BCF550-B5B9-934B-6F28-647E07999724}" dt="2021-06-03T23:58:31.308" v="126" actId="20577"/>
        <pc:sldMkLst>
          <pc:docMk/>
          <pc:sldMk cId="1268873517" sldId="290"/>
        </pc:sldMkLst>
        <pc:spChg chg="mod">
          <ac:chgData name="Patrick Delmastro" userId="S::patrick.delmastro@aie.edu.au::80153e81-cca5-4785-8329-c43569ff9011" providerId="AD" clId="Web-{94BCF550-B5B9-934B-6F28-647E07999724}" dt="2021-06-03T23:58:31.308" v="126" actId="20577"/>
          <ac:spMkLst>
            <pc:docMk/>
            <pc:sldMk cId="1268873517" sldId="290"/>
            <ac:spMk id="317" creationId="{00000000-0000-0000-0000-000000000000}"/>
          </ac:spMkLst>
        </pc:spChg>
      </pc:sldChg>
      <pc:sldChg chg="modSp">
        <pc:chgData name="Patrick Delmastro" userId="S::patrick.delmastro@aie.edu.au::80153e81-cca5-4785-8329-c43569ff9011" providerId="AD" clId="Web-{94BCF550-B5B9-934B-6F28-647E07999724}" dt="2021-06-03T23:18:20.184" v="24" actId="20577"/>
        <pc:sldMkLst>
          <pc:docMk/>
          <pc:sldMk cId="2678317744" sldId="293"/>
        </pc:sldMkLst>
        <pc:spChg chg="mod">
          <ac:chgData name="Patrick Delmastro" userId="S::patrick.delmastro@aie.edu.au::80153e81-cca5-4785-8329-c43569ff9011" providerId="AD" clId="Web-{94BCF550-B5B9-934B-6F28-647E07999724}" dt="2021-06-03T23:18:20.184" v="24" actId="20577"/>
          <ac:spMkLst>
            <pc:docMk/>
            <pc:sldMk cId="2678317744" sldId="293"/>
            <ac:spMk id="16" creationId="{0FD8B14E-7CCF-42C8-9E9F-051852995464}"/>
          </ac:spMkLst>
        </pc:spChg>
      </pc:sldChg>
      <pc:sldChg chg="del">
        <pc:chgData name="Patrick Delmastro" userId="S::patrick.delmastro@aie.edu.au::80153e81-cca5-4785-8329-c43569ff9011" providerId="AD" clId="Web-{94BCF550-B5B9-934B-6F28-647E07999724}" dt="2021-06-04T00:08:11.429" v="185"/>
        <pc:sldMkLst>
          <pc:docMk/>
          <pc:sldMk cId="2759406201" sldId="294"/>
        </pc:sldMkLst>
      </pc:sldChg>
      <pc:sldChg chg="modSp">
        <pc:chgData name="Patrick Delmastro" userId="S::patrick.delmastro@aie.edu.au::80153e81-cca5-4785-8329-c43569ff9011" providerId="AD" clId="Web-{94BCF550-B5B9-934B-6F28-647E07999724}" dt="2021-06-04T00:05:28.082" v="164" actId="20577"/>
        <pc:sldMkLst>
          <pc:docMk/>
          <pc:sldMk cId="1190707425" sldId="296"/>
        </pc:sldMkLst>
        <pc:spChg chg="mod">
          <ac:chgData name="Patrick Delmastro" userId="S::patrick.delmastro@aie.edu.au::80153e81-cca5-4785-8329-c43569ff9011" providerId="AD" clId="Web-{94BCF550-B5B9-934B-6F28-647E07999724}" dt="2021-06-04T00:05:28.082" v="164" actId="20577"/>
          <ac:spMkLst>
            <pc:docMk/>
            <pc:sldMk cId="1190707425" sldId="296"/>
            <ac:spMk id="369" creationId="{00000000-0000-0000-0000-000000000000}"/>
          </ac:spMkLst>
        </pc:spChg>
        <pc:spChg chg="mod">
          <ac:chgData name="Patrick Delmastro" userId="S::patrick.delmastro@aie.edu.au::80153e81-cca5-4785-8329-c43569ff9011" providerId="AD" clId="Web-{94BCF550-B5B9-934B-6F28-647E07999724}" dt="2021-06-04T00:05:02.800" v="161" actId="20577"/>
          <ac:spMkLst>
            <pc:docMk/>
            <pc:sldMk cId="1190707425" sldId="296"/>
            <ac:spMk id="371" creationId="{00000000-0000-0000-0000-000000000000}"/>
          </ac:spMkLst>
        </pc:spChg>
      </pc:sldChg>
      <pc:sldChg chg="modSp add replId">
        <pc:chgData name="Patrick Delmastro" userId="S::patrick.delmastro@aie.edu.au::80153e81-cca5-4785-8329-c43569ff9011" providerId="AD" clId="Web-{94BCF550-B5B9-934B-6F28-647E07999724}" dt="2021-06-04T00:08:06.976" v="184" actId="20577"/>
        <pc:sldMkLst>
          <pc:docMk/>
          <pc:sldMk cId="2187078226" sldId="297"/>
        </pc:sldMkLst>
        <pc:spChg chg="mod">
          <ac:chgData name="Patrick Delmastro" userId="S::patrick.delmastro@aie.edu.au::80153e81-cca5-4785-8329-c43569ff9011" providerId="AD" clId="Web-{94BCF550-B5B9-934B-6F28-647E07999724}" dt="2021-06-04T00:08:06.976" v="184" actId="20577"/>
          <ac:spMkLst>
            <pc:docMk/>
            <pc:sldMk cId="2187078226" sldId="297"/>
            <ac:spMk id="10" creationId="{E7B15153-6A47-4F82-BF7A-3DCF70B5350A}"/>
          </ac:spMkLst>
        </pc:spChg>
        <pc:spChg chg="mod">
          <ac:chgData name="Patrick Delmastro" userId="S::patrick.delmastro@aie.edu.au::80153e81-cca5-4785-8329-c43569ff9011" providerId="AD" clId="Web-{94BCF550-B5B9-934B-6F28-647E07999724}" dt="2021-06-04T00:07:54.866" v="182" actId="20577"/>
          <ac:spMkLst>
            <pc:docMk/>
            <pc:sldMk cId="2187078226" sldId="297"/>
            <ac:spMk id="468" creationId="{00000000-0000-0000-0000-000000000000}"/>
          </ac:spMkLst>
        </pc:spChg>
        <pc:spChg chg="mod">
          <ac:chgData name="Patrick Delmastro" userId="S::patrick.delmastro@aie.edu.au::80153e81-cca5-4785-8329-c43569ff9011" providerId="AD" clId="Web-{94BCF550-B5B9-934B-6F28-647E07999724}" dt="2021-06-04T00:07:59.772" v="183" actId="20577"/>
          <ac:spMkLst>
            <pc:docMk/>
            <pc:sldMk cId="2187078226" sldId="297"/>
            <ac:spMk id="471" creationId="{00000000-0000-0000-0000-000000000000}"/>
          </ac:spMkLst>
        </pc:spChg>
      </pc:sldChg>
      <pc:sldChg chg="modSp add del replId">
        <pc:chgData name="Patrick Delmastro" userId="S::patrick.delmastro@aie.edu.au::80153e81-cca5-4785-8329-c43569ff9011" providerId="AD" clId="Web-{94BCF550-B5B9-934B-6F28-647E07999724}" dt="2021-06-03T23:41:29.445" v="85"/>
        <pc:sldMkLst>
          <pc:docMk/>
          <pc:sldMk cId="3983258598" sldId="297"/>
        </pc:sldMkLst>
        <pc:spChg chg="mod">
          <ac:chgData name="Patrick Delmastro" userId="S::patrick.delmastro@aie.edu.au::80153e81-cca5-4785-8329-c43569ff9011" providerId="AD" clId="Web-{94BCF550-B5B9-934B-6F28-647E07999724}" dt="2021-06-03T23:30:22.213" v="43" actId="14100"/>
          <ac:spMkLst>
            <pc:docMk/>
            <pc:sldMk cId="3983258598" sldId="297"/>
            <ac:spMk id="335" creationId="{00000000-0000-0000-0000-000000000000}"/>
          </ac:spMkLst>
        </pc:spChg>
        <pc:graphicFrameChg chg="mod modGraphic">
          <ac:chgData name="Patrick Delmastro" userId="S::patrick.delmastro@aie.edu.au::80153e81-cca5-4785-8329-c43569ff9011" providerId="AD" clId="Web-{94BCF550-B5B9-934B-6F28-647E07999724}" dt="2021-06-03T23:30:16.948" v="42" actId="1076"/>
          <ac:graphicFrameMkLst>
            <pc:docMk/>
            <pc:sldMk cId="3983258598" sldId="297"/>
            <ac:graphicFrameMk id="2" creationId="{BE33593C-2057-4252-B479-7D714C3C6AC2}"/>
          </ac:graphicFrameMkLst>
        </pc:graphicFrameChg>
      </pc:sldChg>
      <pc:sldChg chg="del">
        <pc:chgData name="Patrick Delmastro" userId="S::patrick.delmastro@aie.edu.au::80153e81-cca5-4785-8329-c43569ff9011" providerId="AD" clId="Web-{94BCF550-B5B9-934B-6F28-647E07999724}" dt="2021-06-03T23:27:53.695" v="33"/>
        <pc:sldMkLst>
          <pc:docMk/>
          <pc:sldMk cId="4020367425" sldId="297"/>
        </pc:sldMkLst>
      </pc:sldChg>
    </pc:docChg>
  </pc:docChgLst>
  <pc:docChgLst>
    <pc:chgData name="Patrick Delmastro" userId="S::patrick.delmastro@aie.edu.au::80153e81-cca5-4785-8329-c43569ff9011" providerId="AD" clId="Web-{87B1F815-2502-3342-F035-4218E1DD2873}"/>
    <pc:docChg chg="modSld">
      <pc:chgData name="Patrick Delmastro" userId="S::patrick.delmastro@aie.edu.au::80153e81-cca5-4785-8329-c43569ff9011" providerId="AD" clId="Web-{87B1F815-2502-3342-F035-4218E1DD2873}" dt="2022-05-03T03:32:35.204" v="15" actId="20577"/>
      <pc:docMkLst>
        <pc:docMk/>
      </pc:docMkLst>
      <pc:sldChg chg="modSp">
        <pc:chgData name="Patrick Delmastro" userId="S::patrick.delmastro@aie.edu.au::80153e81-cca5-4785-8329-c43569ff9011" providerId="AD" clId="Web-{87B1F815-2502-3342-F035-4218E1DD2873}" dt="2022-05-03T03:32:35.204" v="15" actId="20577"/>
        <pc:sldMkLst>
          <pc:docMk/>
          <pc:sldMk cId="0" sldId="257"/>
        </pc:sldMkLst>
        <pc:spChg chg="mod">
          <ac:chgData name="Patrick Delmastro" userId="S::patrick.delmastro@aie.edu.au::80153e81-cca5-4785-8329-c43569ff9011" providerId="AD" clId="Web-{87B1F815-2502-3342-F035-4218E1DD2873}" dt="2022-05-03T03:32:35.204" v="15" actId="20577"/>
          <ac:spMkLst>
            <pc:docMk/>
            <pc:sldMk cId="0" sldId="257"/>
            <ac:spMk id="311" creationId="{00000000-0000-0000-0000-000000000000}"/>
          </ac:spMkLst>
        </pc:spChg>
      </pc:sldChg>
    </pc:docChg>
  </pc:docChgLst>
  <pc:docChgLst>
    <pc:chgData name="Thomas Sinclair" userId="S::thomass@aie.edu.au::ea7e17c6-715c-40d9-8261-37f47b5b9a01" providerId="AD" clId="Web-{7FCAC893-ADC5-3C7E-8014-9E59A9A4758E}"/>
    <pc:docChg chg="addSld delSld modSld">
      <pc:chgData name="Thomas Sinclair" userId="S::thomass@aie.edu.au::ea7e17c6-715c-40d9-8261-37f47b5b9a01" providerId="AD" clId="Web-{7FCAC893-ADC5-3C7E-8014-9E59A9A4758E}" dt="2021-10-14T01:24:09.722" v="7" actId="20577"/>
      <pc:docMkLst>
        <pc:docMk/>
      </pc:docMkLst>
      <pc:sldChg chg="del">
        <pc:chgData name="Thomas Sinclair" userId="S::thomass@aie.edu.au::ea7e17c6-715c-40d9-8261-37f47b5b9a01" providerId="AD" clId="Web-{7FCAC893-ADC5-3C7E-8014-9E59A9A4758E}" dt="2021-10-14T01:23:23.783" v="0"/>
        <pc:sldMkLst>
          <pc:docMk/>
          <pc:sldMk cId="2675563025" sldId="316"/>
        </pc:sldMkLst>
      </pc:sldChg>
      <pc:sldChg chg="modSp add">
        <pc:chgData name="Thomas Sinclair" userId="S::thomass@aie.edu.au::ea7e17c6-715c-40d9-8261-37f47b5b9a01" providerId="AD" clId="Web-{7FCAC893-ADC5-3C7E-8014-9E59A9A4758E}" dt="2021-10-14T01:24:09.722" v="7" actId="20577"/>
        <pc:sldMkLst>
          <pc:docMk/>
          <pc:sldMk cId="3365681332" sldId="318"/>
        </pc:sldMkLst>
        <pc:spChg chg="mod">
          <ac:chgData name="Thomas Sinclair" userId="S::thomass@aie.edu.au::ea7e17c6-715c-40d9-8261-37f47b5b9a01" providerId="AD" clId="Web-{7FCAC893-ADC5-3C7E-8014-9E59A9A4758E}" dt="2021-10-14T01:24:09.722" v="7" actId="20577"/>
          <ac:spMkLst>
            <pc:docMk/>
            <pc:sldMk cId="3365681332" sldId="318"/>
            <ac:spMk id="17" creationId="{A4C83121-FEAC-44EB-A89E-433D4B9E3B03}"/>
          </ac:spMkLst>
        </pc:spChg>
      </pc:sldChg>
    </pc:docChg>
  </pc:docChgLst>
  <pc:docChgLst>
    <pc:chgData name="Thomas Sinclair" userId="S::thomass@aie.edu.au::ea7e17c6-715c-40d9-8261-37f47b5b9a01" providerId="AD" clId="Web-{EAD7A225-FB13-9CB8-D135-FE93D621EA1B}"/>
    <pc:docChg chg="modSld">
      <pc:chgData name="Thomas Sinclair" userId="S::thomass@aie.edu.au::ea7e17c6-715c-40d9-8261-37f47b5b9a01" providerId="AD" clId="Web-{EAD7A225-FB13-9CB8-D135-FE93D621EA1B}" dt="2021-11-11T05:48:58.009" v="1" actId="20577"/>
      <pc:docMkLst>
        <pc:docMk/>
      </pc:docMkLst>
      <pc:sldChg chg="modSp">
        <pc:chgData name="Thomas Sinclair" userId="S::thomass@aie.edu.au::ea7e17c6-715c-40d9-8261-37f47b5b9a01" providerId="AD" clId="Web-{EAD7A225-FB13-9CB8-D135-FE93D621EA1B}" dt="2021-11-11T05:48:58.009" v="1" actId="20577"/>
        <pc:sldMkLst>
          <pc:docMk/>
          <pc:sldMk cId="3495424099" sldId="322"/>
        </pc:sldMkLst>
        <pc:spChg chg="mod">
          <ac:chgData name="Thomas Sinclair" userId="S::thomass@aie.edu.au::ea7e17c6-715c-40d9-8261-37f47b5b9a01" providerId="AD" clId="Web-{EAD7A225-FB13-9CB8-D135-FE93D621EA1B}" dt="2021-11-11T05:48:58.009" v="1" actId="20577"/>
          <ac:spMkLst>
            <pc:docMk/>
            <pc:sldMk cId="3495424099" sldId="322"/>
            <ac:spMk id="16" creationId="{0FD8B14E-7CCF-42C8-9E9F-051852995464}"/>
          </ac:spMkLst>
        </pc:spChg>
      </pc:sldChg>
    </pc:docChg>
  </pc:docChgLst>
  <pc:docChgLst>
    <pc:chgData name="Patrick Delmastro" userId="S::patrick.delmastro@aie.edu.au::80153e81-cca5-4785-8329-c43569ff9011" providerId="AD" clId="Web-{88D3FA6D-BA24-34F7-AB61-C2E8E1717C48}"/>
    <pc:docChg chg="addSld delSld modSld sldOrd">
      <pc:chgData name="Patrick Delmastro" userId="S::patrick.delmastro@aie.edu.au::80153e81-cca5-4785-8329-c43569ff9011" providerId="AD" clId="Web-{88D3FA6D-BA24-34F7-AB61-C2E8E1717C48}" dt="2021-11-10T04:57:52.843" v="90" actId="20577"/>
      <pc:docMkLst>
        <pc:docMk/>
      </pc:docMkLst>
      <pc:sldChg chg="del">
        <pc:chgData name="Patrick Delmastro" userId="S::patrick.delmastro@aie.edu.au::80153e81-cca5-4785-8329-c43569ff9011" providerId="AD" clId="Web-{88D3FA6D-BA24-34F7-AB61-C2E8E1717C48}" dt="2021-11-10T04:51:21.788" v="88"/>
        <pc:sldMkLst>
          <pc:docMk/>
          <pc:sldMk cId="2191999467" sldId="282"/>
        </pc:sldMkLst>
      </pc:sldChg>
      <pc:sldChg chg="add del">
        <pc:chgData name="Patrick Delmastro" userId="S::patrick.delmastro@aie.edu.au::80153e81-cca5-4785-8329-c43569ff9011" providerId="AD" clId="Web-{88D3FA6D-BA24-34F7-AB61-C2E8E1717C48}" dt="2021-11-10T04:48:28.543" v="47"/>
        <pc:sldMkLst>
          <pc:docMk/>
          <pc:sldMk cId="3945129665" sldId="319"/>
        </pc:sldMkLst>
      </pc:sldChg>
      <pc:sldChg chg="addSp delSp modSp add">
        <pc:chgData name="Patrick Delmastro" userId="S::patrick.delmastro@aie.edu.au::80153e81-cca5-4785-8329-c43569ff9011" providerId="AD" clId="Web-{88D3FA6D-BA24-34F7-AB61-C2E8E1717C48}" dt="2021-11-10T04:50:57.130" v="86"/>
        <pc:sldMkLst>
          <pc:docMk/>
          <pc:sldMk cId="3499002676" sldId="320"/>
        </pc:sldMkLst>
        <pc:spChg chg="add del mod">
          <ac:chgData name="Patrick Delmastro" userId="S::patrick.delmastro@aie.edu.au::80153e81-cca5-4785-8329-c43569ff9011" providerId="AD" clId="Web-{88D3FA6D-BA24-34F7-AB61-C2E8E1717C48}" dt="2021-11-10T04:43:55.886" v="3"/>
          <ac:spMkLst>
            <pc:docMk/>
            <pc:sldMk cId="3499002676" sldId="320"/>
            <ac:spMk id="5" creationId="{008623F2-DA7E-44D1-B9BA-DED386A54A42}"/>
          </ac:spMkLst>
        </pc:spChg>
        <pc:spChg chg="add mod">
          <ac:chgData name="Patrick Delmastro" userId="S::patrick.delmastro@aie.edu.au::80153e81-cca5-4785-8329-c43569ff9011" providerId="AD" clId="Web-{88D3FA6D-BA24-34F7-AB61-C2E8E1717C48}" dt="2021-11-10T04:46:13.754" v="33" actId="20577"/>
          <ac:spMkLst>
            <pc:docMk/>
            <pc:sldMk cId="3499002676" sldId="320"/>
            <ac:spMk id="6" creationId="{67C285D0-13E5-477D-87C4-795E392D9BE5}"/>
          </ac:spMkLst>
        </pc:spChg>
        <pc:spChg chg="del">
          <ac:chgData name="Patrick Delmastro" userId="S::patrick.delmastro@aie.edu.au::80153e81-cca5-4785-8329-c43569ff9011" providerId="AD" clId="Web-{88D3FA6D-BA24-34F7-AB61-C2E8E1717C48}" dt="2021-11-10T04:43:53.604" v="2"/>
          <ac:spMkLst>
            <pc:docMk/>
            <pc:sldMk cId="3499002676" sldId="320"/>
            <ac:spMk id="17" creationId="{5AE9912C-98EA-4128-BAF0-91C8BAB6E99F}"/>
          </ac:spMkLst>
        </pc:spChg>
        <pc:graphicFrameChg chg="mod modGraphic">
          <ac:chgData name="Patrick Delmastro" userId="S::patrick.delmastro@aie.edu.au::80153e81-cca5-4785-8329-c43569ff9011" providerId="AD" clId="Web-{88D3FA6D-BA24-34F7-AB61-C2E8E1717C48}" dt="2021-11-10T04:50:57.130" v="86"/>
          <ac:graphicFrameMkLst>
            <pc:docMk/>
            <pc:sldMk cId="3499002676" sldId="320"/>
            <ac:graphicFrameMk id="13" creationId="{F9986CDF-55CE-4784-90C5-702308B712E9}"/>
          </ac:graphicFrameMkLst>
        </pc:graphicFrameChg>
        <pc:graphicFrameChg chg="del">
          <ac:chgData name="Patrick Delmastro" userId="S::patrick.delmastro@aie.edu.au::80153e81-cca5-4785-8329-c43569ff9011" providerId="AD" clId="Web-{88D3FA6D-BA24-34F7-AB61-C2E8E1717C48}" dt="2021-11-10T04:44:30.794" v="20"/>
          <ac:graphicFrameMkLst>
            <pc:docMk/>
            <pc:sldMk cId="3499002676" sldId="320"/>
            <ac:graphicFrameMk id="14" creationId="{5F4AC4A9-E7A7-41E4-A9AF-965BC665C1BC}"/>
          </ac:graphicFrameMkLst>
        </pc:graphicFrameChg>
        <pc:graphicFrameChg chg="mod modGraphic">
          <ac:chgData name="Patrick Delmastro" userId="S::patrick.delmastro@aie.edu.au::80153e81-cca5-4785-8329-c43569ff9011" providerId="AD" clId="Web-{88D3FA6D-BA24-34F7-AB61-C2E8E1717C48}" dt="2021-11-10T04:50:49.848" v="84"/>
          <ac:graphicFrameMkLst>
            <pc:docMk/>
            <pc:sldMk cId="3499002676" sldId="320"/>
            <ac:graphicFrameMk id="18" creationId="{3AE18A4C-3F4A-4EFD-ADDA-2EC5999EFF8A}"/>
          </ac:graphicFrameMkLst>
        </pc:graphicFrameChg>
      </pc:sldChg>
      <pc:sldChg chg="addSp delSp modSp add replId">
        <pc:chgData name="Patrick Delmastro" userId="S::patrick.delmastro@aie.edu.au::80153e81-cca5-4785-8329-c43569ff9011" providerId="AD" clId="Web-{88D3FA6D-BA24-34F7-AB61-C2E8E1717C48}" dt="2021-11-10T04:57:52.843" v="90" actId="20577"/>
        <pc:sldMkLst>
          <pc:docMk/>
          <pc:sldMk cId="1652814952" sldId="321"/>
        </pc:sldMkLst>
        <pc:spChg chg="mod">
          <ac:chgData name="Patrick Delmastro" userId="S::patrick.delmastro@aie.edu.au::80153e81-cca5-4785-8329-c43569ff9011" providerId="AD" clId="Web-{88D3FA6D-BA24-34F7-AB61-C2E8E1717C48}" dt="2021-11-10T04:45:32.423" v="28" actId="20577"/>
          <ac:spMkLst>
            <pc:docMk/>
            <pc:sldMk cId="1652814952" sldId="321"/>
            <ac:spMk id="3" creationId="{3A9CE3A8-498D-4D2A-A187-70F8A84BB52B}"/>
          </ac:spMkLst>
        </pc:spChg>
        <pc:spChg chg="mod">
          <ac:chgData name="Patrick Delmastro" userId="S::patrick.delmastro@aie.edu.au::80153e81-cca5-4785-8329-c43569ff9011" providerId="AD" clId="Web-{88D3FA6D-BA24-34F7-AB61-C2E8E1717C48}" dt="2021-11-10T04:47:03.803" v="46" actId="20577"/>
          <ac:spMkLst>
            <pc:docMk/>
            <pc:sldMk cId="1652814952" sldId="321"/>
            <ac:spMk id="6" creationId="{67C285D0-13E5-477D-87C4-795E392D9BE5}"/>
          </ac:spMkLst>
        </pc:spChg>
        <pc:spChg chg="add">
          <ac:chgData name="Patrick Delmastro" userId="S::patrick.delmastro@aie.edu.au::80153e81-cca5-4785-8329-c43569ff9011" providerId="AD" clId="Web-{88D3FA6D-BA24-34F7-AB61-C2E8E1717C48}" dt="2021-11-10T04:50:00.283" v="72"/>
          <ac:spMkLst>
            <pc:docMk/>
            <pc:sldMk cId="1652814952" sldId="321"/>
            <ac:spMk id="8" creationId="{6267F3D3-5B62-4AA2-ACF4-4E9DBD2E44F3}"/>
          </ac:spMkLst>
        </pc:spChg>
        <pc:spChg chg="add del">
          <ac:chgData name="Patrick Delmastro" userId="S::patrick.delmastro@aie.edu.au::80153e81-cca5-4785-8329-c43569ff9011" providerId="AD" clId="Web-{88D3FA6D-BA24-34F7-AB61-C2E8E1717C48}" dt="2021-11-10T04:49:59.455" v="70"/>
          <ac:spMkLst>
            <pc:docMk/>
            <pc:sldMk cId="1652814952" sldId="321"/>
            <ac:spMk id="9" creationId="{C1019874-F06F-49CA-BDA2-B8CE686733B8}"/>
          </ac:spMkLst>
        </pc:spChg>
        <pc:spChg chg="mod">
          <ac:chgData name="Patrick Delmastro" userId="S::patrick.delmastro@aie.edu.au::80153e81-cca5-4785-8329-c43569ff9011" providerId="AD" clId="Web-{88D3FA6D-BA24-34F7-AB61-C2E8E1717C48}" dt="2021-11-10T04:57:52.843" v="90" actId="20577"/>
          <ac:spMkLst>
            <pc:docMk/>
            <pc:sldMk cId="1652814952" sldId="321"/>
            <ac:spMk id="16" creationId="{0FD8B14E-7CCF-42C8-9E9F-051852995464}"/>
          </ac:spMkLst>
        </pc:spChg>
        <pc:graphicFrameChg chg="add del mod modGraphic">
          <ac:chgData name="Patrick Delmastro" userId="S::patrick.delmastro@aie.edu.au::80153e81-cca5-4785-8329-c43569ff9011" providerId="AD" clId="Web-{88D3FA6D-BA24-34F7-AB61-C2E8E1717C48}" dt="2021-11-10T04:49:46.376" v="67"/>
          <ac:graphicFrameMkLst>
            <pc:docMk/>
            <pc:sldMk cId="1652814952" sldId="321"/>
            <ac:graphicFrameMk id="5" creationId="{A505199E-1AF7-4BAC-A78F-FD59D1617EDC}"/>
          </ac:graphicFrameMkLst>
        </pc:graphicFrameChg>
        <pc:graphicFrameChg chg="add mod modGraphic">
          <ac:chgData name="Patrick Delmastro" userId="S::patrick.delmastro@aie.edu.au::80153e81-cca5-4785-8329-c43569ff9011" providerId="AD" clId="Web-{88D3FA6D-BA24-34F7-AB61-C2E8E1717C48}" dt="2021-11-10T04:50:27.316" v="78"/>
          <ac:graphicFrameMkLst>
            <pc:docMk/>
            <pc:sldMk cId="1652814952" sldId="321"/>
            <ac:graphicFrameMk id="7" creationId="{97A5ACC3-4305-4335-B5DA-924C2D651D4F}"/>
          </ac:graphicFrameMkLst>
        </pc:graphicFrameChg>
        <pc:graphicFrameChg chg="mod modGraphic">
          <ac:chgData name="Patrick Delmastro" userId="S::patrick.delmastro@aie.edu.au::80153e81-cca5-4785-8329-c43569ff9011" providerId="AD" clId="Web-{88D3FA6D-BA24-34F7-AB61-C2E8E1717C48}" dt="2021-11-10T04:49:27.718" v="63"/>
          <ac:graphicFrameMkLst>
            <pc:docMk/>
            <pc:sldMk cId="1652814952" sldId="321"/>
            <ac:graphicFrameMk id="13" creationId="{F9986CDF-55CE-4784-90C5-702308B712E9}"/>
          </ac:graphicFrameMkLst>
        </pc:graphicFrameChg>
        <pc:graphicFrameChg chg="mod modGraphic">
          <ac:chgData name="Patrick Delmastro" userId="S::patrick.delmastro@aie.edu.au::80153e81-cca5-4785-8329-c43569ff9011" providerId="AD" clId="Web-{88D3FA6D-BA24-34F7-AB61-C2E8E1717C48}" dt="2021-11-10T04:49:12.733" v="59" actId="1076"/>
          <ac:graphicFrameMkLst>
            <pc:docMk/>
            <pc:sldMk cId="1652814952" sldId="321"/>
            <ac:graphicFrameMk id="18" creationId="{3AE18A4C-3F4A-4EFD-ADDA-2EC5999EFF8A}"/>
          </ac:graphicFrameMkLst>
        </pc:graphicFrameChg>
      </pc:sldChg>
      <pc:sldChg chg="add del ord">
        <pc:chgData name="Patrick Delmastro" userId="S::patrick.delmastro@aie.edu.au::80153e81-cca5-4785-8329-c43569ff9011" providerId="AD" clId="Web-{88D3FA6D-BA24-34F7-AB61-C2E8E1717C48}" dt="2021-11-10T04:51:06.380" v="87"/>
        <pc:sldMkLst>
          <pc:docMk/>
          <pc:sldMk cId="1030734122" sldId="322"/>
        </pc:sldMkLst>
      </pc:sldChg>
    </pc:docChg>
  </pc:docChgLst>
  <pc:docChgLst>
    <pc:chgData name="Patrick Delmastro" userId="S::patrick.delmastro@aie.edu.au::80153e81-cca5-4785-8329-c43569ff9011" providerId="AD" clId="Web-{6B424F4B-0727-2561-DAED-791A0865E6B9}"/>
    <pc:docChg chg="modSld">
      <pc:chgData name="Patrick Delmastro" userId="S::patrick.delmastro@aie.edu.au::80153e81-cca5-4785-8329-c43569ff9011" providerId="AD" clId="Web-{6B424F4B-0727-2561-DAED-791A0865E6B9}" dt="2021-09-14T03:21:00.098" v="48" actId="14100"/>
      <pc:docMkLst>
        <pc:docMk/>
      </pc:docMkLst>
      <pc:sldChg chg="modSp">
        <pc:chgData name="Patrick Delmastro" userId="S::patrick.delmastro@aie.edu.au::80153e81-cca5-4785-8329-c43569ff9011" providerId="AD" clId="Web-{6B424F4B-0727-2561-DAED-791A0865E6B9}" dt="2021-09-14T03:18:21.636" v="1" actId="20577"/>
        <pc:sldMkLst>
          <pc:docMk/>
          <pc:sldMk cId="0" sldId="256"/>
        </pc:sldMkLst>
        <pc:spChg chg="mod">
          <ac:chgData name="Patrick Delmastro" userId="S::patrick.delmastro@aie.edu.au::80153e81-cca5-4785-8329-c43569ff9011" providerId="AD" clId="Web-{6B424F4B-0727-2561-DAED-791A0865E6B9}" dt="2021-09-14T03:18:21.636" v="1" actId="20577"/>
          <ac:spMkLst>
            <pc:docMk/>
            <pc:sldMk cId="0" sldId="256"/>
            <ac:spMk id="303" creationId="{00000000-0000-0000-0000-000000000000}"/>
          </ac:spMkLst>
        </pc:spChg>
      </pc:sldChg>
      <pc:sldChg chg="addSp delSp modSp">
        <pc:chgData name="Patrick Delmastro" userId="S::patrick.delmastro@aie.edu.au::80153e81-cca5-4785-8329-c43569ff9011" providerId="AD" clId="Web-{6B424F4B-0727-2561-DAED-791A0865E6B9}" dt="2021-09-14T03:21:00.098" v="48" actId="14100"/>
        <pc:sldMkLst>
          <pc:docMk/>
          <pc:sldMk cId="2675563025" sldId="316"/>
        </pc:sldMkLst>
        <pc:spChg chg="add del mod">
          <ac:chgData name="Patrick Delmastro" userId="S::patrick.delmastro@aie.edu.au::80153e81-cca5-4785-8329-c43569ff9011" providerId="AD" clId="Web-{6B424F4B-0727-2561-DAED-791A0865E6B9}" dt="2021-09-14T03:20:28.815" v="29"/>
          <ac:spMkLst>
            <pc:docMk/>
            <pc:sldMk cId="2675563025" sldId="316"/>
            <ac:spMk id="4" creationId="{68C832B0-EBA9-4B1F-B1E9-D6B29844309D}"/>
          </ac:spMkLst>
        </pc:spChg>
        <pc:spChg chg="mod">
          <ac:chgData name="Patrick Delmastro" userId="S::patrick.delmastro@aie.edu.au::80153e81-cca5-4785-8329-c43569ff9011" providerId="AD" clId="Web-{6B424F4B-0727-2561-DAED-791A0865E6B9}" dt="2021-09-14T03:21:00.098" v="48" actId="14100"/>
          <ac:spMkLst>
            <pc:docMk/>
            <pc:sldMk cId="2675563025" sldId="316"/>
            <ac:spMk id="8" creationId="{0C5703B8-A7C0-4DB7-983C-B58EF190EAAB}"/>
          </ac:spMkLst>
        </pc:spChg>
        <pc:spChg chg="mod">
          <ac:chgData name="Patrick Delmastro" userId="S::patrick.delmastro@aie.edu.au::80153e81-cca5-4785-8329-c43569ff9011" providerId="AD" clId="Web-{6B424F4B-0727-2561-DAED-791A0865E6B9}" dt="2021-09-14T03:20:53.800" v="47" actId="20577"/>
          <ac:spMkLst>
            <pc:docMk/>
            <pc:sldMk cId="2675563025" sldId="316"/>
            <ac:spMk id="18" creationId="{376F7AFE-5258-4696-A735-969BCBF3AB0E}"/>
          </ac:spMkLst>
        </pc:spChg>
        <pc:spChg chg="mod">
          <ac:chgData name="Patrick Delmastro" userId="S::patrick.delmastro@aie.edu.au::80153e81-cca5-4785-8329-c43569ff9011" providerId="AD" clId="Web-{6B424F4B-0727-2561-DAED-791A0865E6B9}" dt="2021-09-14T03:20:50.457" v="45" actId="20577"/>
          <ac:spMkLst>
            <pc:docMk/>
            <pc:sldMk cId="2675563025" sldId="316"/>
            <ac:spMk id="19" creationId="{6246AD62-27E6-4AB0-B455-85C144C36C8D}"/>
          </ac:spMkLst>
        </pc:spChg>
        <pc:spChg chg="add mod">
          <ac:chgData name="Patrick Delmastro" userId="S::patrick.delmastro@aie.edu.au::80153e81-cca5-4785-8329-c43569ff9011" providerId="AD" clId="Web-{6B424F4B-0727-2561-DAED-791A0865E6B9}" dt="2021-09-14T03:20:48.081" v="43" actId="1076"/>
          <ac:spMkLst>
            <pc:docMk/>
            <pc:sldMk cId="2675563025" sldId="316"/>
            <ac:spMk id="24" creationId="{1C670152-5436-4650-98E3-F89BC142190A}"/>
          </ac:spMkLst>
        </pc:spChg>
        <pc:spChg chg="mod">
          <ac:chgData name="Patrick Delmastro" userId="S::patrick.delmastro@aie.edu.au::80153e81-cca5-4785-8329-c43569ff9011" providerId="AD" clId="Web-{6B424F4B-0727-2561-DAED-791A0865E6B9}" dt="2021-09-14T03:18:45.559" v="7" actId="20577"/>
          <ac:spMkLst>
            <pc:docMk/>
            <pc:sldMk cId="2675563025" sldId="316"/>
            <ac:spMk id="420" creationId="{00000000-0000-0000-0000-000000000000}"/>
          </ac:spMkLst>
        </pc:spChg>
        <pc:picChg chg="add del mod">
          <ac:chgData name="Patrick Delmastro" userId="S::patrick.delmastro@aie.edu.au::80153e81-cca5-4785-8329-c43569ff9011" providerId="AD" clId="Web-{6B424F4B-0727-2561-DAED-791A0865E6B9}" dt="2021-09-14T03:20:28.815" v="30"/>
          <ac:picMkLst>
            <pc:docMk/>
            <pc:sldMk cId="2675563025" sldId="316"/>
            <ac:picMk id="2" creationId="{B16218CB-6727-4B36-A372-4A6536B9E774}"/>
          </ac:picMkLst>
        </pc:picChg>
        <pc:picChg chg="add mod">
          <ac:chgData name="Patrick Delmastro" userId="S::patrick.delmastro@aie.edu.au::80153e81-cca5-4785-8329-c43569ff9011" providerId="AD" clId="Web-{6B424F4B-0727-2561-DAED-791A0865E6B9}" dt="2021-09-14T03:20:48.020" v="41" actId="1076"/>
          <ac:picMkLst>
            <pc:docMk/>
            <pc:sldMk cId="2675563025" sldId="316"/>
            <ac:picMk id="6" creationId="{2CD1E999-73C0-478D-AE1A-7790AA435A54}"/>
          </ac:picMkLst>
        </pc:picChg>
        <pc:picChg chg="mod">
          <ac:chgData name="Patrick Delmastro" userId="S::patrick.delmastro@aie.edu.au::80153e81-cca5-4785-8329-c43569ff9011" providerId="AD" clId="Web-{6B424F4B-0727-2561-DAED-791A0865E6B9}" dt="2021-09-14T03:20:31.284" v="34" actId="1076"/>
          <ac:picMkLst>
            <pc:docMk/>
            <pc:sldMk cId="2675563025" sldId="316"/>
            <ac:picMk id="11" creationId="{AAE61441-5333-44AE-888D-D3EB2F85F5E6}"/>
          </ac:picMkLst>
        </pc:picChg>
        <pc:picChg chg="mod">
          <ac:chgData name="Patrick Delmastro" userId="S::patrick.delmastro@aie.edu.au::80153e81-cca5-4785-8329-c43569ff9011" providerId="AD" clId="Web-{6B424F4B-0727-2561-DAED-791A0865E6B9}" dt="2021-09-14T03:20:31.284" v="33" actId="1076"/>
          <ac:picMkLst>
            <pc:docMk/>
            <pc:sldMk cId="2675563025" sldId="316"/>
            <ac:picMk id="12" creationId="{180BDE43-6EA0-4113-A2E3-E763C518E5B4}"/>
          </ac:picMkLst>
        </pc:picChg>
        <pc:cxnChg chg="mod">
          <ac:chgData name="Patrick Delmastro" userId="S::patrick.delmastro@aie.edu.au::80153e81-cca5-4785-8329-c43569ff9011" providerId="AD" clId="Web-{6B424F4B-0727-2561-DAED-791A0865E6B9}" dt="2021-09-14T03:20:31.284" v="33" actId="1076"/>
          <ac:cxnSpMkLst>
            <pc:docMk/>
            <pc:sldMk cId="2675563025" sldId="316"/>
            <ac:cxnSpMk id="14" creationId="{64EF7BFC-1B1E-4C8D-936A-78023692AB27}"/>
          </ac:cxnSpMkLst>
        </pc:cxnChg>
        <pc:cxnChg chg="mod">
          <ac:chgData name="Patrick Delmastro" userId="S::patrick.delmastro@aie.edu.au::80153e81-cca5-4785-8329-c43569ff9011" providerId="AD" clId="Web-{6B424F4B-0727-2561-DAED-791A0865E6B9}" dt="2021-09-14T03:20:31.284" v="34" actId="1076"/>
          <ac:cxnSpMkLst>
            <pc:docMk/>
            <pc:sldMk cId="2675563025" sldId="316"/>
            <ac:cxnSpMk id="15" creationId="{B600DDB9-2AFA-4A77-8A8D-3C273293E4E9}"/>
          </ac:cxnSpMkLst>
        </pc:cxnChg>
        <pc:cxnChg chg="add mod">
          <ac:chgData name="Patrick Delmastro" userId="S::patrick.delmastro@aie.edu.au::80153e81-cca5-4785-8329-c43569ff9011" providerId="AD" clId="Web-{6B424F4B-0727-2561-DAED-791A0865E6B9}" dt="2021-09-14T03:20:48.050" v="42" actId="1076"/>
          <ac:cxnSpMkLst>
            <pc:docMk/>
            <pc:sldMk cId="2675563025" sldId="316"/>
            <ac:cxnSpMk id="22" creationId="{A7948527-C67E-4B43-A3BA-18B6D1833F2E}"/>
          </ac:cxnSpMkLst>
        </pc:cxnChg>
      </pc:sldChg>
    </pc:docChg>
  </pc:docChgLst>
  <pc:docChgLst>
    <pc:chgData name="Patrick Delmastro" userId="S::patrick.delmastro@aie.edu.au::80153e81-cca5-4785-8329-c43569ff9011" providerId="AD" clId="Web-{82C7035F-D7DD-105F-DDFB-DEE0D599AB33}"/>
    <pc:docChg chg="addSld modSld sldOrd">
      <pc:chgData name="Patrick Delmastro" userId="S::patrick.delmastro@aie.edu.au::80153e81-cca5-4785-8329-c43569ff9011" providerId="AD" clId="Web-{82C7035F-D7DD-105F-DDFB-DEE0D599AB33}" dt="2021-07-15T01:51:35.323" v="18" actId="20577"/>
      <pc:docMkLst>
        <pc:docMk/>
      </pc:docMkLst>
      <pc:sldChg chg="modSp">
        <pc:chgData name="Patrick Delmastro" userId="S::patrick.delmastro@aie.edu.au::80153e81-cca5-4785-8329-c43569ff9011" providerId="AD" clId="Web-{82C7035F-D7DD-105F-DDFB-DEE0D599AB33}" dt="2021-07-15T01:51:35.323" v="18" actId="20577"/>
        <pc:sldMkLst>
          <pc:docMk/>
          <pc:sldMk cId="0" sldId="270"/>
        </pc:sldMkLst>
        <pc:spChg chg="mod">
          <ac:chgData name="Patrick Delmastro" userId="S::patrick.delmastro@aie.edu.au::80153e81-cca5-4785-8329-c43569ff9011" providerId="AD" clId="Web-{82C7035F-D7DD-105F-DDFB-DEE0D599AB33}" dt="2021-07-15T01:51:35.323" v="18" actId="20577"/>
          <ac:spMkLst>
            <pc:docMk/>
            <pc:sldMk cId="0" sldId="270"/>
            <ac:spMk id="430" creationId="{00000000-0000-0000-0000-000000000000}"/>
          </ac:spMkLst>
        </pc:spChg>
      </pc:sldChg>
      <pc:sldChg chg="modSp">
        <pc:chgData name="Patrick Delmastro" userId="S::patrick.delmastro@aie.edu.au::80153e81-cca5-4785-8329-c43569ff9011" providerId="AD" clId="Web-{82C7035F-D7DD-105F-DDFB-DEE0D599AB33}" dt="2021-07-15T01:50:41.073" v="9" actId="20577"/>
        <pc:sldMkLst>
          <pc:docMk/>
          <pc:sldMk cId="0" sldId="275"/>
        </pc:sldMkLst>
        <pc:spChg chg="mod">
          <ac:chgData name="Patrick Delmastro" userId="S::patrick.delmastro@aie.edu.au::80153e81-cca5-4785-8329-c43569ff9011" providerId="AD" clId="Web-{82C7035F-D7DD-105F-DDFB-DEE0D599AB33}" dt="2021-07-15T01:50:41.073" v="9" actId="20577"/>
          <ac:spMkLst>
            <pc:docMk/>
            <pc:sldMk cId="0" sldId="275"/>
            <ac:spMk id="468" creationId="{00000000-0000-0000-0000-000000000000}"/>
          </ac:spMkLst>
        </pc:spChg>
      </pc:sldChg>
      <pc:sldChg chg="modSp">
        <pc:chgData name="Patrick Delmastro" userId="S::patrick.delmastro@aie.edu.au::80153e81-cca5-4785-8329-c43569ff9011" providerId="AD" clId="Web-{82C7035F-D7DD-105F-DDFB-DEE0D599AB33}" dt="2021-07-15T01:50:55.073" v="16" actId="20577"/>
        <pc:sldMkLst>
          <pc:docMk/>
          <pc:sldMk cId="2187078226" sldId="297"/>
        </pc:sldMkLst>
        <pc:spChg chg="mod">
          <ac:chgData name="Patrick Delmastro" userId="S::patrick.delmastro@aie.edu.au::80153e81-cca5-4785-8329-c43569ff9011" providerId="AD" clId="Web-{82C7035F-D7DD-105F-DDFB-DEE0D599AB33}" dt="2021-07-15T01:50:55.073" v="16" actId="20577"/>
          <ac:spMkLst>
            <pc:docMk/>
            <pc:sldMk cId="2187078226" sldId="297"/>
            <ac:spMk id="468" creationId="{00000000-0000-0000-0000-000000000000}"/>
          </ac:spMkLst>
        </pc:spChg>
      </pc:sldChg>
      <pc:sldChg chg="modSp add ord replId">
        <pc:chgData name="Patrick Delmastro" userId="S::patrick.delmastro@aie.edu.au::80153e81-cca5-4785-8329-c43569ff9011" providerId="AD" clId="Web-{82C7035F-D7DD-105F-DDFB-DEE0D599AB33}" dt="2021-07-15T01:50:29.776" v="3" actId="20577"/>
        <pc:sldMkLst>
          <pc:docMk/>
          <pc:sldMk cId="4082996970" sldId="315"/>
        </pc:sldMkLst>
        <pc:spChg chg="mod">
          <ac:chgData name="Patrick Delmastro" userId="S::patrick.delmastro@aie.edu.au::80153e81-cca5-4785-8329-c43569ff9011" providerId="AD" clId="Web-{82C7035F-D7DD-105F-DDFB-DEE0D599AB33}" dt="2021-07-15T01:50:29.776" v="3" actId="20577"/>
          <ac:spMkLst>
            <pc:docMk/>
            <pc:sldMk cId="4082996970" sldId="315"/>
            <ac:spMk id="5" creationId="{1C8796AF-8B06-4F1B-A618-25F3C7D00C9D}"/>
          </ac:spMkLst>
        </pc:spChg>
      </pc:sldChg>
    </pc:docChg>
  </pc:docChgLst>
  <pc:docChgLst>
    <pc:chgData name="Thomas Sinclair" userId="S::thomass@aie.edu.au::ea7e17c6-715c-40d9-8261-37f47b5b9a01" providerId="AD" clId="Web-{969BA85B-2B72-733D-BB53-1AE9663F5468}"/>
    <pc:docChg chg="addSld modSld addMainMaster">
      <pc:chgData name="Thomas Sinclair" userId="S::thomass@aie.edu.au::ea7e17c6-715c-40d9-8261-37f47b5b9a01" providerId="AD" clId="Web-{969BA85B-2B72-733D-BB53-1AE9663F5468}" dt="2021-09-23T04:51:54.643" v="120"/>
      <pc:docMkLst>
        <pc:docMk/>
      </pc:docMkLst>
      <pc:sldChg chg="modSp">
        <pc:chgData name="Thomas Sinclair" userId="S::thomass@aie.edu.au::ea7e17c6-715c-40d9-8261-37f47b5b9a01" providerId="AD" clId="Web-{969BA85B-2B72-733D-BB53-1AE9663F5468}" dt="2021-09-23T00:26:22.902" v="2" actId="20577"/>
        <pc:sldMkLst>
          <pc:docMk/>
          <pc:sldMk cId="0" sldId="257"/>
        </pc:sldMkLst>
        <pc:spChg chg="mod">
          <ac:chgData name="Thomas Sinclair" userId="S::thomass@aie.edu.au::ea7e17c6-715c-40d9-8261-37f47b5b9a01" providerId="AD" clId="Web-{969BA85B-2B72-733D-BB53-1AE9663F5468}" dt="2021-09-23T00:26:22.902" v="2" actId="20577"/>
          <ac:spMkLst>
            <pc:docMk/>
            <pc:sldMk cId="0" sldId="257"/>
            <ac:spMk id="311" creationId="{00000000-0000-0000-0000-000000000000}"/>
          </ac:spMkLst>
        </pc:spChg>
      </pc:sldChg>
      <pc:sldChg chg="modSp">
        <pc:chgData name="Thomas Sinclair" userId="S::thomass@aie.edu.au::ea7e17c6-715c-40d9-8261-37f47b5b9a01" providerId="AD" clId="Web-{969BA85B-2B72-733D-BB53-1AE9663F5468}" dt="2021-09-23T01:55:16.673" v="55" actId="20577"/>
        <pc:sldMkLst>
          <pc:docMk/>
          <pc:sldMk cId="0" sldId="259"/>
        </pc:sldMkLst>
        <pc:spChg chg="mod">
          <ac:chgData name="Thomas Sinclair" userId="S::thomass@aie.edu.au::ea7e17c6-715c-40d9-8261-37f47b5b9a01" providerId="AD" clId="Web-{969BA85B-2B72-733D-BB53-1AE9663F5468}" dt="2021-09-23T01:55:16.673" v="55" actId="20577"/>
          <ac:spMkLst>
            <pc:docMk/>
            <pc:sldMk cId="0" sldId="259"/>
            <ac:spMk id="329" creationId="{00000000-0000-0000-0000-000000000000}"/>
          </ac:spMkLst>
        </pc:spChg>
      </pc:sldChg>
      <pc:sldChg chg="addSp delSp modSp">
        <pc:chgData name="Thomas Sinclair" userId="S::thomass@aie.edu.au::ea7e17c6-715c-40d9-8261-37f47b5b9a01" providerId="AD" clId="Web-{969BA85B-2B72-733D-BB53-1AE9663F5468}" dt="2021-09-23T02:21:31.103" v="88"/>
        <pc:sldMkLst>
          <pc:docMk/>
          <pc:sldMk cId="0" sldId="264"/>
        </pc:sldMkLst>
        <pc:spChg chg="add del mod">
          <ac:chgData name="Thomas Sinclair" userId="S::thomass@aie.edu.au::ea7e17c6-715c-40d9-8261-37f47b5b9a01" providerId="AD" clId="Web-{969BA85B-2B72-733D-BB53-1AE9663F5468}" dt="2021-09-23T02:21:31.103" v="88"/>
          <ac:spMkLst>
            <pc:docMk/>
            <pc:sldMk cId="0" sldId="264"/>
            <ac:spMk id="2" creationId="{4363AA8D-3684-4A3A-B2B7-188B16FFF092}"/>
          </ac:spMkLst>
        </pc:spChg>
        <pc:spChg chg="mod">
          <ac:chgData name="Thomas Sinclair" userId="S::thomass@aie.edu.au::ea7e17c6-715c-40d9-8261-37f47b5b9a01" providerId="AD" clId="Web-{969BA85B-2B72-733D-BB53-1AE9663F5468}" dt="2021-09-23T02:21:06.196" v="85" actId="20577"/>
          <ac:spMkLst>
            <pc:docMk/>
            <pc:sldMk cId="0" sldId="264"/>
            <ac:spMk id="363" creationId="{00000000-0000-0000-0000-000000000000}"/>
          </ac:spMkLst>
        </pc:spChg>
      </pc:sldChg>
      <pc:sldChg chg="modSp">
        <pc:chgData name="Thomas Sinclair" userId="S::thomass@aie.edu.au::ea7e17c6-715c-40d9-8261-37f47b5b9a01" providerId="AD" clId="Web-{969BA85B-2B72-733D-BB53-1AE9663F5468}" dt="2021-09-23T02:25:45.977" v="113" actId="20577"/>
        <pc:sldMkLst>
          <pc:docMk/>
          <pc:sldMk cId="0" sldId="266"/>
        </pc:sldMkLst>
        <pc:spChg chg="mod">
          <ac:chgData name="Thomas Sinclair" userId="S::thomass@aie.edu.au::ea7e17c6-715c-40d9-8261-37f47b5b9a01" providerId="AD" clId="Web-{969BA85B-2B72-733D-BB53-1AE9663F5468}" dt="2021-09-23T02:25:10.256" v="107" actId="20577"/>
          <ac:spMkLst>
            <pc:docMk/>
            <pc:sldMk cId="0" sldId="266"/>
            <ac:spMk id="385" creationId="{00000000-0000-0000-0000-000000000000}"/>
          </ac:spMkLst>
        </pc:spChg>
        <pc:spChg chg="mod">
          <ac:chgData name="Thomas Sinclair" userId="S::thomass@aie.edu.au::ea7e17c6-715c-40d9-8261-37f47b5b9a01" providerId="AD" clId="Web-{969BA85B-2B72-733D-BB53-1AE9663F5468}" dt="2021-09-23T02:25:45.977" v="113" actId="20577"/>
          <ac:spMkLst>
            <pc:docMk/>
            <pc:sldMk cId="0" sldId="266"/>
            <ac:spMk id="387" creationId="{00000000-0000-0000-0000-000000000000}"/>
          </ac:spMkLst>
        </pc:spChg>
      </pc:sldChg>
      <pc:sldChg chg="modSp">
        <pc:chgData name="Thomas Sinclair" userId="S::thomass@aie.edu.au::ea7e17c6-715c-40d9-8261-37f47b5b9a01" providerId="AD" clId="Web-{969BA85B-2B72-733D-BB53-1AE9663F5468}" dt="2021-09-23T04:01:36.970" v="119" actId="1076"/>
        <pc:sldMkLst>
          <pc:docMk/>
          <pc:sldMk cId="0" sldId="275"/>
        </pc:sldMkLst>
        <pc:spChg chg="mod">
          <ac:chgData name="Thomas Sinclair" userId="S::thomass@aie.edu.au::ea7e17c6-715c-40d9-8261-37f47b5b9a01" providerId="AD" clId="Web-{969BA85B-2B72-733D-BB53-1AE9663F5468}" dt="2021-09-23T04:01:36.970" v="119" actId="1076"/>
          <ac:spMkLst>
            <pc:docMk/>
            <pc:sldMk cId="0" sldId="275"/>
            <ac:spMk id="10" creationId="{E7B15153-6A47-4F82-BF7A-3DCF70B5350A}"/>
          </ac:spMkLst>
        </pc:spChg>
      </pc:sldChg>
      <pc:sldChg chg="modSp">
        <pc:chgData name="Thomas Sinclair" userId="S::thomass@aie.edu.au::ea7e17c6-715c-40d9-8261-37f47b5b9a01" providerId="AD" clId="Web-{969BA85B-2B72-733D-BB53-1AE9663F5468}" dt="2021-09-23T01:53:09.932" v="51" actId="20577"/>
        <pc:sldMkLst>
          <pc:docMk/>
          <pc:sldMk cId="1268873517" sldId="290"/>
        </pc:sldMkLst>
        <pc:spChg chg="mod">
          <ac:chgData name="Thomas Sinclair" userId="S::thomass@aie.edu.au::ea7e17c6-715c-40d9-8261-37f47b5b9a01" providerId="AD" clId="Web-{969BA85B-2B72-733D-BB53-1AE9663F5468}" dt="2021-09-23T01:53:09.932" v="51" actId="20577"/>
          <ac:spMkLst>
            <pc:docMk/>
            <pc:sldMk cId="1268873517" sldId="290"/>
            <ac:spMk id="317" creationId="{00000000-0000-0000-0000-000000000000}"/>
          </ac:spMkLst>
        </pc:spChg>
      </pc:sldChg>
      <pc:sldChg chg="modSp">
        <pc:chgData name="Thomas Sinclair" userId="S::thomass@aie.edu.au::ea7e17c6-715c-40d9-8261-37f47b5b9a01" providerId="AD" clId="Web-{969BA85B-2B72-733D-BB53-1AE9663F5468}" dt="2021-09-23T02:26:24.697" v="116" actId="20577"/>
        <pc:sldMkLst>
          <pc:docMk/>
          <pc:sldMk cId="2678317744" sldId="293"/>
        </pc:sldMkLst>
        <pc:spChg chg="mod">
          <ac:chgData name="Thomas Sinclair" userId="S::thomass@aie.edu.au::ea7e17c6-715c-40d9-8261-37f47b5b9a01" providerId="AD" clId="Web-{969BA85B-2B72-733D-BB53-1AE9663F5468}" dt="2021-09-23T02:26:24.697" v="116" actId="20577"/>
          <ac:spMkLst>
            <pc:docMk/>
            <pc:sldMk cId="2678317744" sldId="293"/>
            <ac:spMk id="17" creationId="{5AE9912C-98EA-4128-BAF0-91C8BAB6E99F}"/>
          </ac:spMkLst>
        </pc:spChg>
      </pc:sldChg>
      <pc:sldChg chg="modSp">
        <pc:chgData name="Thomas Sinclair" userId="S::thomass@aie.edu.au::ea7e17c6-715c-40d9-8261-37f47b5b9a01" providerId="AD" clId="Web-{969BA85B-2B72-733D-BB53-1AE9663F5468}" dt="2021-09-23T02:23:33.469" v="105" actId="20577"/>
        <pc:sldMkLst>
          <pc:docMk/>
          <pc:sldMk cId="1190707425" sldId="296"/>
        </pc:sldMkLst>
        <pc:spChg chg="mod">
          <ac:chgData name="Thomas Sinclair" userId="S::thomass@aie.edu.au::ea7e17c6-715c-40d9-8261-37f47b5b9a01" providerId="AD" clId="Web-{969BA85B-2B72-733D-BB53-1AE9663F5468}" dt="2021-09-23T02:23:33.469" v="105" actId="20577"/>
          <ac:spMkLst>
            <pc:docMk/>
            <pc:sldMk cId="1190707425" sldId="296"/>
            <ac:spMk id="369" creationId="{00000000-0000-0000-0000-000000000000}"/>
          </ac:spMkLst>
        </pc:spChg>
      </pc:sldChg>
      <pc:sldChg chg="modSp">
        <pc:chgData name="Thomas Sinclair" userId="S::thomass@aie.edu.au::ea7e17c6-715c-40d9-8261-37f47b5b9a01" providerId="AD" clId="Web-{969BA85B-2B72-733D-BB53-1AE9663F5468}" dt="2021-09-23T02:12:30.948" v="83" actId="20577"/>
        <pc:sldMkLst>
          <pc:docMk/>
          <pc:sldMk cId="2675563025" sldId="316"/>
        </pc:sldMkLst>
        <pc:spChg chg="mod">
          <ac:chgData name="Thomas Sinclair" userId="S::thomass@aie.edu.au::ea7e17c6-715c-40d9-8261-37f47b5b9a01" providerId="AD" clId="Web-{969BA85B-2B72-733D-BB53-1AE9663F5468}" dt="2021-09-23T02:08:56.343" v="78" actId="20577"/>
          <ac:spMkLst>
            <pc:docMk/>
            <pc:sldMk cId="2675563025" sldId="316"/>
            <ac:spMk id="5" creationId="{7CC2A167-665B-4844-AF42-C94D388384EA}"/>
          </ac:spMkLst>
        </pc:spChg>
        <pc:spChg chg="mod">
          <ac:chgData name="Thomas Sinclair" userId="S::thomass@aie.edu.au::ea7e17c6-715c-40d9-8261-37f47b5b9a01" providerId="AD" clId="Web-{969BA85B-2B72-733D-BB53-1AE9663F5468}" dt="2021-09-23T02:12:30.948" v="83" actId="20577"/>
          <ac:spMkLst>
            <pc:docMk/>
            <pc:sldMk cId="2675563025" sldId="316"/>
            <ac:spMk id="420" creationId="{00000000-0000-0000-0000-000000000000}"/>
          </ac:spMkLst>
        </pc:spChg>
      </pc:sldChg>
      <pc:sldChg chg="add">
        <pc:chgData name="Thomas Sinclair" userId="S::thomass@aie.edu.au::ea7e17c6-715c-40d9-8261-37f47b5b9a01" providerId="AD" clId="Web-{969BA85B-2B72-733D-BB53-1AE9663F5468}" dt="2021-09-23T04:51:54.643" v="120"/>
        <pc:sldMkLst>
          <pc:docMk/>
          <pc:sldMk cId="1686705670" sldId="317"/>
        </pc:sldMkLst>
      </pc:sldChg>
      <pc:sldMasterChg chg="add addSldLayout">
        <pc:chgData name="Thomas Sinclair" userId="S::thomass@aie.edu.au::ea7e17c6-715c-40d9-8261-37f47b5b9a01" providerId="AD" clId="Web-{969BA85B-2B72-733D-BB53-1AE9663F5468}" dt="2021-09-23T04:51:54.643" v="120"/>
        <pc:sldMasterMkLst>
          <pc:docMk/>
          <pc:sldMasterMk cId="0" sldId="2147483711"/>
        </pc:sldMasterMkLst>
        <pc:sldLayoutChg chg="add">
          <pc:chgData name="Thomas Sinclair" userId="S::thomass@aie.edu.au::ea7e17c6-715c-40d9-8261-37f47b5b9a01" providerId="AD" clId="Web-{969BA85B-2B72-733D-BB53-1AE9663F5468}" dt="2021-09-23T04:51:54.643" v="120"/>
          <pc:sldLayoutMkLst>
            <pc:docMk/>
            <pc:sldMasterMk cId="0" sldId="2147483711"/>
            <pc:sldLayoutMk cId="0" sldId="2147483712"/>
          </pc:sldLayoutMkLst>
        </pc:sldLayoutChg>
        <pc:sldLayoutChg chg="add">
          <pc:chgData name="Thomas Sinclair" userId="S::thomass@aie.edu.au::ea7e17c6-715c-40d9-8261-37f47b5b9a01" providerId="AD" clId="Web-{969BA85B-2B72-733D-BB53-1AE9663F5468}" dt="2021-09-23T04:51:54.643" v="120"/>
          <pc:sldLayoutMkLst>
            <pc:docMk/>
            <pc:sldMasterMk cId="0" sldId="2147483711"/>
            <pc:sldLayoutMk cId="0" sldId="2147483713"/>
          </pc:sldLayoutMkLst>
        </pc:sldLayoutChg>
        <pc:sldLayoutChg chg="add">
          <pc:chgData name="Thomas Sinclair" userId="S::thomass@aie.edu.au::ea7e17c6-715c-40d9-8261-37f47b5b9a01" providerId="AD" clId="Web-{969BA85B-2B72-733D-BB53-1AE9663F5468}" dt="2021-09-23T04:51:54.643" v="120"/>
          <pc:sldLayoutMkLst>
            <pc:docMk/>
            <pc:sldMasterMk cId="0" sldId="2147483711"/>
            <pc:sldLayoutMk cId="0" sldId="2147483714"/>
          </pc:sldLayoutMkLst>
        </pc:sldLayoutChg>
        <pc:sldLayoutChg chg="add">
          <pc:chgData name="Thomas Sinclair" userId="S::thomass@aie.edu.au::ea7e17c6-715c-40d9-8261-37f47b5b9a01" providerId="AD" clId="Web-{969BA85B-2B72-733D-BB53-1AE9663F5468}" dt="2021-09-23T04:51:54.643" v="120"/>
          <pc:sldLayoutMkLst>
            <pc:docMk/>
            <pc:sldMasterMk cId="0" sldId="2147483711"/>
            <pc:sldLayoutMk cId="0" sldId="2147483715"/>
          </pc:sldLayoutMkLst>
        </pc:sldLayoutChg>
        <pc:sldLayoutChg chg="add">
          <pc:chgData name="Thomas Sinclair" userId="S::thomass@aie.edu.au::ea7e17c6-715c-40d9-8261-37f47b5b9a01" providerId="AD" clId="Web-{969BA85B-2B72-733D-BB53-1AE9663F5468}" dt="2021-09-23T04:51:54.643" v="120"/>
          <pc:sldLayoutMkLst>
            <pc:docMk/>
            <pc:sldMasterMk cId="0" sldId="2147483711"/>
            <pc:sldLayoutMk cId="0" sldId="2147483716"/>
          </pc:sldLayoutMkLst>
        </pc:sldLayoutChg>
        <pc:sldLayoutChg chg="add">
          <pc:chgData name="Thomas Sinclair" userId="S::thomass@aie.edu.au::ea7e17c6-715c-40d9-8261-37f47b5b9a01" providerId="AD" clId="Web-{969BA85B-2B72-733D-BB53-1AE9663F5468}" dt="2021-09-23T04:51:54.643" v="120"/>
          <pc:sldLayoutMkLst>
            <pc:docMk/>
            <pc:sldMasterMk cId="0" sldId="2147483711"/>
            <pc:sldLayoutMk cId="0" sldId="2147483717"/>
          </pc:sldLayoutMkLst>
        </pc:sldLayoutChg>
        <pc:sldLayoutChg chg="add">
          <pc:chgData name="Thomas Sinclair" userId="S::thomass@aie.edu.au::ea7e17c6-715c-40d9-8261-37f47b5b9a01" providerId="AD" clId="Web-{969BA85B-2B72-733D-BB53-1AE9663F5468}" dt="2021-09-23T04:51:54.643" v="120"/>
          <pc:sldLayoutMkLst>
            <pc:docMk/>
            <pc:sldMasterMk cId="0" sldId="2147483711"/>
            <pc:sldLayoutMk cId="0" sldId="2147483718"/>
          </pc:sldLayoutMkLst>
        </pc:sldLayoutChg>
        <pc:sldLayoutChg chg="add">
          <pc:chgData name="Thomas Sinclair" userId="S::thomass@aie.edu.au::ea7e17c6-715c-40d9-8261-37f47b5b9a01" providerId="AD" clId="Web-{969BA85B-2B72-733D-BB53-1AE9663F5468}" dt="2021-09-23T04:51:54.643" v="120"/>
          <pc:sldLayoutMkLst>
            <pc:docMk/>
            <pc:sldMasterMk cId="0" sldId="2147483711"/>
            <pc:sldLayoutMk cId="0" sldId="2147483719"/>
          </pc:sldLayoutMkLst>
        </pc:sldLayoutChg>
        <pc:sldLayoutChg chg="add">
          <pc:chgData name="Thomas Sinclair" userId="S::thomass@aie.edu.au::ea7e17c6-715c-40d9-8261-37f47b5b9a01" providerId="AD" clId="Web-{969BA85B-2B72-733D-BB53-1AE9663F5468}" dt="2021-09-23T04:51:54.643" v="120"/>
          <pc:sldLayoutMkLst>
            <pc:docMk/>
            <pc:sldMasterMk cId="0" sldId="2147483711"/>
            <pc:sldLayoutMk cId="0" sldId="2147483720"/>
          </pc:sldLayoutMkLst>
        </pc:sldLayoutChg>
        <pc:sldLayoutChg chg="add">
          <pc:chgData name="Thomas Sinclair" userId="S::thomass@aie.edu.au::ea7e17c6-715c-40d9-8261-37f47b5b9a01" providerId="AD" clId="Web-{969BA85B-2B72-733D-BB53-1AE9663F5468}" dt="2021-09-23T04:51:54.643" v="120"/>
          <pc:sldLayoutMkLst>
            <pc:docMk/>
            <pc:sldMasterMk cId="0" sldId="2147483711"/>
            <pc:sldLayoutMk cId="0" sldId="2147483721"/>
          </pc:sldLayoutMkLst>
        </pc:sldLayoutChg>
        <pc:sldLayoutChg chg="add">
          <pc:chgData name="Thomas Sinclair" userId="S::thomass@aie.edu.au::ea7e17c6-715c-40d9-8261-37f47b5b9a01" providerId="AD" clId="Web-{969BA85B-2B72-733D-BB53-1AE9663F5468}" dt="2021-09-23T04:51:54.643" v="120"/>
          <pc:sldLayoutMkLst>
            <pc:docMk/>
            <pc:sldMasterMk cId="0" sldId="2147483711"/>
            <pc:sldLayoutMk cId="0" sldId="2147483722"/>
          </pc:sldLayoutMkLst>
        </pc:sldLayoutChg>
        <pc:sldLayoutChg chg="add">
          <pc:chgData name="Thomas Sinclair" userId="S::thomass@aie.edu.au::ea7e17c6-715c-40d9-8261-37f47b5b9a01" providerId="AD" clId="Web-{969BA85B-2B72-733D-BB53-1AE9663F5468}" dt="2021-09-23T04:51:54.643" v="120"/>
          <pc:sldLayoutMkLst>
            <pc:docMk/>
            <pc:sldMasterMk cId="0" sldId="2147483711"/>
            <pc:sldLayoutMk cId="0" sldId="2147483723"/>
          </pc:sldLayoutMkLst>
        </pc:sldLayoutChg>
        <pc:sldLayoutChg chg="add">
          <pc:chgData name="Thomas Sinclair" userId="S::thomass@aie.edu.au::ea7e17c6-715c-40d9-8261-37f47b5b9a01" providerId="AD" clId="Web-{969BA85B-2B72-733D-BB53-1AE9663F5468}" dt="2021-09-23T04:51:54.643" v="120"/>
          <pc:sldLayoutMkLst>
            <pc:docMk/>
            <pc:sldMasterMk cId="0" sldId="2147483711"/>
            <pc:sldLayoutMk cId="0" sldId="2147483724"/>
          </pc:sldLayoutMkLst>
        </pc:sldLayoutChg>
        <pc:sldLayoutChg chg="add">
          <pc:chgData name="Thomas Sinclair" userId="S::thomass@aie.edu.au::ea7e17c6-715c-40d9-8261-37f47b5b9a01" providerId="AD" clId="Web-{969BA85B-2B72-733D-BB53-1AE9663F5468}" dt="2021-09-23T04:51:54.643" v="120"/>
          <pc:sldLayoutMkLst>
            <pc:docMk/>
            <pc:sldMasterMk cId="0" sldId="2147483711"/>
            <pc:sldLayoutMk cId="0" sldId="2147483725"/>
          </pc:sldLayoutMkLst>
        </pc:sldLayoutChg>
      </pc:sldMasterChg>
    </pc:docChg>
  </pc:docChgLst>
  <pc:docChgLst>
    <pc:chgData name="Thomas Sinclair" userId="S::thomass@aie.edu.au::ea7e17c6-715c-40d9-8261-37f47b5b9a01" providerId="AD" clId="Web-{5439446D-5554-8048-DCB9-8E1F8BDA1C92}"/>
    <pc:docChg chg="modSld">
      <pc:chgData name="Thomas Sinclair" userId="S::thomass@aie.edu.au::ea7e17c6-715c-40d9-8261-37f47b5b9a01" providerId="AD" clId="Web-{5439446D-5554-8048-DCB9-8E1F8BDA1C92}" dt="2021-07-29T03:45:08.307" v="1" actId="20577"/>
      <pc:docMkLst>
        <pc:docMk/>
      </pc:docMkLst>
      <pc:sldChg chg="modSp">
        <pc:chgData name="Thomas Sinclair" userId="S::thomass@aie.edu.au::ea7e17c6-715c-40d9-8261-37f47b5b9a01" providerId="AD" clId="Web-{5439446D-5554-8048-DCB9-8E1F8BDA1C92}" dt="2021-07-29T03:45:08.307" v="1" actId="20577"/>
        <pc:sldMkLst>
          <pc:docMk/>
          <pc:sldMk cId="932126843" sldId="279"/>
        </pc:sldMkLst>
        <pc:spChg chg="mod">
          <ac:chgData name="Thomas Sinclair" userId="S::thomass@aie.edu.au::ea7e17c6-715c-40d9-8261-37f47b5b9a01" providerId="AD" clId="Web-{5439446D-5554-8048-DCB9-8E1F8BDA1C92}" dt="2021-07-29T03:45:08.307" v="1" actId="20577"/>
          <ac:spMkLst>
            <pc:docMk/>
            <pc:sldMk cId="932126843" sldId="279"/>
            <ac:spMk id="335" creationId="{00000000-0000-0000-0000-000000000000}"/>
          </ac:spMkLst>
        </pc:spChg>
      </pc:sldChg>
    </pc:docChg>
  </pc:docChgLst>
  <pc:docChgLst>
    <pc:chgData name="Thomas Sinclair" userId="ea7e17c6-715c-40d9-8261-37f47b5b9a01" providerId="ADAL" clId="{E5B4DCF8-7D2A-4709-829A-9F2B38FBCA35}"/>
    <pc:docChg chg="modSld">
      <pc:chgData name="Thomas Sinclair" userId="ea7e17c6-715c-40d9-8261-37f47b5b9a01" providerId="ADAL" clId="{E5B4DCF8-7D2A-4709-829A-9F2B38FBCA35}" dt="2022-01-19T01:03:24.196" v="1"/>
      <pc:docMkLst>
        <pc:docMk/>
      </pc:docMkLst>
      <pc:sldChg chg="addSp delSp modSp">
        <pc:chgData name="Thomas Sinclair" userId="ea7e17c6-715c-40d9-8261-37f47b5b9a01" providerId="ADAL" clId="{E5B4DCF8-7D2A-4709-829A-9F2B38FBCA35}" dt="2022-01-19T01:03:24.196" v="1"/>
        <pc:sldMkLst>
          <pc:docMk/>
          <pc:sldMk cId="1686705670" sldId="317"/>
        </pc:sldMkLst>
        <pc:picChg chg="add del mod">
          <ac:chgData name="Thomas Sinclair" userId="ea7e17c6-715c-40d9-8261-37f47b5b9a01" providerId="ADAL" clId="{E5B4DCF8-7D2A-4709-829A-9F2B38FBCA35}" dt="2022-01-19T01:03:24.196" v="1"/>
          <ac:picMkLst>
            <pc:docMk/>
            <pc:sldMk cId="1686705670" sldId="317"/>
            <ac:picMk id="15" creationId="{7FBC9264-0E59-43CA-99A9-50C2C133B8AE}"/>
          </ac:picMkLst>
        </pc:picChg>
        <pc:picChg chg="add del mod">
          <ac:chgData name="Thomas Sinclair" userId="ea7e17c6-715c-40d9-8261-37f47b5b9a01" providerId="ADAL" clId="{E5B4DCF8-7D2A-4709-829A-9F2B38FBCA35}" dt="2022-01-19T01:03:24.196" v="1"/>
          <ac:picMkLst>
            <pc:docMk/>
            <pc:sldMk cId="1686705670" sldId="317"/>
            <ac:picMk id="20" creationId="{94ECBDDF-AC95-417B-AFF8-2D843170D3A6}"/>
          </ac:picMkLst>
        </pc:picChg>
        <pc:picChg chg="add del mod">
          <ac:chgData name="Thomas Sinclair" userId="ea7e17c6-715c-40d9-8261-37f47b5b9a01" providerId="ADAL" clId="{E5B4DCF8-7D2A-4709-829A-9F2B38FBCA35}" dt="2022-01-19T01:03:24.196" v="1"/>
          <ac:picMkLst>
            <pc:docMk/>
            <pc:sldMk cId="1686705670" sldId="317"/>
            <ac:picMk id="21" creationId="{09EC7729-D86F-42B7-9B30-FADBA927AB4B}"/>
          </ac:picMkLst>
        </pc:picChg>
        <pc:picChg chg="add del mod">
          <ac:chgData name="Thomas Sinclair" userId="ea7e17c6-715c-40d9-8261-37f47b5b9a01" providerId="ADAL" clId="{E5B4DCF8-7D2A-4709-829A-9F2B38FBCA35}" dt="2022-01-19T01:03:24.196" v="1"/>
          <ac:picMkLst>
            <pc:docMk/>
            <pc:sldMk cId="1686705670" sldId="317"/>
            <ac:picMk id="22" creationId="{CEB64881-2111-450B-AAA8-E762BF0F4A89}"/>
          </ac:picMkLst>
        </pc:picChg>
      </pc:sldChg>
    </pc:docChg>
  </pc:docChgLst>
  <pc:docChgLst>
    <pc:chgData name="Patrick Delmastro" userId="S::patrick.delmastro@aie.edu.au::80153e81-cca5-4785-8329-c43569ff9011" providerId="AD" clId="Web-{E02FE655-A806-ED55-FB87-6EF8D230C696}"/>
    <pc:docChg chg="delSld modSld">
      <pc:chgData name="Patrick Delmastro" userId="S::patrick.delmastro@aie.edu.au::80153e81-cca5-4785-8329-c43569ff9011" providerId="AD" clId="Web-{E02FE655-A806-ED55-FB87-6EF8D230C696}" dt="2021-09-08T06:31:50.901" v="107" actId="1076"/>
      <pc:docMkLst>
        <pc:docMk/>
      </pc:docMkLst>
      <pc:sldChg chg="modSp">
        <pc:chgData name="Patrick Delmastro" userId="S::patrick.delmastro@aie.edu.au::80153e81-cca5-4785-8329-c43569ff9011" providerId="AD" clId="Web-{E02FE655-A806-ED55-FB87-6EF8D230C696}" dt="2021-09-08T06:24:29.216" v="1" actId="20577"/>
        <pc:sldMkLst>
          <pc:docMk/>
          <pc:sldMk cId="0" sldId="257"/>
        </pc:sldMkLst>
        <pc:spChg chg="mod">
          <ac:chgData name="Patrick Delmastro" userId="S::patrick.delmastro@aie.edu.au::80153e81-cca5-4785-8329-c43569ff9011" providerId="AD" clId="Web-{E02FE655-A806-ED55-FB87-6EF8D230C696}" dt="2021-09-08T06:24:29.216" v="1" actId="20577"/>
          <ac:spMkLst>
            <pc:docMk/>
            <pc:sldMk cId="0" sldId="257"/>
            <ac:spMk id="311" creationId="{00000000-0000-0000-0000-000000000000}"/>
          </ac:spMkLst>
        </pc:spChg>
      </pc:sldChg>
      <pc:sldChg chg="del">
        <pc:chgData name="Patrick Delmastro" userId="S::patrick.delmastro@aie.edu.au::80153e81-cca5-4785-8329-c43569ff9011" providerId="AD" clId="Web-{E02FE655-A806-ED55-FB87-6EF8D230C696}" dt="2021-09-08T06:26:20.860" v="28"/>
        <pc:sldMkLst>
          <pc:docMk/>
          <pc:sldMk cId="0" sldId="258"/>
        </pc:sldMkLst>
      </pc:sldChg>
      <pc:sldChg chg="modSp">
        <pc:chgData name="Patrick Delmastro" userId="S::patrick.delmastro@aie.edu.au::80153e81-cca5-4785-8329-c43569ff9011" providerId="AD" clId="Web-{E02FE655-A806-ED55-FB87-6EF8D230C696}" dt="2021-09-08T06:28:38.958" v="63" actId="20577"/>
        <pc:sldMkLst>
          <pc:docMk/>
          <pc:sldMk cId="0" sldId="275"/>
        </pc:sldMkLst>
        <pc:spChg chg="mod">
          <ac:chgData name="Patrick Delmastro" userId="S::patrick.delmastro@aie.edu.au::80153e81-cca5-4785-8329-c43569ff9011" providerId="AD" clId="Web-{E02FE655-A806-ED55-FB87-6EF8D230C696}" dt="2021-09-08T06:28:32.270" v="61" actId="20577"/>
          <ac:spMkLst>
            <pc:docMk/>
            <pc:sldMk cId="0" sldId="275"/>
            <ac:spMk id="468" creationId="{00000000-0000-0000-0000-000000000000}"/>
          </ac:spMkLst>
        </pc:spChg>
        <pc:spChg chg="mod">
          <ac:chgData name="Patrick Delmastro" userId="S::patrick.delmastro@aie.edu.au::80153e81-cca5-4785-8329-c43569ff9011" providerId="AD" clId="Web-{E02FE655-A806-ED55-FB87-6EF8D230C696}" dt="2021-09-08T06:28:38.958" v="63" actId="20577"/>
          <ac:spMkLst>
            <pc:docMk/>
            <pc:sldMk cId="0" sldId="275"/>
            <ac:spMk id="471" creationId="{00000000-0000-0000-0000-000000000000}"/>
          </ac:spMkLst>
        </pc:spChg>
      </pc:sldChg>
      <pc:sldChg chg="modSp">
        <pc:chgData name="Patrick Delmastro" userId="S::patrick.delmastro@aie.edu.au::80153e81-cca5-4785-8329-c43569ff9011" providerId="AD" clId="Web-{E02FE655-A806-ED55-FB87-6EF8D230C696}" dt="2021-09-08T06:29:55.319" v="87" actId="20577"/>
        <pc:sldMkLst>
          <pc:docMk/>
          <pc:sldMk cId="1268873517" sldId="290"/>
        </pc:sldMkLst>
        <pc:spChg chg="mod">
          <ac:chgData name="Patrick Delmastro" userId="S::patrick.delmastro@aie.edu.au::80153e81-cca5-4785-8329-c43569ff9011" providerId="AD" clId="Web-{E02FE655-A806-ED55-FB87-6EF8D230C696}" dt="2021-09-08T06:26:19.813" v="27" actId="20577"/>
          <ac:spMkLst>
            <pc:docMk/>
            <pc:sldMk cId="1268873517" sldId="290"/>
            <ac:spMk id="316" creationId="{00000000-0000-0000-0000-000000000000}"/>
          </ac:spMkLst>
        </pc:spChg>
        <pc:spChg chg="mod">
          <ac:chgData name="Patrick Delmastro" userId="S::patrick.delmastro@aie.edu.au::80153e81-cca5-4785-8329-c43569ff9011" providerId="AD" clId="Web-{E02FE655-A806-ED55-FB87-6EF8D230C696}" dt="2021-09-08T06:29:55.319" v="87" actId="20577"/>
          <ac:spMkLst>
            <pc:docMk/>
            <pc:sldMk cId="1268873517" sldId="290"/>
            <ac:spMk id="317" creationId="{00000000-0000-0000-0000-000000000000}"/>
          </ac:spMkLst>
        </pc:spChg>
      </pc:sldChg>
      <pc:sldChg chg="del">
        <pc:chgData name="Patrick Delmastro" userId="S::patrick.delmastro@aie.edu.au::80153e81-cca5-4785-8329-c43569ff9011" providerId="AD" clId="Web-{E02FE655-A806-ED55-FB87-6EF8D230C696}" dt="2021-09-08T06:28:24.160" v="60"/>
        <pc:sldMkLst>
          <pc:docMk/>
          <pc:sldMk cId="2187078226" sldId="297"/>
        </pc:sldMkLst>
      </pc:sldChg>
      <pc:sldChg chg="addSp delSp modSp">
        <pc:chgData name="Patrick Delmastro" userId="S::patrick.delmastro@aie.edu.au::80153e81-cca5-4785-8329-c43569ff9011" providerId="AD" clId="Web-{E02FE655-A806-ED55-FB87-6EF8D230C696}" dt="2021-09-08T06:31:50.901" v="107" actId="1076"/>
        <pc:sldMkLst>
          <pc:docMk/>
          <pc:sldMk cId="2675563025" sldId="316"/>
        </pc:sldMkLst>
        <pc:spChg chg="add">
          <ac:chgData name="Patrick Delmastro" userId="S::patrick.delmastro@aie.edu.au::80153e81-cca5-4785-8329-c43569ff9011" providerId="AD" clId="Web-{E02FE655-A806-ED55-FB87-6EF8D230C696}" dt="2021-09-08T06:30:41.540" v="89"/>
          <ac:spMkLst>
            <pc:docMk/>
            <pc:sldMk cId="2675563025" sldId="316"/>
            <ac:spMk id="8" creationId="{0C5703B8-A7C0-4DB7-983C-B58EF190EAAB}"/>
          </ac:spMkLst>
        </pc:spChg>
        <pc:spChg chg="add">
          <ac:chgData name="Patrick Delmastro" userId="S::patrick.delmastro@aie.edu.au::80153e81-cca5-4785-8329-c43569ff9011" providerId="AD" clId="Web-{E02FE655-A806-ED55-FB87-6EF8D230C696}" dt="2021-09-08T06:30:41.540" v="89"/>
          <ac:spMkLst>
            <pc:docMk/>
            <pc:sldMk cId="2675563025" sldId="316"/>
            <ac:spMk id="16" creationId="{3F6733A5-B594-4F52-A74E-B6C6276D291D}"/>
          </ac:spMkLst>
        </pc:spChg>
        <pc:spChg chg="add mod">
          <ac:chgData name="Patrick Delmastro" userId="S::patrick.delmastro@aie.edu.au::80153e81-cca5-4785-8329-c43569ff9011" providerId="AD" clId="Web-{E02FE655-A806-ED55-FB87-6EF8D230C696}" dt="2021-09-08T06:31:39.698" v="105" actId="20577"/>
          <ac:spMkLst>
            <pc:docMk/>
            <pc:sldMk cId="2675563025" sldId="316"/>
            <ac:spMk id="17" creationId="{A4C83121-FEAC-44EB-A89E-433D4B9E3B03}"/>
          </ac:spMkLst>
        </pc:spChg>
        <pc:spChg chg="add">
          <ac:chgData name="Patrick Delmastro" userId="S::patrick.delmastro@aie.edu.au::80153e81-cca5-4785-8329-c43569ff9011" providerId="AD" clId="Web-{E02FE655-A806-ED55-FB87-6EF8D230C696}" dt="2021-09-08T06:30:41.540" v="89"/>
          <ac:spMkLst>
            <pc:docMk/>
            <pc:sldMk cId="2675563025" sldId="316"/>
            <ac:spMk id="18" creationId="{376F7AFE-5258-4696-A735-969BCBF3AB0E}"/>
          </ac:spMkLst>
        </pc:spChg>
        <pc:spChg chg="add">
          <ac:chgData name="Patrick Delmastro" userId="S::patrick.delmastro@aie.edu.au::80153e81-cca5-4785-8329-c43569ff9011" providerId="AD" clId="Web-{E02FE655-A806-ED55-FB87-6EF8D230C696}" dt="2021-09-08T06:30:41.540" v="89"/>
          <ac:spMkLst>
            <pc:docMk/>
            <pc:sldMk cId="2675563025" sldId="316"/>
            <ac:spMk id="19" creationId="{6246AD62-27E6-4AB0-B455-85C144C36C8D}"/>
          </ac:spMkLst>
        </pc:spChg>
        <pc:grpChg chg="add mod">
          <ac:chgData name="Patrick Delmastro" userId="S::patrick.delmastro@aie.edu.au::80153e81-cca5-4785-8329-c43569ff9011" providerId="AD" clId="Web-{E02FE655-A806-ED55-FB87-6EF8D230C696}" dt="2021-09-08T06:31:50.901" v="107" actId="1076"/>
          <ac:grpSpMkLst>
            <pc:docMk/>
            <pc:sldMk cId="2675563025" sldId="316"/>
            <ac:grpSpMk id="7" creationId="{1170DA83-7246-4714-A157-6CB30CD9A1E3}"/>
          </ac:grpSpMkLst>
        </pc:grpChg>
        <pc:picChg chg="del">
          <ac:chgData name="Patrick Delmastro" userId="S::patrick.delmastro@aie.edu.au::80153e81-cca5-4785-8329-c43569ff9011" providerId="AD" clId="Web-{E02FE655-A806-ED55-FB87-6EF8D230C696}" dt="2021-09-08T06:30:38.993" v="88"/>
          <ac:picMkLst>
            <pc:docMk/>
            <pc:sldMk cId="2675563025" sldId="316"/>
            <ac:picMk id="2" creationId="{2F3A457C-19ED-4639-8074-F000F430AD7C}"/>
          </ac:picMkLst>
        </pc:picChg>
        <pc:picChg chg="add">
          <ac:chgData name="Patrick Delmastro" userId="S::patrick.delmastro@aie.edu.au::80153e81-cca5-4785-8329-c43569ff9011" providerId="AD" clId="Web-{E02FE655-A806-ED55-FB87-6EF8D230C696}" dt="2021-09-08T06:30:41.540" v="89"/>
          <ac:picMkLst>
            <pc:docMk/>
            <pc:sldMk cId="2675563025" sldId="316"/>
            <ac:picMk id="9" creationId="{0B082035-BD5B-42C3-9C53-0FD7ABBAB7FC}"/>
          </ac:picMkLst>
        </pc:picChg>
        <pc:picChg chg="add">
          <ac:chgData name="Patrick Delmastro" userId="S::patrick.delmastro@aie.edu.au::80153e81-cca5-4785-8329-c43569ff9011" providerId="AD" clId="Web-{E02FE655-A806-ED55-FB87-6EF8D230C696}" dt="2021-09-08T06:30:41.540" v="89"/>
          <ac:picMkLst>
            <pc:docMk/>
            <pc:sldMk cId="2675563025" sldId="316"/>
            <ac:picMk id="10" creationId="{D1222330-B16A-47EF-973B-4B4F8ED0BD8B}"/>
          </ac:picMkLst>
        </pc:picChg>
        <pc:picChg chg="add">
          <ac:chgData name="Patrick Delmastro" userId="S::patrick.delmastro@aie.edu.au::80153e81-cca5-4785-8329-c43569ff9011" providerId="AD" clId="Web-{E02FE655-A806-ED55-FB87-6EF8D230C696}" dt="2021-09-08T06:30:41.540" v="89"/>
          <ac:picMkLst>
            <pc:docMk/>
            <pc:sldMk cId="2675563025" sldId="316"/>
            <ac:picMk id="11" creationId="{AAE61441-5333-44AE-888D-D3EB2F85F5E6}"/>
          </ac:picMkLst>
        </pc:picChg>
        <pc:picChg chg="add">
          <ac:chgData name="Patrick Delmastro" userId="S::patrick.delmastro@aie.edu.au::80153e81-cca5-4785-8329-c43569ff9011" providerId="AD" clId="Web-{E02FE655-A806-ED55-FB87-6EF8D230C696}" dt="2021-09-08T06:30:41.540" v="89"/>
          <ac:picMkLst>
            <pc:docMk/>
            <pc:sldMk cId="2675563025" sldId="316"/>
            <ac:picMk id="12" creationId="{180BDE43-6EA0-4113-A2E3-E763C518E5B4}"/>
          </ac:picMkLst>
        </pc:picChg>
        <pc:cxnChg chg="add">
          <ac:chgData name="Patrick Delmastro" userId="S::patrick.delmastro@aie.edu.au::80153e81-cca5-4785-8329-c43569ff9011" providerId="AD" clId="Web-{E02FE655-A806-ED55-FB87-6EF8D230C696}" dt="2021-09-08T06:30:41.540" v="89"/>
          <ac:cxnSpMkLst>
            <pc:docMk/>
            <pc:sldMk cId="2675563025" sldId="316"/>
            <ac:cxnSpMk id="13" creationId="{32B89695-D599-460F-BBB4-80213D3D2079}"/>
          </ac:cxnSpMkLst>
        </pc:cxnChg>
        <pc:cxnChg chg="add">
          <ac:chgData name="Patrick Delmastro" userId="S::patrick.delmastro@aie.edu.au::80153e81-cca5-4785-8329-c43569ff9011" providerId="AD" clId="Web-{E02FE655-A806-ED55-FB87-6EF8D230C696}" dt="2021-09-08T06:30:41.540" v="89"/>
          <ac:cxnSpMkLst>
            <pc:docMk/>
            <pc:sldMk cId="2675563025" sldId="316"/>
            <ac:cxnSpMk id="14" creationId="{64EF7BFC-1B1E-4C8D-936A-78023692AB27}"/>
          </ac:cxnSpMkLst>
        </pc:cxnChg>
        <pc:cxnChg chg="add">
          <ac:chgData name="Patrick Delmastro" userId="S::patrick.delmastro@aie.edu.au::80153e81-cca5-4785-8329-c43569ff9011" providerId="AD" clId="Web-{E02FE655-A806-ED55-FB87-6EF8D230C696}" dt="2021-09-08T06:30:41.540" v="89"/>
          <ac:cxnSpMkLst>
            <pc:docMk/>
            <pc:sldMk cId="2675563025" sldId="316"/>
            <ac:cxnSpMk id="15" creationId="{B600DDB9-2AFA-4A77-8A8D-3C273293E4E9}"/>
          </ac:cxnSpMkLst>
        </pc:cxnChg>
      </pc:sldChg>
    </pc:docChg>
  </pc:docChgLst>
  <pc:docChgLst>
    <pc:chgData name="Patrick Delmastro" userId="S::patrick.delmastro@aie.edu.au::80153e81-cca5-4785-8329-c43569ff9011" providerId="AD" clId="Web-{0C2B0447-25F6-31EC-2BC8-87E3298D8139}"/>
    <pc:docChg chg="addSld modSld">
      <pc:chgData name="Patrick Delmastro" userId="S::patrick.delmastro@aie.edu.au::80153e81-cca5-4785-8329-c43569ff9011" providerId="AD" clId="Web-{0C2B0447-25F6-31EC-2BC8-87E3298D8139}" dt="2021-06-02T00:45:47.484" v="75"/>
      <pc:docMkLst>
        <pc:docMk/>
      </pc:docMkLst>
      <pc:sldChg chg="modSp">
        <pc:chgData name="Patrick Delmastro" userId="S::patrick.delmastro@aie.edu.au::80153e81-cca5-4785-8329-c43569ff9011" providerId="AD" clId="Web-{0C2B0447-25F6-31EC-2BC8-87E3298D8139}" dt="2021-06-02T00:41:54.029" v="0" actId="1076"/>
        <pc:sldMkLst>
          <pc:docMk/>
          <pc:sldMk cId="0" sldId="265"/>
        </pc:sldMkLst>
        <pc:picChg chg="mod">
          <ac:chgData name="Patrick Delmastro" userId="S::patrick.delmastro@aie.edu.au::80153e81-cca5-4785-8329-c43569ff9011" providerId="AD" clId="Web-{0C2B0447-25F6-31EC-2BC8-87E3298D8139}" dt="2021-06-02T00:41:54.029" v="0" actId="1076"/>
          <ac:picMkLst>
            <pc:docMk/>
            <pc:sldMk cId="0" sldId="265"/>
            <ac:picMk id="370" creationId="{00000000-0000-0000-0000-000000000000}"/>
          </ac:picMkLst>
        </pc:picChg>
      </pc:sldChg>
      <pc:sldChg chg="modSp">
        <pc:chgData name="Patrick Delmastro" userId="S::patrick.delmastro@aie.edu.au::80153e81-cca5-4785-8329-c43569ff9011" providerId="AD" clId="Web-{0C2B0447-25F6-31EC-2BC8-87E3298D8139}" dt="2021-06-02T00:42:13.795" v="2" actId="14100"/>
        <pc:sldMkLst>
          <pc:docMk/>
          <pc:sldMk cId="0" sldId="266"/>
        </pc:sldMkLst>
        <pc:spChg chg="mod">
          <ac:chgData name="Patrick Delmastro" userId="S::patrick.delmastro@aie.edu.au::80153e81-cca5-4785-8329-c43569ff9011" providerId="AD" clId="Web-{0C2B0447-25F6-31EC-2BC8-87E3298D8139}" dt="2021-06-02T00:42:13.795" v="2" actId="14100"/>
          <ac:spMkLst>
            <pc:docMk/>
            <pc:sldMk cId="0" sldId="266"/>
            <ac:spMk id="384" creationId="{00000000-0000-0000-0000-000000000000}"/>
          </ac:spMkLst>
        </pc:spChg>
      </pc:sldChg>
      <pc:sldChg chg="modSp">
        <pc:chgData name="Patrick Delmastro" userId="S::patrick.delmastro@aie.edu.au::80153e81-cca5-4785-8329-c43569ff9011" providerId="AD" clId="Web-{0C2B0447-25F6-31EC-2BC8-87E3298D8139}" dt="2021-06-02T00:43:28.405" v="28" actId="14100"/>
        <pc:sldMkLst>
          <pc:docMk/>
          <pc:sldMk cId="0" sldId="284"/>
        </pc:sldMkLst>
        <pc:spChg chg="mod">
          <ac:chgData name="Patrick Delmastro" userId="S::patrick.delmastro@aie.edu.au::80153e81-cca5-4785-8329-c43569ff9011" providerId="AD" clId="Web-{0C2B0447-25F6-31EC-2BC8-87E3298D8139}" dt="2021-06-02T00:43:14.014" v="24" actId="20577"/>
          <ac:spMkLst>
            <pc:docMk/>
            <pc:sldMk cId="0" sldId="284"/>
            <ac:spMk id="16" creationId="{0FD8B14E-7CCF-42C8-9E9F-051852995464}"/>
          </ac:spMkLst>
        </pc:spChg>
        <pc:spChg chg="mod">
          <ac:chgData name="Patrick Delmastro" userId="S::patrick.delmastro@aie.edu.au::80153e81-cca5-4785-8329-c43569ff9011" providerId="AD" clId="Web-{0C2B0447-25F6-31EC-2BC8-87E3298D8139}" dt="2021-06-02T00:43:28.405" v="28" actId="14100"/>
          <ac:spMkLst>
            <pc:docMk/>
            <pc:sldMk cId="0" sldId="284"/>
            <ac:spMk id="17" creationId="{5AE9912C-98EA-4128-BAF0-91C8BAB6E99F}"/>
          </ac:spMkLst>
        </pc:spChg>
      </pc:sldChg>
      <pc:sldChg chg="modSp">
        <pc:chgData name="Patrick Delmastro" userId="S::patrick.delmastro@aie.edu.au::80153e81-cca5-4785-8329-c43569ff9011" providerId="AD" clId="Web-{0C2B0447-25F6-31EC-2BC8-87E3298D8139}" dt="2021-06-02T00:42:33.748" v="12" actId="20577"/>
        <pc:sldMkLst>
          <pc:docMk/>
          <pc:sldMk cId="1453019925" sldId="291"/>
        </pc:sldMkLst>
        <pc:spChg chg="mod">
          <ac:chgData name="Patrick Delmastro" userId="S::patrick.delmastro@aie.edu.au::80153e81-cca5-4785-8329-c43569ff9011" providerId="AD" clId="Web-{0C2B0447-25F6-31EC-2BC8-87E3298D8139}" dt="2021-06-02T00:42:33.748" v="12" actId="20577"/>
          <ac:spMkLst>
            <pc:docMk/>
            <pc:sldMk cId="1453019925" sldId="291"/>
            <ac:spMk id="401" creationId="{00000000-0000-0000-0000-000000000000}"/>
          </ac:spMkLst>
        </pc:spChg>
      </pc:sldChg>
      <pc:sldChg chg="delSp modSp add replId">
        <pc:chgData name="Patrick Delmastro" userId="S::patrick.delmastro@aie.edu.au::80153e81-cca5-4785-8329-c43569ff9011" providerId="AD" clId="Web-{0C2B0447-25F6-31EC-2BC8-87E3298D8139}" dt="2021-06-02T00:45:47.484" v="75"/>
        <pc:sldMkLst>
          <pc:docMk/>
          <pc:sldMk cId="2678317744" sldId="293"/>
        </pc:sldMkLst>
        <pc:spChg chg="del">
          <ac:chgData name="Patrick Delmastro" userId="S::patrick.delmastro@aie.edu.au::80153e81-cca5-4785-8329-c43569ff9011" providerId="AD" clId="Web-{0C2B0447-25F6-31EC-2BC8-87E3298D8139}" dt="2021-06-02T00:45:43.906" v="73"/>
          <ac:spMkLst>
            <pc:docMk/>
            <pc:sldMk cId="2678317744" sldId="293"/>
            <ac:spMk id="10" creationId="{7BDDA4CE-3CE4-4740-914E-5961E662040E}"/>
          </ac:spMkLst>
        </pc:spChg>
        <pc:spChg chg="mod">
          <ac:chgData name="Patrick Delmastro" userId="S::patrick.delmastro@aie.edu.au::80153e81-cca5-4785-8329-c43569ff9011" providerId="AD" clId="Web-{0C2B0447-25F6-31EC-2BC8-87E3298D8139}" dt="2021-06-02T00:43:18.998" v="26" actId="20577"/>
          <ac:spMkLst>
            <pc:docMk/>
            <pc:sldMk cId="2678317744" sldId="293"/>
            <ac:spMk id="16" creationId="{0FD8B14E-7CCF-42C8-9E9F-051852995464}"/>
          </ac:spMkLst>
        </pc:spChg>
        <pc:spChg chg="mod">
          <ac:chgData name="Patrick Delmastro" userId="S::patrick.delmastro@aie.edu.au::80153e81-cca5-4785-8329-c43569ff9011" providerId="AD" clId="Web-{0C2B0447-25F6-31EC-2BC8-87E3298D8139}" dt="2021-06-02T00:44:33.718" v="59" actId="20577"/>
          <ac:spMkLst>
            <pc:docMk/>
            <pc:sldMk cId="2678317744" sldId="293"/>
            <ac:spMk id="17" creationId="{5AE9912C-98EA-4128-BAF0-91C8BAB6E99F}"/>
          </ac:spMkLst>
        </pc:spChg>
        <pc:spChg chg="del">
          <ac:chgData name="Patrick Delmastro" userId="S::patrick.delmastro@aie.edu.au::80153e81-cca5-4785-8329-c43569ff9011" providerId="AD" clId="Web-{0C2B0447-25F6-31EC-2BC8-87E3298D8139}" dt="2021-06-02T00:45:44.984" v="74"/>
          <ac:spMkLst>
            <pc:docMk/>
            <pc:sldMk cId="2678317744" sldId="293"/>
            <ac:spMk id="19" creationId="{2EF7B2F8-2378-42F1-8952-DD9443D358FE}"/>
          </ac:spMkLst>
        </pc:spChg>
        <pc:spChg chg="del">
          <ac:chgData name="Patrick Delmastro" userId="S::patrick.delmastro@aie.edu.au::80153e81-cca5-4785-8329-c43569ff9011" providerId="AD" clId="Web-{0C2B0447-25F6-31EC-2BC8-87E3298D8139}" dt="2021-06-02T00:45:42.999" v="72"/>
          <ac:spMkLst>
            <pc:docMk/>
            <pc:sldMk cId="2678317744" sldId="293"/>
            <ac:spMk id="21" creationId="{2E312A83-5E9D-4389-9504-2ADA1156B42A}"/>
          </ac:spMkLst>
        </pc:spChg>
        <pc:graphicFrameChg chg="del">
          <ac:chgData name="Patrick Delmastro" userId="S::patrick.delmastro@aie.edu.au::80153e81-cca5-4785-8329-c43569ff9011" providerId="AD" clId="Web-{0C2B0447-25F6-31EC-2BC8-87E3298D8139}" dt="2021-06-02T00:45:41.249" v="71"/>
          <ac:graphicFrameMkLst>
            <pc:docMk/>
            <pc:sldMk cId="2678317744" sldId="293"/>
            <ac:graphicFrameMk id="15" creationId="{A8006ECC-1C52-4E74-801B-E675685C0314}"/>
          </ac:graphicFrameMkLst>
        </pc:graphicFrameChg>
        <pc:graphicFrameChg chg="mod modGraphic">
          <ac:chgData name="Patrick Delmastro" userId="S::patrick.delmastro@aie.edu.au::80153e81-cca5-4785-8329-c43569ff9011" providerId="AD" clId="Web-{0C2B0447-25F6-31EC-2BC8-87E3298D8139}" dt="2021-06-02T00:45:47.484" v="75"/>
          <ac:graphicFrameMkLst>
            <pc:docMk/>
            <pc:sldMk cId="2678317744" sldId="293"/>
            <ac:graphicFrameMk id="18" creationId="{3AE18A4C-3F4A-4EFD-ADDA-2EC5999EFF8A}"/>
          </ac:graphicFrameMkLst>
        </pc:graphicFrameChg>
      </pc:sldChg>
    </pc:docChg>
  </pc:docChgLst>
  <pc:docChgLst>
    <pc:chgData name="Thomas Sinclair" userId="S::thomass@aie.edu.au::ea7e17c6-715c-40d9-8261-37f47b5b9a01" providerId="AD" clId="Web-{E90226DA-54E1-2E45-4BB1-850A5CF16D3C}"/>
    <pc:docChg chg="modSld">
      <pc:chgData name="Thomas Sinclair" userId="S::thomass@aie.edu.au::ea7e17c6-715c-40d9-8261-37f47b5b9a01" providerId="AD" clId="Web-{E90226DA-54E1-2E45-4BB1-850A5CF16D3C}" dt="2020-11-30T03:57:34.275" v="81" actId="20577"/>
      <pc:docMkLst>
        <pc:docMk/>
      </pc:docMkLst>
      <pc:sldChg chg="modSp">
        <pc:chgData name="Thomas Sinclair" userId="S::thomass@aie.edu.au::ea7e17c6-715c-40d9-8261-37f47b5b9a01" providerId="AD" clId="Web-{E90226DA-54E1-2E45-4BB1-850A5CF16D3C}" dt="2020-11-30T03:57:34.275" v="81" actId="20577"/>
        <pc:sldMkLst>
          <pc:docMk/>
          <pc:sldMk cId="2763024996" sldId="287"/>
        </pc:sldMkLst>
        <pc:spChg chg="mod">
          <ac:chgData name="Thomas Sinclair" userId="S::thomass@aie.edu.au::ea7e17c6-715c-40d9-8261-37f47b5b9a01" providerId="AD" clId="Web-{E90226DA-54E1-2E45-4BB1-850A5CF16D3C}" dt="2020-11-30T03:57:34.275" v="81" actId="20577"/>
          <ac:spMkLst>
            <pc:docMk/>
            <pc:sldMk cId="2763024996" sldId="287"/>
            <ac:spMk id="335" creationId="{00000000-0000-0000-0000-000000000000}"/>
          </ac:spMkLst>
        </pc:spChg>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5.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225" y="685800"/>
            <a:ext cx="4572225"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t" anchorCtr="0"/>
          <a:lstStyle>
            <a:lvl1pPr marL="457200" marR="0" lvl="0" indent="-228600" algn="l" rtl="0">
              <a:spcBef>
                <a:spcPts val="0"/>
              </a:spcBef>
              <a:spcAft>
                <a:spcPts val="0"/>
              </a:spcAft>
              <a:buClr>
                <a:schemeClr val="dk1"/>
              </a:buClr>
              <a:buSzPts val="1400"/>
              <a:buFont typeface="Arial"/>
              <a:buNone/>
              <a:defRPr sz="1100" b="0" i="0" u="none" strike="noStrike" cap="none">
                <a:solidFill>
                  <a:schemeClr val="dk1"/>
                </a:solidFill>
                <a:latin typeface="Arial"/>
                <a:ea typeface="Arial"/>
                <a:cs typeface="Arial"/>
                <a:sym typeface="Arial"/>
              </a:defRPr>
            </a:lvl1pPr>
            <a:lvl2pPr marL="914400" marR="0" lvl="1" indent="-228600" algn="l" rtl="0">
              <a:spcBef>
                <a:spcPts val="0"/>
              </a:spcBef>
              <a:spcAft>
                <a:spcPts val="0"/>
              </a:spcAft>
              <a:buClr>
                <a:schemeClr val="dk1"/>
              </a:buClr>
              <a:buSzPts val="1400"/>
              <a:buFont typeface="Arial"/>
              <a:buNone/>
              <a:defRPr sz="1100" b="0" i="0" u="none" strike="noStrike" cap="none">
                <a:solidFill>
                  <a:schemeClr val="dk1"/>
                </a:solidFill>
                <a:latin typeface="Arial"/>
                <a:ea typeface="Arial"/>
                <a:cs typeface="Arial"/>
                <a:sym typeface="Arial"/>
              </a:defRPr>
            </a:lvl2pPr>
            <a:lvl3pPr marL="1371600" marR="0" lvl="2" indent="-228600" algn="l" rtl="0">
              <a:spcBef>
                <a:spcPts val="0"/>
              </a:spcBef>
              <a:spcAft>
                <a:spcPts val="0"/>
              </a:spcAft>
              <a:buClr>
                <a:schemeClr val="dk1"/>
              </a:buClr>
              <a:buSzPts val="1400"/>
              <a:buFont typeface="Arial"/>
              <a:buNone/>
              <a:defRPr sz="1100" b="0" i="0" u="none" strike="noStrike" cap="none">
                <a:solidFill>
                  <a:schemeClr val="dk1"/>
                </a:solidFill>
                <a:latin typeface="Arial"/>
                <a:ea typeface="Arial"/>
                <a:cs typeface="Arial"/>
                <a:sym typeface="Arial"/>
              </a:defRPr>
            </a:lvl3pPr>
            <a:lvl4pPr marL="1828800" marR="0" lvl="3" indent="-228600" algn="l" rtl="0">
              <a:spcBef>
                <a:spcPts val="0"/>
              </a:spcBef>
              <a:spcAft>
                <a:spcPts val="0"/>
              </a:spcAft>
              <a:buClr>
                <a:schemeClr val="dk1"/>
              </a:buClr>
              <a:buSzPts val="1400"/>
              <a:buFont typeface="Arial"/>
              <a:buNone/>
              <a:defRPr sz="1100" b="0" i="0" u="none" strike="noStrike" cap="none">
                <a:solidFill>
                  <a:schemeClr val="dk1"/>
                </a:solidFill>
                <a:latin typeface="Arial"/>
                <a:ea typeface="Arial"/>
                <a:cs typeface="Arial"/>
                <a:sym typeface="Arial"/>
              </a:defRPr>
            </a:lvl4pPr>
            <a:lvl5pPr marL="2286000" marR="0" lvl="4" indent="-228600" algn="l" rtl="0">
              <a:spcBef>
                <a:spcPts val="0"/>
              </a:spcBef>
              <a:spcAft>
                <a:spcPts val="0"/>
              </a:spcAft>
              <a:buClr>
                <a:schemeClr val="dk1"/>
              </a:buClr>
              <a:buSzPts val="1400"/>
              <a:buFont typeface="Arial"/>
              <a:buNone/>
              <a:defRPr sz="1100" b="0" i="0" u="none" strike="noStrike" cap="none">
                <a:solidFill>
                  <a:schemeClr val="dk1"/>
                </a:solidFill>
                <a:latin typeface="Arial"/>
                <a:ea typeface="Arial"/>
                <a:cs typeface="Arial"/>
                <a:sym typeface="Arial"/>
              </a:defRPr>
            </a:lvl5pPr>
            <a:lvl6pPr marL="2743200" marR="0" lvl="5" indent="-228600" algn="l" rtl="0">
              <a:spcBef>
                <a:spcPts val="0"/>
              </a:spcBef>
              <a:spcAft>
                <a:spcPts val="0"/>
              </a:spcAft>
              <a:buClr>
                <a:schemeClr val="dk1"/>
              </a:buClr>
              <a:buSzPts val="1400"/>
              <a:buFont typeface="Arial"/>
              <a:buNone/>
              <a:defRPr sz="1100" b="0" i="0" u="none" strike="noStrike" cap="none">
                <a:solidFill>
                  <a:schemeClr val="dk1"/>
                </a:solidFill>
                <a:latin typeface="Arial"/>
                <a:ea typeface="Arial"/>
                <a:cs typeface="Arial"/>
                <a:sym typeface="Arial"/>
              </a:defRPr>
            </a:lvl6pPr>
            <a:lvl7pPr marL="3200400" marR="0" lvl="6" indent="-228600" algn="l" rtl="0">
              <a:spcBef>
                <a:spcPts val="0"/>
              </a:spcBef>
              <a:spcAft>
                <a:spcPts val="0"/>
              </a:spcAft>
              <a:buClr>
                <a:schemeClr val="dk1"/>
              </a:buClr>
              <a:buSzPts val="1400"/>
              <a:buFont typeface="Arial"/>
              <a:buNone/>
              <a:defRPr sz="1100" b="0" i="0" u="none" strike="noStrike" cap="none">
                <a:solidFill>
                  <a:schemeClr val="dk1"/>
                </a:solidFill>
                <a:latin typeface="Arial"/>
                <a:ea typeface="Arial"/>
                <a:cs typeface="Arial"/>
                <a:sym typeface="Arial"/>
              </a:defRPr>
            </a:lvl7pPr>
            <a:lvl8pPr marL="3657600" marR="0" lvl="7" indent="-228600" algn="l" rtl="0">
              <a:spcBef>
                <a:spcPts val="0"/>
              </a:spcBef>
              <a:spcAft>
                <a:spcPts val="0"/>
              </a:spcAft>
              <a:buClr>
                <a:schemeClr val="dk1"/>
              </a:buClr>
              <a:buSzPts val="1400"/>
              <a:buFont typeface="Arial"/>
              <a:buNone/>
              <a:defRPr sz="1100" b="0" i="0" u="none" strike="noStrike" cap="none">
                <a:solidFill>
                  <a:schemeClr val="dk1"/>
                </a:solidFill>
                <a:latin typeface="Arial"/>
                <a:ea typeface="Arial"/>
                <a:cs typeface="Arial"/>
                <a:sym typeface="Arial"/>
              </a:defRPr>
            </a:lvl8pPr>
            <a:lvl9pPr marL="4114800" marR="0" lvl="8" indent="-228600" algn="l" rtl="0">
              <a:spcBef>
                <a:spcPts val="0"/>
              </a:spcBef>
              <a:spcAft>
                <a:spcPts val="0"/>
              </a:spcAft>
              <a:buClr>
                <a:schemeClr val="dk1"/>
              </a:buClr>
              <a:buSzPts val="1400"/>
              <a:buFont typeface="Arial"/>
              <a:buNone/>
              <a:defRPr sz="1100" b="0" i="0" u="none" strike="noStrike" cap="none">
                <a:solidFill>
                  <a:schemeClr val="dk1"/>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99"/>
        <p:cNvGrpSpPr/>
        <p:nvPr/>
      </p:nvGrpSpPr>
      <p:grpSpPr>
        <a:xfrm>
          <a:off x="0" y="0"/>
          <a:ext cx="0" cy="0"/>
          <a:chOff x="0" y="0"/>
          <a:chExt cx="0" cy="0"/>
        </a:xfrm>
      </p:grpSpPr>
      <p:sp>
        <p:nvSpPr>
          <p:cNvPr id="300" name="Google Shape;300;p3: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01" name="Google Shape;301;p3: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06"/>
        <p:cNvGrpSpPr/>
        <p:nvPr/>
      </p:nvGrpSpPr>
      <p:grpSpPr>
        <a:xfrm>
          <a:off x="0" y="0"/>
          <a:ext cx="0" cy="0"/>
          <a:chOff x="0" y="0"/>
          <a:chExt cx="0" cy="0"/>
        </a:xfrm>
      </p:grpSpPr>
      <p:sp>
        <p:nvSpPr>
          <p:cNvPr id="307" name="Google Shape;307;g2de97bdf7a_1_63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08" name="Google Shape;308;g2de97bdf7a_1_630: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12"/>
        <p:cNvGrpSpPr/>
        <p:nvPr/>
      </p:nvGrpSpPr>
      <p:grpSpPr>
        <a:xfrm>
          <a:off x="0" y="0"/>
          <a:ext cx="0" cy="0"/>
          <a:chOff x="0" y="0"/>
          <a:chExt cx="0" cy="0"/>
        </a:xfrm>
      </p:grpSpPr>
      <p:sp>
        <p:nvSpPr>
          <p:cNvPr id="313" name="Google Shape;313;g2de97bdf7a_1_94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14" name="Google Shape;314;g2de97bdf7a_1_940: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495880052"/>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4"/>
        <p:cNvGrpSpPr/>
        <p:nvPr/>
      </p:nvGrpSpPr>
      <p:grpSpPr>
        <a:xfrm>
          <a:off x="0" y="0"/>
          <a:ext cx="0" cy="0"/>
          <a:chOff x="0" y="0"/>
          <a:chExt cx="0" cy="0"/>
        </a:xfrm>
      </p:grpSpPr>
      <p:sp>
        <p:nvSpPr>
          <p:cNvPr id="325" name="Google Shape;325;g2de97bdf7a_1_7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26" name="Google Shape;326;g2de97bdf7a_1_733: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5"/>
        <p:cNvGrpSpPr/>
        <p:nvPr/>
      </p:nvGrpSpPr>
      <p:grpSpPr>
        <a:xfrm>
          <a:off x="0" y="0"/>
          <a:ext cx="0" cy="0"/>
          <a:chOff x="0" y="0"/>
          <a:chExt cx="0" cy="0"/>
        </a:xfrm>
      </p:grpSpPr>
      <p:sp>
        <p:nvSpPr>
          <p:cNvPr id="416" name="Google Shape;416;g2c8c0532c2_0_35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417" name="Google Shape;417;g2c8c0532c2_0_359: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14"/>
        <p:cNvGrpSpPr/>
        <p:nvPr/>
      </p:nvGrpSpPr>
      <p:grpSpPr>
        <a:xfrm>
          <a:off x="0" y="0"/>
          <a:ext cx="0" cy="0"/>
          <a:chOff x="0" y="0"/>
          <a:chExt cx="0" cy="0"/>
        </a:xfrm>
      </p:grpSpPr>
      <p:sp>
        <p:nvSpPr>
          <p:cNvPr id="215" name="Google Shape;215;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216" name="Google Shape;216;p6: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53182957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5: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275"/>
              <a:buFont typeface="Arial"/>
              <a:buNone/>
            </a:pPr>
            <a:endParaRPr sz="1100" b="0" i="0" u="none" strike="noStrike" cap="none">
              <a:solidFill>
                <a:schemeClr val="dk1"/>
              </a:solidFill>
              <a:latin typeface="Arial"/>
              <a:ea typeface="Arial"/>
              <a:cs typeface="Arial"/>
              <a:sym typeface="Arial"/>
            </a:endParaRPr>
          </a:p>
        </p:txBody>
      </p:sp>
      <p:sp>
        <p:nvSpPr>
          <p:cNvPr id="406" name="Google Shape;406;p5: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8380829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2de97bdf7a_0_3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32" name="Google Shape;332;g2de97bdf7a_0_310: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824049755"/>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5: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275"/>
              <a:buFont typeface="Arial"/>
              <a:buNone/>
            </a:pPr>
            <a:endParaRPr sz="1100" b="0" i="0" u="none" strike="noStrike" cap="none">
              <a:solidFill>
                <a:schemeClr val="dk1"/>
              </a:solidFill>
              <a:latin typeface="Arial"/>
              <a:ea typeface="Arial"/>
              <a:cs typeface="Arial"/>
              <a:sym typeface="Arial"/>
            </a:endParaRPr>
          </a:p>
        </p:txBody>
      </p:sp>
      <p:sp>
        <p:nvSpPr>
          <p:cNvPr id="406" name="Google Shape;406;p5: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9773674"/>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2de97bdf7a_0_3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32" name="Google Shape;332;g2de97bdf7a_0_310: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313676779"/>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30"/>
        <p:cNvGrpSpPr/>
        <p:nvPr/>
      </p:nvGrpSpPr>
      <p:grpSpPr>
        <a:xfrm>
          <a:off x="0" y="0"/>
          <a:ext cx="0" cy="0"/>
          <a:chOff x="0" y="0"/>
          <a:chExt cx="0" cy="0"/>
        </a:xfrm>
      </p:grpSpPr>
      <p:sp>
        <p:nvSpPr>
          <p:cNvPr id="331" name="Google Shape;331;g2de97bdf7a_0_31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32" name="Google Shape;332;g2de97bdf7a_0_310: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342664880"/>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0"/>
        <p:cNvGrpSpPr/>
        <p:nvPr/>
      </p:nvGrpSpPr>
      <p:grpSpPr>
        <a:xfrm>
          <a:off x="0" y="0"/>
          <a:ext cx="0" cy="0"/>
          <a:chOff x="0" y="0"/>
          <a:chExt cx="0" cy="0"/>
        </a:xfrm>
      </p:grpSpPr>
      <p:sp>
        <p:nvSpPr>
          <p:cNvPr id="351" name="Google Shape;351;g2de97bdf7a_1_83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52" name="Google Shape;352;g2de97bdf7a_1_836: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57"/>
        <p:cNvGrpSpPr/>
        <p:nvPr/>
      </p:nvGrpSpPr>
      <p:grpSpPr>
        <a:xfrm>
          <a:off x="0" y="0"/>
          <a:ext cx="0" cy="0"/>
          <a:chOff x="0" y="0"/>
          <a:chExt cx="0" cy="0"/>
        </a:xfrm>
      </p:grpSpPr>
      <p:sp>
        <p:nvSpPr>
          <p:cNvPr id="358" name="Google Shape;358;g2de97bdf7a_1_137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59" name="Google Shape;359;g2de97bdf7a_1_1370: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43"/>
        <p:cNvGrpSpPr/>
        <p:nvPr/>
      </p:nvGrpSpPr>
      <p:grpSpPr>
        <a:xfrm>
          <a:off x="0" y="0"/>
          <a:ext cx="0" cy="0"/>
          <a:chOff x="0" y="0"/>
          <a:chExt cx="0" cy="0"/>
        </a:xfrm>
      </p:grpSpPr>
      <p:sp>
        <p:nvSpPr>
          <p:cNvPr id="344" name="Google Shape;344;g2de97bdf7a_0_20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45" name="Google Shape;345;g2de97bdf7a_0_207: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235"/>
        <p:cNvGrpSpPr/>
        <p:nvPr/>
      </p:nvGrpSpPr>
      <p:grpSpPr>
        <a:xfrm>
          <a:off x="0" y="0"/>
          <a:ext cx="0" cy="0"/>
          <a:chOff x="0" y="0"/>
          <a:chExt cx="0" cy="0"/>
        </a:xfrm>
      </p:grpSpPr>
      <p:sp>
        <p:nvSpPr>
          <p:cNvPr id="236" name="Google Shape;236;g2c8c0532c2_0_10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237" name="Google Shape;237;g2c8c0532c2_0_105: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64"/>
        <p:cNvGrpSpPr/>
        <p:nvPr/>
      </p:nvGrpSpPr>
      <p:grpSpPr>
        <a:xfrm>
          <a:off x="0" y="0"/>
          <a:ext cx="0" cy="0"/>
          <a:chOff x="0" y="0"/>
          <a:chExt cx="0" cy="0"/>
        </a:xfrm>
      </p:grpSpPr>
      <p:sp>
        <p:nvSpPr>
          <p:cNvPr id="365" name="Google Shape;365;p2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66" name="Google Shape;366;p21: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521713687"/>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79"/>
        <p:cNvGrpSpPr/>
        <p:nvPr/>
      </p:nvGrpSpPr>
      <p:grpSpPr>
        <a:xfrm>
          <a:off x="0" y="0"/>
          <a:ext cx="0" cy="0"/>
          <a:chOff x="0" y="0"/>
          <a:chExt cx="0" cy="0"/>
        </a:xfrm>
      </p:grpSpPr>
      <p:sp>
        <p:nvSpPr>
          <p:cNvPr id="380" name="Google Shape;380;g2de97bdf7a_1_170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81" name="Google Shape;381;g2de97bdf7a_1_1708: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89"/>
        <p:cNvGrpSpPr/>
        <p:nvPr/>
      </p:nvGrpSpPr>
      <p:grpSpPr>
        <a:xfrm>
          <a:off x="0" y="0"/>
          <a:ext cx="0" cy="0"/>
          <a:chOff x="0" y="0"/>
          <a:chExt cx="0" cy="0"/>
        </a:xfrm>
      </p:grpSpPr>
      <p:sp>
        <p:nvSpPr>
          <p:cNvPr id="390" name="Google Shape;390;p2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91" name="Google Shape;391;p22: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2c8c0532c2_0_6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23" name="Google Shape;323;g2c8c0532c2_0_601: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55726412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2c8c0532c2_0_6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23" name="Google Shape;323;g2c8c0532c2_0_601: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5: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275"/>
              <a:buFont typeface="Arial"/>
              <a:buNone/>
            </a:pPr>
            <a:endParaRPr sz="1100" b="0" i="0" u="none" strike="noStrike" cap="none">
              <a:solidFill>
                <a:schemeClr val="dk1"/>
              </a:solidFill>
              <a:latin typeface="Arial"/>
              <a:ea typeface="Arial"/>
              <a:cs typeface="Arial"/>
              <a:sym typeface="Arial"/>
            </a:endParaRPr>
          </a:p>
        </p:txBody>
      </p:sp>
      <p:sp>
        <p:nvSpPr>
          <p:cNvPr id="406" name="Google Shape;406;p5: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9773674"/>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17"/>
        <p:cNvGrpSpPr/>
        <p:nvPr/>
      </p:nvGrpSpPr>
      <p:grpSpPr>
        <a:xfrm>
          <a:off x="0" y="0"/>
          <a:ext cx="0" cy="0"/>
          <a:chOff x="0" y="0"/>
          <a:chExt cx="0" cy="0"/>
        </a:xfrm>
      </p:grpSpPr>
      <p:sp>
        <p:nvSpPr>
          <p:cNvPr id="418" name="Google Shape;418;g2de97bdf7a_1_1480: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419" name="Google Shape;419;g2de97bdf7a_1_1480: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2c8c0532c2_0_6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23" name="Google Shape;323;g2c8c0532c2_0_601: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775358357"/>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5"/>
        <p:cNvGrpSpPr/>
        <p:nvPr/>
      </p:nvGrpSpPr>
      <p:grpSpPr>
        <a:xfrm>
          <a:off x="0" y="0"/>
          <a:ext cx="0" cy="0"/>
          <a:chOff x="0" y="0"/>
          <a:chExt cx="0" cy="0"/>
        </a:xfrm>
      </p:grpSpPr>
      <p:sp>
        <p:nvSpPr>
          <p:cNvPr id="426" name="Google Shape;426;g35304441cd_0_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427" name="Google Shape;427;g35304441cd_0_1: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2c8c0532c2_0_6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23" name="Google Shape;323;g2c8c0532c2_0_601: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517353240"/>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321"/>
        <p:cNvGrpSpPr/>
        <p:nvPr/>
      </p:nvGrpSpPr>
      <p:grpSpPr>
        <a:xfrm>
          <a:off x="0" y="0"/>
          <a:ext cx="0" cy="0"/>
          <a:chOff x="0" y="0"/>
          <a:chExt cx="0" cy="0"/>
        </a:xfrm>
      </p:grpSpPr>
      <p:sp>
        <p:nvSpPr>
          <p:cNvPr id="322" name="Google Shape;322;g2c8c0532c2_0_60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323" name="Google Shape;323;g2c8c0532c2_0_601: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146450884"/>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47"/>
        <p:cNvGrpSpPr/>
        <p:nvPr/>
      </p:nvGrpSpPr>
      <p:grpSpPr>
        <a:xfrm>
          <a:off x="0" y="0"/>
          <a:ext cx="0" cy="0"/>
          <a:chOff x="0" y="0"/>
          <a:chExt cx="0" cy="0"/>
        </a:xfrm>
      </p:grpSpPr>
      <p:sp>
        <p:nvSpPr>
          <p:cNvPr id="448" name="Google Shape;448;g2de97bdf7a_0_41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449" name="Google Shape;449;g2de97bdf7a_0_415: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5: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275"/>
              <a:buFont typeface="Arial"/>
              <a:buNone/>
            </a:pPr>
            <a:endParaRPr sz="1100" b="0" i="0" u="none" strike="noStrike" cap="none">
              <a:solidFill>
                <a:schemeClr val="dk1"/>
              </a:solidFill>
              <a:latin typeface="Arial"/>
              <a:ea typeface="Arial"/>
              <a:cs typeface="Arial"/>
              <a:sym typeface="Arial"/>
            </a:endParaRPr>
          </a:p>
        </p:txBody>
      </p:sp>
      <p:sp>
        <p:nvSpPr>
          <p:cNvPr id="406" name="Google Shape;406;p5: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264123969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63"/>
        <p:cNvGrpSpPr/>
        <p:nvPr/>
      </p:nvGrpSpPr>
      <p:grpSpPr>
        <a:xfrm>
          <a:off x="0" y="0"/>
          <a:ext cx="0" cy="0"/>
          <a:chOff x="0" y="0"/>
          <a:chExt cx="0" cy="0"/>
        </a:xfrm>
      </p:grpSpPr>
      <p:sp>
        <p:nvSpPr>
          <p:cNvPr id="464" name="Google Shape;464;g2de97bdf7a_1_105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465" name="Google Shape;465;g2de97bdf7a_1_1054: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04"/>
        <p:cNvGrpSpPr/>
        <p:nvPr/>
      </p:nvGrpSpPr>
      <p:grpSpPr>
        <a:xfrm>
          <a:off x="0" y="0"/>
          <a:ext cx="0" cy="0"/>
          <a:chOff x="0" y="0"/>
          <a:chExt cx="0" cy="0"/>
        </a:xfrm>
      </p:grpSpPr>
      <p:sp>
        <p:nvSpPr>
          <p:cNvPr id="405" name="Google Shape;405;p5:notes"/>
          <p:cNvSpPr txBox="1">
            <a:spLocks noGrp="1"/>
          </p:cNvSpPr>
          <p:nvPr>
            <p:ph type="body" idx="1"/>
          </p:nvPr>
        </p:nvSpPr>
        <p:spPr>
          <a:xfrm>
            <a:off x="685800" y="4343400"/>
            <a:ext cx="5486399"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275"/>
              <a:buFont typeface="Arial"/>
              <a:buNone/>
            </a:pPr>
            <a:endParaRPr sz="1100" b="0" i="0" u="none" strike="noStrike" cap="none">
              <a:solidFill>
                <a:schemeClr val="dk1"/>
              </a:solidFill>
              <a:latin typeface="Arial"/>
              <a:ea typeface="Arial"/>
              <a:cs typeface="Arial"/>
              <a:sym typeface="Arial"/>
            </a:endParaRPr>
          </a:p>
        </p:txBody>
      </p:sp>
      <p:sp>
        <p:nvSpPr>
          <p:cNvPr id="406" name="Google Shape;406;p5: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extLst>
      <p:ext uri="{BB962C8B-B14F-4D97-AF65-F5344CB8AC3E}">
        <p14:creationId xmlns:p14="http://schemas.microsoft.com/office/powerpoint/2010/main" val="399773674"/>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73"/>
        <p:cNvGrpSpPr/>
        <p:nvPr/>
      </p:nvGrpSpPr>
      <p:grpSpPr>
        <a:xfrm>
          <a:off x="0" y="0"/>
          <a:ext cx="0" cy="0"/>
          <a:chOff x="0" y="0"/>
          <a:chExt cx="0" cy="0"/>
        </a:xfrm>
      </p:grpSpPr>
      <p:sp>
        <p:nvSpPr>
          <p:cNvPr id="474" name="Google Shape;474;g2de97bdf7a_1_21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ctr" anchorCtr="0">
            <a:noAutofit/>
          </a:bodyPr>
          <a:lstStyle/>
          <a:p>
            <a:pPr marL="0" marR="0" lvl="0" indent="0" algn="l" rtl="0">
              <a:spcBef>
                <a:spcPts val="0"/>
              </a:spcBef>
              <a:spcAft>
                <a:spcPts val="0"/>
              </a:spcAft>
              <a:buClr>
                <a:schemeClr val="dk1"/>
              </a:buClr>
              <a:buSzPts val="1400"/>
              <a:buFont typeface="Arial"/>
              <a:buNone/>
            </a:pPr>
            <a:endParaRPr sz="1100" b="0" i="0" u="none" strike="noStrike" cap="none">
              <a:solidFill>
                <a:schemeClr val="dk1"/>
              </a:solidFill>
              <a:latin typeface="Arial"/>
              <a:ea typeface="Arial"/>
              <a:cs typeface="Arial"/>
              <a:sym typeface="Arial"/>
            </a:endParaRPr>
          </a:p>
        </p:txBody>
      </p:sp>
      <p:sp>
        <p:nvSpPr>
          <p:cNvPr id="475" name="Google Shape;475;g2de97bdf7a_1_211:notes"/>
          <p:cNvSpPr>
            <a:spLocks noGrp="1" noRot="1" noChangeAspect="1"/>
          </p:cNvSpPr>
          <p:nvPr>
            <p:ph type="sldImg" idx="2"/>
          </p:nvPr>
        </p:nvSpPr>
        <p:spPr>
          <a:xfrm>
            <a:off x="381000" y="685800"/>
            <a:ext cx="6096000" cy="3429000"/>
          </a:xfrm>
          <a:custGeom>
            <a:avLst/>
            <a:gdLst/>
            <a:ahLst/>
            <a:cxnLst/>
            <a:rect l="0" t="0" r="0" b="0"/>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48.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Master" Target="../slideMasters/slideMaster4.xml"/></Relationships>
</file>

<file path=ppt/slideLayouts/_rels/slideLayout4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0.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1.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2.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3.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4.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5.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7.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8.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59.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755575" y="771550"/>
            <a:ext cx="7632848" cy="1728191"/>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48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12" name="Google Shape;12;p2"/>
          <p:cNvSpPr txBox="1">
            <a:spLocks noGrp="1"/>
          </p:cNvSpPr>
          <p:nvPr>
            <p:ph type="subTitle" idx="1"/>
          </p:nvPr>
        </p:nvSpPr>
        <p:spPr>
          <a:xfrm>
            <a:off x="755575" y="2571750"/>
            <a:ext cx="6400799" cy="1314448"/>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560"/>
              </a:spcBef>
              <a:spcAft>
                <a:spcPts val="0"/>
              </a:spcAft>
              <a:buClr>
                <a:srgbClr val="92D050"/>
              </a:buClr>
              <a:buSzPts val="2800"/>
              <a:buFont typeface="Arial"/>
              <a:buNone/>
              <a:defRPr sz="2800" b="0" i="0" u="none" strike="noStrike" cap="none">
                <a:solidFill>
                  <a:schemeClr val="lt1"/>
                </a:solidFill>
                <a:latin typeface="Calibri"/>
                <a:ea typeface="Calibri"/>
                <a:cs typeface="Calibri"/>
                <a:sym typeface="Calibri"/>
              </a:defRPr>
            </a:lvl1pPr>
            <a:lvl2pPr marL="457200" marR="0" lvl="1" indent="0" algn="ctr" rtl="0">
              <a:lnSpc>
                <a:spcPct val="100000"/>
              </a:lnSpc>
              <a:spcBef>
                <a:spcPts val="480"/>
              </a:spcBef>
              <a:spcAft>
                <a:spcPts val="0"/>
              </a:spcAft>
              <a:buClr>
                <a:srgbClr val="00B0F0"/>
              </a:buClr>
              <a:buSzPts val="2400"/>
              <a:buFont typeface="Arial"/>
              <a:buNone/>
              <a:defRPr sz="2400" b="0" i="0" u="none" strike="noStrike" cap="none">
                <a:solidFill>
                  <a:srgbClr val="888888"/>
                </a:solidFill>
                <a:latin typeface="Calibri"/>
                <a:ea typeface="Calibri"/>
                <a:cs typeface="Calibri"/>
                <a:sym typeface="Calibri"/>
              </a:defRPr>
            </a:lvl2pPr>
            <a:lvl3pPr marL="914400" marR="0" lvl="2"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3pPr>
            <a:lvl4pPr marL="1371600" marR="0" lvl="3" indent="0"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4pPr>
            <a:lvl5pPr marL="1828800" marR="0" lvl="4" indent="0"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5pPr>
            <a:lvl6pPr marL="2286000" marR="0" lvl="5"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2743200" marR="0" lvl="6"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200400" marR="0" lvl="7"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3657600" marR="0" lvl="8"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13" name="Google Shape;13;p2"/>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2"/>
          <p:cNvSpPr txBox="1">
            <a:spLocks noGrp="1"/>
          </p:cNvSpPr>
          <p:nvPr>
            <p:ph type="sldNum" idx="12"/>
          </p:nvPr>
        </p:nvSpPr>
        <p:spPr>
          <a:xfrm>
            <a:off x="6553200" y="4767262"/>
            <a:ext cx="2133598" cy="27384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18" name="Google Shape;18;p3"/>
          <p:cNvSpPr txBox="1">
            <a:spLocks noGrp="1"/>
          </p:cNvSpPr>
          <p:nvPr>
            <p:ph type="body" idx="1"/>
          </p:nvPr>
        </p:nvSpPr>
        <p:spPr>
          <a:xfrm>
            <a:off x="323528" y="1200150"/>
            <a:ext cx="8064896" cy="3394472"/>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9" name="Google Shape;19;p3"/>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3"/>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1" name="Google Shape;21;p3"/>
          <p:cNvSpPr txBox="1">
            <a:spLocks noGrp="1"/>
          </p:cNvSpPr>
          <p:nvPr>
            <p:ph type="sldNum" idx="12"/>
          </p:nvPr>
        </p:nvSpPr>
        <p:spPr>
          <a:xfrm>
            <a:off x="6553200" y="4767262"/>
            <a:ext cx="2133598" cy="27384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wo Content 1">
  <p:cSld name="Two Content 1">
    <p:bg>
      <p:bgPr>
        <a:blipFill rotWithShape="1">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4"/>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4" name="Google Shape;24;p4"/>
          <p:cNvSpPr txBox="1">
            <a:spLocks noGrp="1"/>
          </p:cNvSpPr>
          <p:nvPr>
            <p:ph type="body" idx="1"/>
          </p:nvPr>
        </p:nvSpPr>
        <p:spPr>
          <a:xfrm>
            <a:off x="323528" y="1203598"/>
            <a:ext cx="4104599"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 name="Google Shape;25;p4"/>
          <p:cNvSpPr txBox="1">
            <a:spLocks noGrp="1"/>
          </p:cNvSpPr>
          <p:nvPr>
            <p:ph type="dt" idx="10"/>
          </p:nvPr>
        </p:nvSpPr>
        <p:spPr>
          <a:xfrm>
            <a:off x="1187624" y="4731989"/>
            <a:ext cx="2133599"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4"/>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7" name="Google Shape;27;p4"/>
          <p:cNvSpPr txBox="1">
            <a:spLocks noGrp="1"/>
          </p:cNvSpPr>
          <p:nvPr>
            <p:ph type="sldNum" idx="12"/>
          </p:nvPr>
        </p:nvSpPr>
        <p:spPr>
          <a:xfrm>
            <a:off x="6804246" y="4731989"/>
            <a:ext cx="1944300" cy="2739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28" name="Google Shape;28;p4"/>
          <p:cNvSpPr txBox="1">
            <a:spLocks noGrp="1"/>
          </p:cNvSpPr>
          <p:nvPr>
            <p:ph type="body" idx="2"/>
          </p:nvPr>
        </p:nvSpPr>
        <p:spPr>
          <a:xfrm>
            <a:off x="4582344" y="1203598"/>
            <a:ext cx="4104599"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457200" y="204785"/>
            <a:ext cx="3008313" cy="871538"/>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31" name="Google Shape;31;p5"/>
          <p:cNvSpPr txBox="1">
            <a:spLocks noGrp="1"/>
          </p:cNvSpPr>
          <p:nvPr>
            <p:ph type="body" idx="1"/>
          </p:nvPr>
        </p:nvSpPr>
        <p:spPr>
          <a:xfrm>
            <a:off x="3575050" y="1076325"/>
            <a:ext cx="5111750" cy="3518296"/>
          </a:xfrm>
          <a:prstGeom prst="rect">
            <a:avLst/>
          </a:prstGeom>
          <a:noFill/>
          <a:ln>
            <a:noFill/>
          </a:ln>
        </p:spPr>
        <p:txBody>
          <a:bodyPr spcFirstLastPara="1" wrap="square" lIns="91425" tIns="91425" rIns="91425" bIns="91425" anchor="t" anchorCtr="0"/>
          <a:lstStyle>
            <a:lvl1pPr marL="457200" marR="0" lvl="0" indent="-431800" algn="l" rtl="0">
              <a:lnSpc>
                <a:spcPct val="100000"/>
              </a:lnSpc>
              <a:spcBef>
                <a:spcPts val="640"/>
              </a:spcBef>
              <a:spcAft>
                <a:spcPts val="0"/>
              </a:spcAft>
              <a:buClr>
                <a:srgbClr val="92D050"/>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rgbClr val="00B0F0"/>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2" name="Google Shape;32;p5"/>
          <p:cNvSpPr txBox="1">
            <a:spLocks noGrp="1"/>
          </p:cNvSpPr>
          <p:nvPr>
            <p:ph type="body" idx="2"/>
          </p:nvPr>
        </p:nvSpPr>
        <p:spPr>
          <a:xfrm>
            <a:off x="457200" y="1076325"/>
            <a:ext cx="3008313" cy="3518296"/>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33" name="Google Shape;33;p5"/>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5"/>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5"/>
          <p:cNvSpPr txBox="1">
            <a:spLocks noGrp="1"/>
          </p:cNvSpPr>
          <p:nvPr>
            <p:ph type="sldNum" idx="12"/>
          </p:nvPr>
        </p:nvSpPr>
        <p:spPr>
          <a:xfrm>
            <a:off x="6553200" y="4767262"/>
            <a:ext cx="2133598" cy="27384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Content with Caption 1">
  <p:cSld name="Content with Caption 1">
    <p:bg>
      <p:bgPr>
        <a:blipFill rotWithShape="1">
          <a:blip r:embed="rId2">
            <a:alphaModFix/>
          </a:blip>
          <a:stretch>
            <a:fillRect/>
          </a:stretch>
        </a:blipFill>
        <a:effectLst/>
      </p:bgPr>
    </p:bg>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457200" y="204786"/>
            <a:ext cx="3008399" cy="871499"/>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38" name="Google Shape;38;p6"/>
          <p:cNvSpPr txBox="1">
            <a:spLocks noGrp="1"/>
          </p:cNvSpPr>
          <p:nvPr>
            <p:ph type="body" idx="1"/>
          </p:nvPr>
        </p:nvSpPr>
        <p:spPr>
          <a:xfrm>
            <a:off x="3575050" y="1076325"/>
            <a:ext cx="5111699" cy="3518399"/>
          </a:xfrm>
          <a:prstGeom prst="rect">
            <a:avLst/>
          </a:prstGeom>
          <a:noFill/>
          <a:ln>
            <a:noFill/>
          </a:ln>
        </p:spPr>
        <p:txBody>
          <a:bodyPr spcFirstLastPara="1" wrap="square" lIns="91425" tIns="91425" rIns="91425" bIns="91425" anchor="t" anchorCtr="0"/>
          <a:lstStyle>
            <a:lvl1pPr marL="457200" marR="0" lvl="0" indent="-431800" algn="l" rtl="0">
              <a:lnSpc>
                <a:spcPct val="100000"/>
              </a:lnSpc>
              <a:spcBef>
                <a:spcPts val="640"/>
              </a:spcBef>
              <a:spcAft>
                <a:spcPts val="0"/>
              </a:spcAft>
              <a:buClr>
                <a:srgbClr val="92D050"/>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rgbClr val="00B0F0"/>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9" name="Google Shape;39;p6"/>
          <p:cNvSpPr txBox="1">
            <a:spLocks noGrp="1"/>
          </p:cNvSpPr>
          <p:nvPr>
            <p:ph type="body" idx="2"/>
          </p:nvPr>
        </p:nvSpPr>
        <p:spPr>
          <a:xfrm>
            <a:off x="457200" y="1076325"/>
            <a:ext cx="3008399" cy="3518399"/>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40" name="Google Shape;40;p6"/>
          <p:cNvSpPr txBox="1">
            <a:spLocks noGrp="1"/>
          </p:cNvSpPr>
          <p:nvPr>
            <p:ph type="dt" idx="10"/>
          </p:nvPr>
        </p:nvSpPr>
        <p:spPr>
          <a:xfrm>
            <a:off x="1187624" y="4731989"/>
            <a:ext cx="2133599"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1" name="Google Shape;41;p6"/>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2" name="Google Shape;42;p6"/>
          <p:cNvSpPr txBox="1">
            <a:spLocks noGrp="1"/>
          </p:cNvSpPr>
          <p:nvPr>
            <p:ph type="sldNum" idx="12"/>
          </p:nvPr>
        </p:nvSpPr>
        <p:spPr>
          <a:xfrm>
            <a:off x="6553200" y="4767262"/>
            <a:ext cx="2133599"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45" name="Google Shape;45;p7"/>
          <p:cNvSpPr txBox="1">
            <a:spLocks noGrp="1"/>
          </p:cNvSpPr>
          <p:nvPr>
            <p:ph type="body" idx="1"/>
          </p:nvPr>
        </p:nvSpPr>
        <p:spPr>
          <a:xfrm>
            <a:off x="323528" y="1200150"/>
            <a:ext cx="8064899" cy="33945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46" name="Google Shape;46;p7"/>
          <p:cNvSpPr txBox="1">
            <a:spLocks noGrp="1"/>
          </p:cNvSpPr>
          <p:nvPr>
            <p:ph type="dt" idx="10"/>
          </p:nvPr>
        </p:nvSpPr>
        <p:spPr>
          <a:xfrm>
            <a:off x="1187624" y="4731989"/>
            <a:ext cx="2133599"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7"/>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7"/>
          <p:cNvSpPr txBox="1">
            <a:spLocks noGrp="1"/>
          </p:cNvSpPr>
          <p:nvPr>
            <p:ph type="sldNum" idx="12"/>
          </p:nvPr>
        </p:nvSpPr>
        <p:spPr>
          <a:xfrm>
            <a:off x="6553200" y="4767262"/>
            <a:ext cx="2133599"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67543" y="1608658"/>
            <a:ext cx="7772400" cy="1021554"/>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0"/>
              </a:spcBef>
              <a:spcAft>
                <a:spcPts val="0"/>
              </a:spcAft>
              <a:buClr>
                <a:srgbClr val="00B0F0"/>
              </a:buClr>
              <a:buSzPts val="1400"/>
              <a:buFont typeface="Calibri"/>
              <a:buNone/>
              <a:defRPr sz="4000" b="1"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51" name="Google Shape;51;p8"/>
          <p:cNvSpPr txBox="1">
            <a:spLocks noGrp="1"/>
          </p:cNvSpPr>
          <p:nvPr>
            <p:ph type="body" idx="1"/>
          </p:nvPr>
        </p:nvSpPr>
        <p:spPr>
          <a:xfrm>
            <a:off x="467543" y="483518"/>
            <a:ext cx="7772400" cy="1125140"/>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00"/>
              </a:spcBef>
              <a:spcAft>
                <a:spcPts val="0"/>
              </a:spcAft>
              <a:buClr>
                <a:srgbClr val="92D050"/>
              </a:buClr>
              <a:buSzPts val="2800"/>
              <a:buFont typeface="Arial"/>
              <a:buNone/>
              <a:defRPr sz="2000" b="0" i="0" u="none" strike="noStrike" cap="none">
                <a:solidFill>
                  <a:srgbClr val="888888"/>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B0F0"/>
              </a:buClr>
              <a:buSzPts val="2400"/>
              <a:buFont typeface="Arial"/>
              <a:buNone/>
              <a:defRPr sz="1800" b="0" i="0" u="none" strike="noStrike" cap="none">
                <a:solidFill>
                  <a:srgbClr val="888888"/>
                </a:solidFill>
                <a:latin typeface="Calibri"/>
                <a:ea typeface="Calibri"/>
                <a:cs typeface="Calibri"/>
                <a:sym typeface="Calibri"/>
              </a:defRPr>
            </a:lvl2pPr>
            <a:lvl3pPr marL="1371600" marR="0" lvl="2" indent="-228600" algn="l" rtl="0">
              <a:lnSpc>
                <a:spcPct val="100000"/>
              </a:lnSpc>
              <a:spcBef>
                <a:spcPts val="320"/>
              </a:spcBef>
              <a:spcAft>
                <a:spcPts val="0"/>
              </a:spcAft>
              <a:buClr>
                <a:srgbClr val="888888"/>
              </a:buClr>
              <a:buSzPts val="2000"/>
              <a:buFont typeface="Arial"/>
              <a:buNone/>
              <a:defRPr sz="1600" b="0" i="0" u="none" strike="noStrike" cap="none">
                <a:solidFill>
                  <a:srgbClr val="888888"/>
                </a:solidFill>
                <a:latin typeface="Calibri"/>
                <a:ea typeface="Calibri"/>
                <a:cs typeface="Calibri"/>
                <a:sym typeface="Calibri"/>
              </a:defRPr>
            </a:lvl3pPr>
            <a:lvl4pPr marL="1828800" marR="0" lvl="3" indent="-228600" algn="l" rtl="0">
              <a:lnSpc>
                <a:spcPct val="100000"/>
              </a:lnSpc>
              <a:spcBef>
                <a:spcPts val="280"/>
              </a:spcBef>
              <a:spcAft>
                <a:spcPts val="0"/>
              </a:spcAft>
              <a:buClr>
                <a:srgbClr val="888888"/>
              </a:buClr>
              <a:buSzPts val="1800"/>
              <a:buFont typeface="Arial"/>
              <a:buNone/>
              <a:defRPr sz="1400" b="0" i="0" u="none" strike="noStrike" cap="none">
                <a:solidFill>
                  <a:srgbClr val="888888"/>
                </a:solidFill>
                <a:latin typeface="Calibri"/>
                <a:ea typeface="Calibri"/>
                <a:cs typeface="Calibri"/>
                <a:sym typeface="Calibri"/>
              </a:defRPr>
            </a:lvl4pPr>
            <a:lvl5pPr marL="2286000" marR="0" lvl="4" indent="-228600" algn="l" rtl="0">
              <a:lnSpc>
                <a:spcPct val="100000"/>
              </a:lnSpc>
              <a:spcBef>
                <a:spcPts val="280"/>
              </a:spcBef>
              <a:spcAft>
                <a:spcPts val="0"/>
              </a:spcAft>
              <a:buClr>
                <a:srgbClr val="888888"/>
              </a:buClr>
              <a:buSzPts val="1800"/>
              <a:buFont typeface="Arial"/>
              <a:buNone/>
              <a:defRPr sz="1400" b="0" i="0" u="none" strike="noStrike" cap="none">
                <a:solidFill>
                  <a:srgbClr val="888888"/>
                </a:solidFill>
                <a:latin typeface="Calibri"/>
                <a:ea typeface="Calibri"/>
                <a:cs typeface="Calibri"/>
                <a:sym typeface="Calibri"/>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9pPr>
          </a:lstStyle>
          <a:p>
            <a:endParaRPr/>
          </a:p>
        </p:txBody>
      </p:sp>
      <p:sp>
        <p:nvSpPr>
          <p:cNvPr id="52" name="Google Shape;52;p8"/>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8"/>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p8"/>
          <p:cNvSpPr txBox="1">
            <a:spLocks noGrp="1"/>
          </p:cNvSpPr>
          <p:nvPr>
            <p:ph type="sldNum" idx="12"/>
          </p:nvPr>
        </p:nvSpPr>
        <p:spPr>
          <a:xfrm>
            <a:off x="6553200" y="4767262"/>
            <a:ext cx="2133598" cy="27384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55"/>
        <p:cNvGrpSpPr/>
        <p:nvPr/>
      </p:nvGrpSpPr>
      <p:grpSpPr>
        <a:xfrm>
          <a:off x="0" y="0"/>
          <a:ext cx="0" cy="0"/>
          <a:chOff x="0" y="0"/>
          <a:chExt cx="0" cy="0"/>
        </a:xfrm>
      </p:grpSpPr>
      <p:sp>
        <p:nvSpPr>
          <p:cNvPr id="56" name="Google Shape;56;p9"/>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57" name="Google Shape;57;p9"/>
          <p:cNvSpPr txBox="1">
            <a:spLocks noGrp="1"/>
          </p:cNvSpPr>
          <p:nvPr>
            <p:ph type="body" idx="1"/>
          </p:nvPr>
        </p:nvSpPr>
        <p:spPr>
          <a:xfrm>
            <a:off x="323528" y="1203598"/>
            <a:ext cx="4104456" cy="3384374"/>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8" name="Google Shape;58;p9"/>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9" name="Google Shape;59;p9"/>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0" name="Google Shape;60;p9"/>
          <p:cNvSpPr txBox="1">
            <a:spLocks noGrp="1"/>
          </p:cNvSpPr>
          <p:nvPr>
            <p:ph type="sldNum" idx="12"/>
          </p:nvPr>
        </p:nvSpPr>
        <p:spPr>
          <a:xfrm>
            <a:off x="6804246" y="4731989"/>
            <a:ext cx="1944216" cy="273842"/>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61" name="Google Shape;61;p9"/>
          <p:cNvSpPr txBox="1">
            <a:spLocks noGrp="1"/>
          </p:cNvSpPr>
          <p:nvPr>
            <p:ph type="body" idx="2"/>
          </p:nvPr>
        </p:nvSpPr>
        <p:spPr>
          <a:xfrm>
            <a:off x="4582344" y="1203598"/>
            <a:ext cx="4104456" cy="3384374"/>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Blank 1">
  <p:cSld name="Blank 1">
    <p:spTree>
      <p:nvGrpSpPr>
        <p:cNvPr id="1" name="Shape 62"/>
        <p:cNvGrpSpPr/>
        <p:nvPr/>
      </p:nvGrpSpPr>
      <p:grpSpPr>
        <a:xfrm>
          <a:off x="0" y="0"/>
          <a:ext cx="0" cy="0"/>
          <a:chOff x="0" y="0"/>
          <a:chExt cx="0" cy="0"/>
        </a:xfrm>
      </p:grpSpPr>
      <p:sp>
        <p:nvSpPr>
          <p:cNvPr id="63" name="Google Shape;63;p10"/>
          <p:cNvSpPr txBox="1">
            <a:spLocks noGrp="1"/>
          </p:cNvSpPr>
          <p:nvPr>
            <p:ph type="dt" idx="10"/>
          </p:nvPr>
        </p:nvSpPr>
        <p:spPr>
          <a:xfrm>
            <a:off x="1187624" y="4731989"/>
            <a:ext cx="2133599"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10"/>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5" name="Google Shape;65;p10"/>
          <p:cNvSpPr txBox="1">
            <a:spLocks noGrp="1"/>
          </p:cNvSpPr>
          <p:nvPr>
            <p:ph type="sldNum" idx="12"/>
          </p:nvPr>
        </p:nvSpPr>
        <p:spPr>
          <a:xfrm>
            <a:off x="6553200" y="4767262"/>
            <a:ext cx="2133599"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66"/>
        <p:cNvGrpSpPr/>
        <p:nvPr/>
      </p:nvGrpSpPr>
      <p:grpSpPr>
        <a:xfrm>
          <a:off x="0" y="0"/>
          <a:ext cx="0" cy="0"/>
          <a:chOff x="0" y="0"/>
          <a:chExt cx="0" cy="0"/>
        </a:xfrm>
      </p:grpSpPr>
      <p:sp>
        <p:nvSpPr>
          <p:cNvPr id="67" name="Google Shape;67;p11"/>
          <p:cNvSpPr txBox="1">
            <a:spLocks noGrp="1"/>
          </p:cNvSpPr>
          <p:nvPr>
            <p:ph type="body" idx="1"/>
          </p:nvPr>
        </p:nvSpPr>
        <p:spPr>
          <a:xfrm>
            <a:off x="4645026" y="1151333"/>
            <a:ext cx="4041773" cy="479820"/>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80"/>
              </a:spcBef>
              <a:spcAft>
                <a:spcPts val="0"/>
              </a:spcAft>
              <a:buClr>
                <a:srgbClr val="92D050"/>
              </a:buClr>
              <a:buSzPts val="2800"/>
              <a:buFont typeface="Arial"/>
              <a:buNone/>
              <a:defRPr sz="2400" b="1"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400"/>
              </a:spcBef>
              <a:spcAft>
                <a:spcPts val="0"/>
              </a:spcAft>
              <a:buClr>
                <a:srgbClr val="00B0F0"/>
              </a:buClr>
              <a:buSzPts val="2400"/>
              <a:buFont typeface="Arial"/>
              <a:buNone/>
              <a:defRPr sz="2000" b="1"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lt1"/>
              </a:buClr>
              <a:buSzPts val="2000"/>
              <a:buFont typeface="Arial"/>
              <a:buNone/>
              <a:defRPr sz="1800" b="1"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68" name="Google Shape;68;p11"/>
          <p:cNvSpPr txBox="1">
            <a:spLocks noGrp="1"/>
          </p:cNvSpPr>
          <p:nvPr>
            <p:ph type="body" idx="2"/>
          </p:nvPr>
        </p:nvSpPr>
        <p:spPr>
          <a:xfrm>
            <a:off x="4645026" y="1631154"/>
            <a:ext cx="4041773" cy="2963464"/>
          </a:xfrm>
          <a:prstGeom prst="rect">
            <a:avLst/>
          </a:prstGeom>
          <a:noFill/>
          <a:ln>
            <a:noFill/>
          </a:ln>
        </p:spPr>
        <p:txBody>
          <a:bodyPr spcFirstLastPara="1" wrap="square" lIns="91425" tIns="91425" rIns="91425" bIns="91425" anchor="t" anchorCtr="0"/>
          <a:lstStyle>
            <a:lvl1pPr marL="457200" marR="0" lvl="0" indent="-381000" algn="l" rtl="0">
              <a:lnSpc>
                <a:spcPct val="100000"/>
              </a:lnSpc>
              <a:spcBef>
                <a:spcPts val="480"/>
              </a:spcBef>
              <a:spcAft>
                <a:spcPts val="0"/>
              </a:spcAft>
              <a:buClr>
                <a:srgbClr val="92D050"/>
              </a:buClr>
              <a:buSzPts val="2400"/>
              <a:buFont typeface="Arial"/>
              <a:buChar char="•"/>
              <a:defRPr sz="2400" b="0" i="0" u="none" strike="noStrike" cap="none">
                <a:solidFill>
                  <a:schemeClr val="lt1"/>
                </a:solidFill>
                <a:latin typeface="Calibri"/>
                <a:ea typeface="Calibri"/>
                <a:cs typeface="Calibri"/>
                <a:sym typeface="Calibri"/>
              </a:defRPr>
            </a:lvl1pPr>
            <a:lvl2pPr marL="914400" marR="0" lvl="1" indent="-355600" algn="l" rtl="0">
              <a:lnSpc>
                <a:spcPct val="100000"/>
              </a:lnSpc>
              <a:spcBef>
                <a:spcPts val="400"/>
              </a:spcBef>
              <a:spcAft>
                <a:spcPts val="0"/>
              </a:spcAft>
              <a:buClr>
                <a:srgbClr val="00B0F0"/>
              </a:buClr>
              <a:buSzPts val="2000"/>
              <a:buFont typeface="Arial"/>
              <a:buChar char="–"/>
              <a:defRPr sz="20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69" name="Google Shape;69;p11"/>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1"/>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1"/>
          <p:cNvSpPr txBox="1">
            <a:spLocks noGrp="1"/>
          </p:cNvSpPr>
          <p:nvPr>
            <p:ph type="sldNum" idx="12"/>
          </p:nvPr>
        </p:nvSpPr>
        <p:spPr>
          <a:xfrm>
            <a:off x="6553200" y="4767262"/>
            <a:ext cx="2133598" cy="27384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72" name="Google Shape;72;p11"/>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73" name="Google Shape;73;p11"/>
          <p:cNvSpPr txBox="1">
            <a:spLocks noGrp="1"/>
          </p:cNvSpPr>
          <p:nvPr>
            <p:ph type="body" idx="3"/>
          </p:nvPr>
        </p:nvSpPr>
        <p:spPr>
          <a:xfrm>
            <a:off x="323528" y="1151333"/>
            <a:ext cx="4041773" cy="479820"/>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80"/>
              </a:spcBef>
              <a:spcAft>
                <a:spcPts val="0"/>
              </a:spcAft>
              <a:buClr>
                <a:srgbClr val="92D050"/>
              </a:buClr>
              <a:buSzPts val="2800"/>
              <a:buFont typeface="Arial"/>
              <a:buNone/>
              <a:defRPr sz="2400" b="1"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400"/>
              </a:spcBef>
              <a:spcAft>
                <a:spcPts val="0"/>
              </a:spcAft>
              <a:buClr>
                <a:srgbClr val="00B0F0"/>
              </a:buClr>
              <a:buSzPts val="2400"/>
              <a:buFont typeface="Arial"/>
              <a:buNone/>
              <a:defRPr sz="2000" b="1"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lt1"/>
              </a:buClr>
              <a:buSzPts val="2000"/>
              <a:buFont typeface="Arial"/>
              <a:buNone/>
              <a:defRPr sz="1800" b="1"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74" name="Google Shape;74;p11"/>
          <p:cNvSpPr txBox="1">
            <a:spLocks noGrp="1"/>
          </p:cNvSpPr>
          <p:nvPr>
            <p:ph type="body" idx="4"/>
          </p:nvPr>
        </p:nvSpPr>
        <p:spPr>
          <a:xfrm>
            <a:off x="323528" y="1631154"/>
            <a:ext cx="4041773" cy="2963464"/>
          </a:xfrm>
          <a:prstGeom prst="rect">
            <a:avLst/>
          </a:prstGeom>
          <a:noFill/>
          <a:ln>
            <a:noFill/>
          </a:ln>
        </p:spPr>
        <p:txBody>
          <a:bodyPr spcFirstLastPara="1" wrap="square" lIns="91425" tIns="91425" rIns="91425" bIns="91425" anchor="t" anchorCtr="0"/>
          <a:lstStyle>
            <a:lvl1pPr marL="457200" marR="0" lvl="0" indent="-381000" algn="l" rtl="0">
              <a:lnSpc>
                <a:spcPct val="100000"/>
              </a:lnSpc>
              <a:spcBef>
                <a:spcPts val="480"/>
              </a:spcBef>
              <a:spcAft>
                <a:spcPts val="0"/>
              </a:spcAft>
              <a:buClr>
                <a:srgbClr val="92D050"/>
              </a:buClr>
              <a:buSzPts val="2400"/>
              <a:buFont typeface="Arial"/>
              <a:buChar char="•"/>
              <a:defRPr sz="2400" b="0" i="0" u="none" strike="noStrike" cap="none">
                <a:solidFill>
                  <a:schemeClr val="lt1"/>
                </a:solidFill>
                <a:latin typeface="Calibri"/>
                <a:ea typeface="Calibri"/>
                <a:cs typeface="Calibri"/>
                <a:sym typeface="Calibri"/>
              </a:defRPr>
            </a:lvl1pPr>
            <a:lvl2pPr marL="914400" marR="0" lvl="1" indent="-355600" algn="l" rtl="0">
              <a:lnSpc>
                <a:spcPct val="100000"/>
              </a:lnSpc>
              <a:spcBef>
                <a:spcPts val="400"/>
              </a:spcBef>
              <a:spcAft>
                <a:spcPts val="0"/>
              </a:spcAft>
              <a:buClr>
                <a:srgbClr val="00B0F0"/>
              </a:buClr>
              <a:buSzPts val="2000"/>
              <a:buFont typeface="Arial"/>
              <a:buChar char="–"/>
              <a:defRPr sz="20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5"/>
        <p:cNvGrpSpPr/>
        <p:nvPr/>
      </p:nvGrpSpPr>
      <p:grpSpPr>
        <a:xfrm>
          <a:off x="0" y="0"/>
          <a:ext cx="0" cy="0"/>
          <a:chOff x="0" y="0"/>
          <a:chExt cx="0" cy="0"/>
        </a:xfrm>
      </p:grpSpPr>
      <p:sp>
        <p:nvSpPr>
          <p:cNvPr id="76" name="Google Shape;76;p12"/>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77" name="Google Shape;77;p12"/>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8" name="Google Shape;78;p12"/>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9" name="Google Shape;79;p12"/>
          <p:cNvSpPr txBox="1">
            <a:spLocks noGrp="1"/>
          </p:cNvSpPr>
          <p:nvPr>
            <p:ph type="sldNum" idx="12"/>
          </p:nvPr>
        </p:nvSpPr>
        <p:spPr>
          <a:xfrm>
            <a:off x="6553200" y="4767262"/>
            <a:ext cx="2133598" cy="27384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3"/>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3"/>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3"/>
          <p:cNvSpPr txBox="1">
            <a:spLocks noGrp="1"/>
          </p:cNvSpPr>
          <p:nvPr>
            <p:ph type="sldNum" idx="12"/>
          </p:nvPr>
        </p:nvSpPr>
        <p:spPr>
          <a:xfrm>
            <a:off x="6553200" y="4767262"/>
            <a:ext cx="2133598" cy="27384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4"/>
        <p:cNvGrpSpPr/>
        <p:nvPr/>
      </p:nvGrpSpPr>
      <p:grpSpPr>
        <a:xfrm>
          <a:off x="0" y="0"/>
          <a:ext cx="0" cy="0"/>
          <a:chOff x="0" y="0"/>
          <a:chExt cx="0" cy="0"/>
        </a:xfrm>
      </p:grpSpPr>
      <p:sp>
        <p:nvSpPr>
          <p:cNvPr id="85" name="Google Shape;85;p14"/>
          <p:cNvSpPr txBox="1">
            <a:spLocks noGrp="1"/>
          </p:cNvSpPr>
          <p:nvPr>
            <p:ph type="title"/>
          </p:nvPr>
        </p:nvSpPr>
        <p:spPr>
          <a:xfrm>
            <a:off x="1792288" y="3600450"/>
            <a:ext cx="5486399" cy="425053"/>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86" name="Google Shape;86;p14"/>
          <p:cNvSpPr>
            <a:spLocks noGrp="1"/>
          </p:cNvSpPr>
          <p:nvPr>
            <p:ph type="pic" idx="2"/>
          </p:nvPr>
        </p:nvSpPr>
        <p:spPr>
          <a:xfrm>
            <a:off x="1792288" y="459581"/>
            <a:ext cx="5486399" cy="3086098"/>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640"/>
              </a:spcBef>
              <a:spcAft>
                <a:spcPts val="0"/>
              </a:spcAft>
              <a:buClr>
                <a:srgbClr val="92D050"/>
              </a:buClr>
              <a:buSzPts val="1400"/>
              <a:buFont typeface="Arial"/>
              <a:buNone/>
              <a:defRPr sz="3200" b="0" i="0" u="none" strike="noStrike" cap="none">
                <a:solidFill>
                  <a:schemeClr val="lt1"/>
                </a:solidFill>
                <a:latin typeface="Calibri"/>
                <a:ea typeface="Calibri"/>
                <a:cs typeface="Calibri"/>
                <a:sym typeface="Calibri"/>
              </a:defRPr>
            </a:lvl1pPr>
            <a:lvl2pPr marL="457200" marR="0" lvl="1" indent="0" algn="l" rtl="0">
              <a:lnSpc>
                <a:spcPct val="100000"/>
              </a:lnSpc>
              <a:spcBef>
                <a:spcPts val="560"/>
              </a:spcBef>
              <a:spcAft>
                <a:spcPts val="0"/>
              </a:spcAft>
              <a:buClr>
                <a:srgbClr val="00B0F0"/>
              </a:buClr>
              <a:buSzPts val="1400"/>
              <a:buFont typeface="Arial"/>
              <a:buNone/>
              <a:defRPr sz="2800" b="0" i="0" u="none" strike="noStrike" cap="none">
                <a:solidFill>
                  <a:schemeClr val="lt1"/>
                </a:solidFill>
                <a:latin typeface="Calibri"/>
                <a:ea typeface="Calibri"/>
                <a:cs typeface="Calibri"/>
                <a:sym typeface="Calibri"/>
              </a:defRPr>
            </a:lvl2pPr>
            <a:lvl3pPr marL="914400" marR="0" lvl="2" indent="0" algn="l" rtl="0">
              <a:lnSpc>
                <a:spcPct val="100000"/>
              </a:lnSpc>
              <a:spcBef>
                <a:spcPts val="480"/>
              </a:spcBef>
              <a:spcAft>
                <a:spcPts val="0"/>
              </a:spcAft>
              <a:buClr>
                <a:schemeClr val="lt1"/>
              </a:buClr>
              <a:buSzPts val="1400"/>
              <a:buFont typeface="Arial"/>
              <a:buNone/>
              <a:defRPr sz="2400" b="0" i="0" u="none" strike="noStrike" cap="none">
                <a:solidFill>
                  <a:schemeClr val="lt1"/>
                </a:solidFill>
                <a:latin typeface="Calibri"/>
                <a:ea typeface="Calibri"/>
                <a:cs typeface="Calibri"/>
                <a:sym typeface="Calibri"/>
              </a:defRPr>
            </a:lvl3pPr>
            <a:lvl4pPr marL="1371600" marR="0" lvl="3" indent="0" algn="l" rtl="0">
              <a:lnSpc>
                <a:spcPct val="100000"/>
              </a:lnSpc>
              <a:spcBef>
                <a:spcPts val="400"/>
              </a:spcBef>
              <a:spcAft>
                <a:spcPts val="0"/>
              </a:spcAft>
              <a:buClr>
                <a:schemeClr val="lt1"/>
              </a:buClr>
              <a:buSzPts val="1400"/>
              <a:buFont typeface="Arial"/>
              <a:buNone/>
              <a:defRPr sz="2000" b="0" i="0" u="none" strike="noStrike" cap="none">
                <a:solidFill>
                  <a:schemeClr val="lt1"/>
                </a:solidFill>
                <a:latin typeface="Calibri"/>
                <a:ea typeface="Calibri"/>
                <a:cs typeface="Calibri"/>
                <a:sym typeface="Calibri"/>
              </a:defRPr>
            </a:lvl4pPr>
            <a:lvl5pPr marL="1828800" marR="0" lvl="4" indent="0" algn="l" rtl="0">
              <a:lnSpc>
                <a:spcPct val="100000"/>
              </a:lnSpc>
              <a:spcBef>
                <a:spcPts val="400"/>
              </a:spcBef>
              <a:spcAft>
                <a:spcPts val="0"/>
              </a:spcAft>
              <a:buClr>
                <a:schemeClr val="lt1"/>
              </a:buClr>
              <a:buSzPts val="1400"/>
              <a:buFont typeface="Arial"/>
              <a:buNone/>
              <a:defRPr sz="2000" b="0" i="0" u="none" strike="noStrike" cap="none">
                <a:solidFill>
                  <a:schemeClr val="lt1"/>
                </a:solidFill>
                <a:latin typeface="Calibri"/>
                <a:ea typeface="Calibri"/>
                <a:cs typeface="Calibri"/>
                <a:sym typeface="Calibri"/>
              </a:defRPr>
            </a:lvl5pPr>
            <a:lvl6pPr marL="2286000" marR="0" lvl="5"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87" name="Google Shape;87;p14"/>
          <p:cNvSpPr txBox="1">
            <a:spLocks noGrp="1"/>
          </p:cNvSpPr>
          <p:nvPr>
            <p:ph type="body" idx="1"/>
          </p:nvPr>
        </p:nvSpPr>
        <p:spPr>
          <a:xfrm>
            <a:off x="1792288" y="4025503"/>
            <a:ext cx="5486399" cy="603647"/>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88" name="Google Shape;88;p14"/>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9" name="Google Shape;89;p14"/>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0" name="Google Shape;90;p14"/>
          <p:cNvSpPr txBox="1">
            <a:spLocks noGrp="1"/>
          </p:cNvSpPr>
          <p:nvPr>
            <p:ph type="sldNum" idx="12"/>
          </p:nvPr>
        </p:nvSpPr>
        <p:spPr>
          <a:xfrm>
            <a:off x="6553200" y="4767262"/>
            <a:ext cx="2133598" cy="27384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1"/>
        <p:cNvGrpSpPr/>
        <p:nvPr/>
      </p:nvGrpSpPr>
      <p:grpSpPr>
        <a:xfrm>
          <a:off x="0" y="0"/>
          <a:ext cx="0" cy="0"/>
          <a:chOff x="0" y="0"/>
          <a:chExt cx="0" cy="0"/>
        </a:xfrm>
      </p:grpSpPr>
      <p:sp>
        <p:nvSpPr>
          <p:cNvPr id="92" name="Google Shape;92;p15"/>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93" name="Google Shape;93;p15"/>
          <p:cNvSpPr txBox="1">
            <a:spLocks noGrp="1"/>
          </p:cNvSpPr>
          <p:nvPr>
            <p:ph type="body" idx="1"/>
          </p:nvPr>
        </p:nvSpPr>
        <p:spPr>
          <a:xfrm rot="5400000">
            <a:off x="2703240" y="-1248121"/>
            <a:ext cx="2739750" cy="7499176"/>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94" name="Google Shape;94;p15"/>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5" name="Google Shape;95;p15"/>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6" name="Google Shape;96;p15"/>
          <p:cNvSpPr txBox="1">
            <a:spLocks noGrp="1"/>
          </p:cNvSpPr>
          <p:nvPr>
            <p:ph type="sldNum" idx="12"/>
          </p:nvPr>
        </p:nvSpPr>
        <p:spPr>
          <a:xfrm>
            <a:off x="6553200" y="4767262"/>
            <a:ext cx="2133598" cy="27384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7"/>
        <p:cNvGrpSpPr/>
        <p:nvPr/>
      </p:nvGrpSpPr>
      <p:grpSpPr>
        <a:xfrm>
          <a:off x="0" y="0"/>
          <a:ext cx="0" cy="0"/>
          <a:chOff x="0" y="0"/>
          <a:chExt cx="0" cy="0"/>
        </a:xfrm>
      </p:grpSpPr>
      <p:sp>
        <p:nvSpPr>
          <p:cNvPr id="98" name="Google Shape;98;p16"/>
          <p:cNvSpPr txBox="1">
            <a:spLocks noGrp="1"/>
          </p:cNvSpPr>
          <p:nvPr>
            <p:ph type="title"/>
          </p:nvPr>
        </p:nvSpPr>
        <p:spPr>
          <a:xfrm rot="5400000">
            <a:off x="6012655" y="771525"/>
            <a:ext cx="3290888" cy="20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99" name="Google Shape;99;p16"/>
          <p:cNvSpPr txBox="1">
            <a:spLocks noGrp="1"/>
          </p:cNvSpPr>
          <p:nvPr>
            <p:ph type="body" idx="1"/>
          </p:nvPr>
        </p:nvSpPr>
        <p:spPr>
          <a:xfrm rot="5400000">
            <a:off x="1821656" y="-1209673"/>
            <a:ext cx="3290888" cy="6019798"/>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00" name="Google Shape;100;p16"/>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1" name="Google Shape;101;p16"/>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2" name="Google Shape;102;p16"/>
          <p:cNvSpPr txBox="1">
            <a:spLocks noGrp="1"/>
          </p:cNvSpPr>
          <p:nvPr>
            <p:ph type="sldNum" idx="12"/>
          </p:nvPr>
        </p:nvSpPr>
        <p:spPr>
          <a:xfrm>
            <a:off x="6553200" y="4767262"/>
            <a:ext cx="2133598" cy="273842"/>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206"/>
        <p:cNvGrpSpPr/>
        <p:nvPr/>
      </p:nvGrpSpPr>
      <p:grpSpPr>
        <a:xfrm>
          <a:off x="0" y="0"/>
          <a:ext cx="0" cy="0"/>
          <a:chOff x="0" y="0"/>
          <a:chExt cx="0" cy="0"/>
        </a:xfrm>
      </p:grpSpPr>
      <p:sp>
        <p:nvSpPr>
          <p:cNvPr id="207" name="Google Shape;207;p34"/>
          <p:cNvSpPr txBox="1">
            <a:spLocks noGrp="1"/>
          </p:cNvSpPr>
          <p:nvPr>
            <p:ph type="ctrTitle"/>
          </p:nvPr>
        </p:nvSpPr>
        <p:spPr>
          <a:xfrm>
            <a:off x="755575" y="771550"/>
            <a:ext cx="7632900" cy="17283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48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08" name="Google Shape;208;p34"/>
          <p:cNvSpPr txBox="1">
            <a:spLocks noGrp="1"/>
          </p:cNvSpPr>
          <p:nvPr>
            <p:ph type="subTitle" idx="1"/>
          </p:nvPr>
        </p:nvSpPr>
        <p:spPr>
          <a:xfrm>
            <a:off x="755575" y="2571750"/>
            <a:ext cx="6400800" cy="1314300"/>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560"/>
              </a:spcBef>
              <a:spcAft>
                <a:spcPts val="0"/>
              </a:spcAft>
              <a:buClr>
                <a:srgbClr val="92D050"/>
              </a:buClr>
              <a:buSzPts val="2800"/>
              <a:buFont typeface="Arial"/>
              <a:buNone/>
              <a:defRPr sz="2800" b="0" i="0" u="none" strike="noStrike" cap="none">
                <a:solidFill>
                  <a:schemeClr val="lt1"/>
                </a:solidFill>
                <a:latin typeface="Calibri"/>
                <a:ea typeface="Calibri"/>
                <a:cs typeface="Calibri"/>
                <a:sym typeface="Calibri"/>
              </a:defRPr>
            </a:lvl1pPr>
            <a:lvl2pPr marL="457200" marR="0" lvl="1" indent="0" algn="ctr" rtl="0">
              <a:lnSpc>
                <a:spcPct val="100000"/>
              </a:lnSpc>
              <a:spcBef>
                <a:spcPts val="480"/>
              </a:spcBef>
              <a:spcAft>
                <a:spcPts val="0"/>
              </a:spcAft>
              <a:buClr>
                <a:srgbClr val="00B0F0"/>
              </a:buClr>
              <a:buSzPts val="2400"/>
              <a:buFont typeface="Arial"/>
              <a:buNone/>
              <a:defRPr sz="2400" b="0" i="0" u="none" strike="noStrike" cap="none">
                <a:solidFill>
                  <a:srgbClr val="888888"/>
                </a:solidFill>
                <a:latin typeface="Calibri"/>
                <a:ea typeface="Calibri"/>
                <a:cs typeface="Calibri"/>
                <a:sym typeface="Calibri"/>
              </a:defRPr>
            </a:lvl2pPr>
            <a:lvl3pPr marL="914400" marR="0" lvl="2"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3pPr>
            <a:lvl4pPr marL="1371600" marR="0" lvl="3" indent="0"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4pPr>
            <a:lvl5pPr marL="1828800" marR="0" lvl="4" indent="0"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5pPr>
            <a:lvl6pPr marL="2286000" marR="0" lvl="5"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2743200" marR="0" lvl="6"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200400" marR="0" lvl="7"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3657600" marR="0" lvl="8"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209" name="Google Shape;209;p34"/>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10" name="Google Shape;210;p34"/>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11" name="Google Shape;211;p34"/>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212"/>
        <p:cNvGrpSpPr/>
        <p:nvPr/>
      </p:nvGrpSpPr>
      <p:grpSpPr>
        <a:xfrm>
          <a:off x="0" y="0"/>
          <a:ext cx="0" cy="0"/>
          <a:chOff x="0" y="0"/>
          <a:chExt cx="0" cy="0"/>
        </a:xfrm>
      </p:grpSpPr>
      <p:sp>
        <p:nvSpPr>
          <p:cNvPr id="213" name="Google Shape;213;p35"/>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14" name="Google Shape;214;p35"/>
          <p:cNvSpPr txBox="1">
            <a:spLocks noGrp="1"/>
          </p:cNvSpPr>
          <p:nvPr>
            <p:ph type="body" idx="1"/>
          </p:nvPr>
        </p:nvSpPr>
        <p:spPr>
          <a:xfrm>
            <a:off x="323528" y="1200150"/>
            <a:ext cx="8064900" cy="33945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15" name="Google Shape;215;p35"/>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16" name="Google Shape;216;p35"/>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17" name="Google Shape;217;p35"/>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matchingName="Two Content 1">
  <p:cSld name="Two Content 1">
    <p:bg>
      <p:bgPr>
        <a:blipFill rotWithShape="1">
          <a:blip r:embed="rId2">
            <a:alphaModFix/>
          </a:blip>
          <a:stretch>
            <a:fillRect/>
          </a:stretch>
        </a:blipFill>
        <a:effectLst/>
      </p:bgPr>
    </p:bg>
    <p:spTree>
      <p:nvGrpSpPr>
        <p:cNvPr id="1" name="Shape 218"/>
        <p:cNvGrpSpPr/>
        <p:nvPr/>
      </p:nvGrpSpPr>
      <p:grpSpPr>
        <a:xfrm>
          <a:off x="0" y="0"/>
          <a:ext cx="0" cy="0"/>
          <a:chOff x="0" y="0"/>
          <a:chExt cx="0" cy="0"/>
        </a:xfrm>
      </p:grpSpPr>
      <p:sp>
        <p:nvSpPr>
          <p:cNvPr id="219" name="Google Shape;219;p36"/>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20" name="Google Shape;220;p36"/>
          <p:cNvSpPr txBox="1">
            <a:spLocks noGrp="1"/>
          </p:cNvSpPr>
          <p:nvPr>
            <p:ph type="body" idx="1"/>
          </p:nvPr>
        </p:nvSpPr>
        <p:spPr>
          <a:xfrm>
            <a:off x="323528"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21" name="Google Shape;221;p36"/>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22" name="Google Shape;222;p36"/>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23" name="Google Shape;223;p36"/>
          <p:cNvSpPr txBox="1">
            <a:spLocks noGrp="1"/>
          </p:cNvSpPr>
          <p:nvPr>
            <p:ph type="sldNum" idx="12"/>
          </p:nvPr>
        </p:nvSpPr>
        <p:spPr>
          <a:xfrm>
            <a:off x="6804247" y="4731989"/>
            <a:ext cx="1944300" cy="2739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224" name="Google Shape;224;p36"/>
          <p:cNvSpPr txBox="1">
            <a:spLocks noGrp="1"/>
          </p:cNvSpPr>
          <p:nvPr>
            <p:ph type="body" idx="2"/>
          </p:nvPr>
        </p:nvSpPr>
        <p:spPr>
          <a:xfrm>
            <a:off x="4582344"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matchingName="Content with Caption 1">
  <p:cSld name="Content with Caption 1">
    <p:bg>
      <p:bgPr>
        <a:blipFill rotWithShape="1">
          <a:blip r:embed="rId2">
            <a:alphaModFix/>
          </a:blip>
          <a:stretch>
            <a:fillRect/>
          </a:stretch>
        </a:blipFill>
        <a:effectLst/>
      </p:bgPr>
    </p:bg>
    <p:spTree>
      <p:nvGrpSpPr>
        <p:cNvPr id="1" name="Shape 225"/>
        <p:cNvGrpSpPr/>
        <p:nvPr/>
      </p:nvGrpSpPr>
      <p:grpSpPr>
        <a:xfrm>
          <a:off x="0" y="0"/>
          <a:ext cx="0" cy="0"/>
          <a:chOff x="0" y="0"/>
          <a:chExt cx="0" cy="0"/>
        </a:xfrm>
      </p:grpSpPr>
      <p:sp>
        <p:nvSpPr>
          <p:cNvPr id="226" name="Google Shape;226;p37"/>
          <p:cNvSpPr txBox="1">
            <a:spLocks noGrp="1"/>
          </p:cNvSpPr>
          <p:nvPr>
            <p:ph type="title"/>
          </p:nvPr>
        </p:nvSpPr>
        <p:spPr>
          <a:xfrm>
            <a:off x="457200" y="204787"/>
            <a:ext cx="3008400" cy="871500"/>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27" name="Google Shape;227;p37"/>
          <p:cNvSpPr txBox="1">
            <a:spLocks noGrp="1"/>
          </p:cNvSpPr>
          <p:nvPr>
            <p:ph type="body" idx="1"/>
          </p:nvPr>
        </p:nvSpPr>
        <p:spPr>
          <a:xfrm>
            <a:off x="3575050" y="1076325"/>
            <a:ext cx="5111700" cy="3518400"/>
          </a:xfrm>
          <a:prstGeom prst="rect">
            <a:avLst/>
          </a:prstGeom>
          <a:noFill/>
          <a:ln>
            <a:noFill/>
          </a:ln>
        </p:spPr>
        <p:txBody>
          <a:bodyPr spcFirstLastPara="1" wrap="square" lIns="91425" tIns="91425" rIns="91425" bIns="91425" anchor="t" anchorCtr="0"/>
          <a:lstStyle>
            <a:lvl1pPr marL="457200" marR="0" lvl="0" indent="-431800" algn="l" rtl="0">
              <a:lnSpc>
                <a:spcPct val="100000"/>
              </a:lnSpc>
              <a:spcBef>
                <a:spcPts val="640"/>
              </a:spcBef>
              <a:spcAft>
                <a:spcPts val="0"/>
              </a:spcAft>
              <a:buClr>
                <a:srgbClr val="92D050"/>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rgbClr val="00B0F0"/>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28" name="Google Shape;228;p37"/>
          <p:cNvSpPr txBox="1">
            <a:spLocks noGrp="1"/>
          </p:cNvSpPr>
          <p:nvPr>
            <p:ph type="body" idx="2"/>
          </p:nvPr>
        </p:nvSpPr>
        <p:spPr>
          <a:xfrm>
            <a:off x="457200" y="1076325"/>
            <a:ext cx="3008400" cy="35184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229" name="Google Shape;229;p37"/>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30" name="Google Shape;230;p37"/>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31" name="Google Shape;231;p37"/>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232"/>
        <p:cNvGrpSpPr/>
        <p:nvPr/>
      </p:nvGrpSpPr>
      <p:grpSpPr>
        <a:xfrm>
          <a:off x="0" y="0"/>
          <a:ext cx="0" cy="0"/>
          <a:chOff x="0" y="0"/>
          <a:chExt cx="0" cy="0"/>
        </a:xfrm>
      </p:grpSpPr>
      <p:sp>
        <p:nvSpPr>
          <p:cNvPr id="233" name="Google Shape;233;p38"/>
          <p:cNvSpPr txBox="1">
            <a:spLocks noGrp="1"/>
          </p:cNvSpPr>
          <p:nvPr>
            <p:ph type="title"/>
          </p:nvPr>
        </p:nvSpPr>
        <p:spPr>
          <a:xfrm>
            <a:off x="457200" y="204786"/>
            <a:ext cx="3008400" cy="871500"/>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34" name="Google Shape;234;p38"/>
          <p:cNvSpPr txBox="1">
            <a:spLocks noGrp="1"/>
          </p:cNvSpPr>
          <p:nvPr>
            <p:ph type="body" idx="1"/>
          </p:nvPr>
        </p:nvSpPr>
        <p:spPr>
          <a:xfrm>
            <a:off x="3575050" y="1076325"/>
            <a:ext cx="5111700" cy="3518400"/>
          </a:xfrm>
          <a:prstGeom prst="rect">
            <a:avLst/>
          </a:prstGeom>
          <a:noFill/>
          <a:ln>
            <a:noFill/>
          </a:ln>
        </p:spPr>
        <p:txBody>
          <a:bodyPr spcFirstLastPara="1" wrap="square" lIns="91425" tIns="91425" rIns="91425" bIns="91425" anchor="t" anchorCtr="0"/>
          <a:lstStyle>
            <a:lvl1pPr marL="457200" marR="0" lvl="0" indent="-431800" algn="l" rtl="0">
              <a:lnSpc>
                <a:spcPct val="100000"/>
              </a:lnSpc>
              <a:spcBef>
                <a:spcPts val="640"/>
              </a:spcBef>
              <a:spcAft>
                <a:spcPts val="0"/>
              </a:spcAft>
              <a:buClr>
                <a:srgbClr val="92D050"/>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rgbClr val="00B0F0"/>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35" name="Google Shape;235;p38"/>
          <p:cNvSpPr txBox="1">
            <a:spLocks noGrp="1"/>
          </p:cNvSpPr>
          <p:nvPr>
            <p:ph type="body" idx="2"/>
          </p:nvPr>
        </p:nvSpPr>
        <p:spPr>
          <a:xfrm>
            <a:off x="457200" y="1076325"/>
            <a:ext cx="3008400" cy="35184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236" name="Google Shape;236;p38"/>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37" name="Google Shape;237;p38"/>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38" name="Google Shape;238;p38"/>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239"/>
        <p:cNvGrpSpPr/>
        <p:nvPr/>
      </p:nvGrpSpPr>
      <p:grpSpPr>
        <a:xfrm>
          <a:off x="0" y="0"/>
          <a:ext cx="0" cy="0"/>
          <a:chOff x="0" y="0"/>
          <a:chExt cx="0" cy="0"/>
        </a:xfrm>
      </p:grpSpPr>
      <p:sp>
        <p:nvSpPr>
          <p:cNvPr id="240" name="Google Shape;240;p39"/>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41" name="Google Shape;241;p39"/>
          <p:cNvSpPr txBox="1">
            <a:spLocks noGrp="1"/>
          </p:cNvSpPr>
          <p:nvPr>
            <p:ph type="body" idx="1"/>
          </p:nvPr>
        </p:nvSpPr>
        <p:spPr>
          <a:xfrm>
            <a:off x="323528" y="1200150"/>
            <a:ext cx="8064900" cy="33945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42" name="Google Shape;242;p39"/>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43" name="Google Shape;243;p39"/>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44" name="Google Shape;244;p39"/>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245"/>
        <p:cNvGrpSpPr/>
        <p:nvPr/>
      </p:nvGrpSpPr>
      <p:grpSpPr>
        <a:xfrm>
          <a:off x="0" y="0"/>
          <a:ext cx="0" cy="0"/>
          <a:chOff x="0" y="0"/>
          <a:chExt cx="0" cy="0"/>
        </a:xfrm>
      </p:grpSpPr>
      <p:sp>
        <p:nvSpPr>
          <p:cNvPr id="246" name="Google Shape;246;p40"/>
          <p:cNvSpPr txBox="1">
            <a:spLocks noGrp="1"/>
          </p:cNvSpPr>
          <p:nvPr>
            <p:ph type="title"/>
          </p:nvPr>
        </p:nvSpPr>
        <p:spPr>
          <a:xfrm>
            <a:off x="467543" y="1608658"/>
            <a:ext cx="7772400" cy="1021500"/>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0"/>
              </a:spcBef>
              <a:spcAft>
                <a:spcPts val="0"/>
              </a:spcAft>
              <a:buClr>
                <a:srgbClr val="00B0F0"/>
              </a:buClr>
              <a:buSzPts val="1400"/>
              <a:buFont typeface="Calibri"/>
              <a:buNone/>
              <a:defRPr sz="4000" b="1"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47" name="Google Shape;247;p40"/>
          <p:cNvSpPr txBox="1">
            <a:spLocks noGrp="1"/>
          </p:cNvSpPr>
          <p:nvPr>
            <p:ph type="body" idx="1"/>
          </p:nvPr>
        </p:nvSpPr>
        <p:spPr>
          <a:xfrm>
            <a:off x="467543" y="483518"/>
            <a:ext cx="7772400" cy="1125000"/>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00"/>
              </a:spcBef>
              <a:spcAft>
                <a:spcPts val="0"/>
              </a:spcAft>
              <a:buClr>
                <a:srgbClr val="92D050"/>
              </a:buClr>
              <a:buSzPts val="2800"/>
              <a:buFont typeface="Arial"/>
              <a:buNone/>
              <a:defRPr sz="2000" b="0" i="0" u="none" strike="noStrike" cap="none">
                <a:solidFill>
                  <a:srgbClr val="888888"/>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B0F0"/>
              </a:buClr>
              <a:buSzPts val="2400"/>
              <a:buFont typeface="Arial"/>
              <a:buNone/>
              <a:defRPr sz="1800" b="0" i="0" u="none" strike="noStrike" cap="none">
                <a:solidFill>
                  <a:srgbClr val="888888"/>
                </a:solidFill>
                <a:latin typeface="Calibri"/>
                <a:ea typeface="Calibri"/>
                <a:cs typeface="Calibri"/>
                <a:sym typeface="Calibri"/>
              </a:defRPr>
            </a:lvl2pPr>
            <a:lvl3pPr marL="1371600" marR="0" lvl="2" indent="-228600" algn="l" rtl="0">
              <a:lnSpc>
                <a:spcPct val="100000"/>
              </a:lnSpc>
              <a:spcBef>
                <a:spcPts val="320"/>
              </a:spcBef>
              <a:spcAft>
                <a:spcPts val="0"/>
              </a:spcAft>
              <a:buClr>
                <a:srgbClr val="888888"/>
              </a:buClr>
              <a:buSzPts val="2000"/>
              <a:buFont typeface="Arial"/>
              <a:buNone/>
              <a:defRPr sz="1600" b="0" i="0" u="none" strike="noStrike" cap="none">
                <a:solidFill>
                  <a:srgbClr val="888888"/>
                </a:solidFill>
                <a:latin typeface="Calibri"/>
                <a:ea typeface="Calibri"/>
                <a:cs typeface="Calibri"/>
                <a:sym typeface="Calibri"/>
              </a:defRPr>
            </a:lvl3pPr>
            <a:lvl4pPr marL="1828800" marR="0" lvl="3" indent="-228600" algn="l" rtl="0">
              <a:lnSpc>
                <a:spcPct val="100000"/>
              </a:lnSpc>
              <a:spcBef>
                <a:spcPts val="280"/>
              </a:spcBef>
              <a:spcAft>
                <a:spcPts val="0"/>
              </a:spcAft>
              <a:buClr>
                <a:srgbClr val="888888"/>
              </a:buClr>
              <a:buSzPts val="1800"/>
              <a:buFont typeface="Arial"/>
              <a:buNone/>
              <a:defRPr sz="1400" b="0" i="0" u="none" strike="noStrike" cap="none">
                <a:solidFill>
                  <a:srgbClr val="888888"/>
                </a:solidFill>
                <a:latin typeface="Calibri"/>
                <a:ea typeface="Calibri"/>
                <a:cs typeface="Calibri"/>
                <a:sym typeface="Calibri"/>
              </a:defRPr>
            </a:lvl4pPr>
            <a:lvl5pPr marL="2286000" marR="0" lvl="4" indent="-228600" algn="l" rtl="0">
              <a:lnSpc>
                <a:spcPct val="100000"/>
              </a:lnSpc>
              <a:spcBef>
                <a:spcPts val="280"/>
              </a:spcBef>
              <a:spcAft>
                <a:spcPts val="0"/>
              </a:spcAft>
              <a:buClr>
                <a:srgbClr val="888888"/>
              </a:buClr>
              <a:buSzPts val="1800"/>
              <a:buFont typeface="Arial"/>
              <a:buNone/>
              <a:defRPr sz="1400" b="0" i="0" u="none" strike="noStrike" cap="none">
                <a:solidFill>
                  <a:srgbClr val="888888"/>
                </a:solidFill>
                <a:latin typeface="Calibri"/>
                <a:ea typeface="Calibri"/>
                <a:cs typeface="Calibri"/>
                <a:sym typeface="Calibri"/>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9pPr>
          </a:lstStyle>
          <a:p>
            <a:endParaRPr/>
          </a:p>
        </p:txBody>
      </p:sp>
      <p:sp>
        <p:nvSpPr>
          <p:cNvPr id="248" name="Google Shape;248;p40"/>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49" name="Google Shape;249;p40"/>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50" name="Google Shape;250;p40"/>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251"/>
        <p:cNvGrpSpPr/>
        <p:nvPr/>
      </p:nvGrpSpPr>
      <p:grpSpPr>
        <a:xfrm>
          <a:off x="0" y="0"/>
          <a:ext cx="0" cy="0"/>
          <a:chOff x="0" y="0"/>
          <a:chExt cx="0" cy="0"/>
        </a:xfrm>
      </p:grpSpPr>
      <p:sp>
        <p:nvSpPr>
          <p:cNvPr id="252" name="Google Shape;252;p41"/>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53" name="Google Shape;253;p41"/>
          <p:cNvSpPr txBox="1">
            <a:spLocks noGrp="1"/>
          </p:cNvSpPr>
          <p:nvPr>
            <p:ph type="body" idx="1"/>
          </p:nvPr>
        </p:nvSpPr>
        <p:spPr>
          <a:xfrm>
            <a:off x="323528"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4" name="Google Shape;254;p41"/>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55" name="Google Shape;255;p41"/>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56" name="Google Shape;256;p41"/>
          <p:cNvSpPr txBox="1">
            <a:spLocks noGrp="1"/>
          </p:cNvSpPr>
          <p:nvPr>
            <p:ph type="sldNum" idx="12"/>
          </p:nvPr>
        </p:nvSpPr>
        <p:spPr>
          <a:xfrm>
            <a:off x="6804247" y="4731989"/>
            <a:ext cx="1944300" cy="2739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257" name="Google Shape;257;p41"/>
          <p:cNvSpPr txBox="1">
            <a:spLocks noGrp="1"/>
          </p:cNvSpPr>
          <p:nvPr>
            <p:ph type="body" idx="2"/>
          </p:nvPr>
        </p:nvSpPr>
        <p:spPr>
          <a:xfrm>
            <a:off x="4582344"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matchingName="Blank 1">
  <p:cSld name="Blank 1">
    <p:spTree>
      <p:nvGrpSpPr>
        <p:cNvPr id="1" name="Shape 258"/>
        <p:cNvGrpSpPr/>
        <p:nvPr/>
      </p:nvGrpSpPr>
      <p:grpSpPr>
        <a:xfrm>
          <a:off x="0" y="0"/>
          <a:ext cx="0" cy="0"/>
          <a:chOff x="0" y="0"/>
          <a:chExt cx="0" cy="0"/>
        </a:xfrm>
      </p:grpSpPr>
      <p:sp>
        <p:nvSpPr>
          <p:cNvPr id="259" name="Google Shape;259;p42"/>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60" name="Google Shape;260;p42"/>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61" name="Google Shape;261;p42"/>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262"/>
        <p:cNvGrpSpPr/>
        <p:nvPr/>
      </p:nvGrpSpPr>
      <p:grpSpPr>
        <a:xfrm>
          <a:off x="0" y="0"/>
          <a:ext cx="0" cy="0"/>
          <a:chOff x="0" y="0"/>
          <a:chExt cx="0" cy="0"/>
        </a:xfrm>
      </p:grpSpPr>
      <p:sp>
        <p:nvSpPr>
          <p:cNvPr id="263" name="Google Shape;263;p43"/>
          <p:cNvSpPr txBox="1">
            <a:spLocks noGrp="1"/>
          </p:cNvSpPr>
          <p:nvPr>
            <p:ph type="body" idx="1"/>
          </p:nvPr>
        </p:nvSpPr>
        <p:spPr>
          <a:xfrm>
            <a:off x="4645026" y="1151334"/>
            <a:ext cx="4041900" cy="479700"/>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80"/>
              </a:spcBef>
              <a:spcAft>
                <a:spcPts val="0"/>
              </a:spcAft>
              <a:buClr>
                <a:srgbClr val="92D050"/>
              </a:buClr>
              <a:buSzPts val="2800"/>
              <a:buFont typeface="Arial"/>
              <a:buNone/>
              <a:defRPr sz="2400" b="1"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400"/>
              </a:spcBef>
              <a:spcAft>
                <a:spcPts val="0"/>
              </a:spcAft>
              <a:buClr>
                <a:srgbClr val="00B0F0"/>
              </a:buClr>
              <a:buSzPts val="2400"/>
              <a:buFont typeface="Arial"/>
              <a:buNone/>
              <a:defRPr sz="2000" b="1"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lt1"/>
              </a:buClr>
              <a:buSzPts val="2000"/>
              <a:buFont typeface="Arial"/>
              <a:buNone/>
              <a:defRPr sz="1800" b="1"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264" name="Google Shape;264;p43"/>
          <p:cNvSpPr txBox="1">
            <a:spLocks noGrp="1"/>
          </p:cNvSpPr>
          <p:nvPr>
            <p:ph type="body" idx="2"/>
          </p:nvPr>
        </p:nvSpPr>
        <p:spPr>
          <a:xfrm>
            <a:off x="4645026" y="1631155"/>
            <a:ext cx="4041900" cy="2963400"/>
          </a:xfrm>
          <a:prstGeom prst="rect">
            <a:avLst/>
          </a:prstGeom>
          <a:noFill/>
          <a:ln>
            <a:noFill/>
          </a:ln>
        </p:spPr>
        <p:txBody>
          <a:bodyPr spcFirstLastPara="1" wrap="square" lIns="91425" tIns="91425" rIns="91425" bIns="91425" anchor="t" anchorCtr="0"/>
          <a:lstStyle>
            <a:lvl1pPr marL="457200" marR="0" lvl="0" indent="-381000" algn="l" rtl="0">
              <a:lnSpc>
                <a:spcPct val="100000"/>
              </a:lnSpc>
              <a:spcBef>
                <a:spcPts val="480"/>
              </a:spcBef>
              <a:spcAft>
                <a:spcPts val="0"/>
              </a:spcAft>
              <a:buClr>
                <a:srgbClr val="92D050"/>
              </a:buClr>
              <a:buSzPts val="2400"/>
              <a:buFont typeface="Arial"/>
              <a:buChar char="•"/>
              <a:defRPr sz="2400" b="0" i="0" u="none" strike="noStrike" cap="none">
                <a:solidFill>
                  <a:schemeClr val="lt1"/>
                </a:solidFill>
                <a:latin typeface="Calibri"/>
                <a:ea typeface="Calibri"/>
                <a:cs typeface="Calibri"/>
                <a:sym typeface="Calibri"/>
              </a:defRPr>
            </a:lvl1pPr>
            <a:lvl2pPr marL="914400" marR="0" lvl="1" indent="-355600" algn="l" rtl="0">
              <a:lnSpc>
                <a:spcPct val="100000"/>
              </a:lnSpc>
              <a:spcBef>
                <a:spcPts val="400"/>
              </a:spcBef>
              <a:spcAft>
                <a:spcPts val="0"/>
              </a:spcAft>
              <a:buClr>
                <a:srgbClr val="00B0F0"/>
              </a:buClr>
              <a:buSzPts val="2000"/>
              <a:buFont typeface="Arial"/>
              <a:buChar char="–"/>
              <a:defRPr sz="20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265" name="Google Shape;265;p43"/>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66" name="Google Shape;266;p43"/>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67" name="Google Shape;267;p43"/>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268" name="Google Shape;268;p43"/>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69" name="Google Shape;269;p43"/>
          <p:cNvSpPr txBox="1">
            <a:spLocks noGrp="1"/>
          </p:cNvSpPr>
          <p:nvPr>
            <p:ph type="body" idx="3"/>
          </p:nvPr>
        </p:nvSpPr>
        <p:spPr>
          <a:xfrm>
            <a:off x="323528" y="1151334"/>
            <a:ext cx="4041900" cy="479700"/>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80"/>
              </a:spcBef>
              <a:spcAft>
                <a:spcPts val="0"/>
              </a:spcAft>
              <a:buClr>
                <a:srgbClr val="92D050"/>
              </a:buClr>
              <a:buSzPts val="2800"/>
              <a:buFont typeface="Arial"/>
              <a:buNone/>
              <a:defRPr sz="2400" b="1"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400"/>
              </a:spcBef>
              <a:spcAft>
                <a:spcPts val="0"/>
              </a:spcAft>
              <a:buClr>
                <a:srgbClr val="00B0F0"/>
              </a:buClr>
              <a:buSzPts val="2400"/>
              <a:buFont typeface="Arial"/>
              <a:buNone/>
              <a:defRPr sz="2000" b="1"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lt1"/>
              </a:buClr>
              <a:buSzPts val="2000"/>
              <a:buFont typeface="Arial"/>
              <a:buNone/>
              <a:defRPr sz="1800" b="1"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270" name="Google Shape;270;p43"/>
          <p:cNvSpPr txBox="1">
            <a:spLocks noGrp="1"/>
          </p:cNvSpPr>
          <p:nvPr>
            <p:ph type="body" idx="4"/>
          </p:nvPr>
        </p:nvSpPr>
        <p:spPr>
          <a:xfrm>
            <a:off x="323528" y="1631155"/>
            <a:ext cx="4041900" cy="2963400"/>
          </a:xfrm>
          <a:prstGeom prst="rect">
            <a:avLst/>
          </a:prstGeom>
          <a:noFill/>
          <a:ln>
            <a:noFill/>
          </a:ln>
        </p:spPr>
        <p:txBody>
          <a:bodyPr spcFirstLastPara="1" wrap="square" lIns="91425" tIns="91425" rIns="91425" bIns="91425" anchor="t" anchorCtr="0"/>
          <a:lstStyle>
            <a:lvl1pPr marL="457200" marR="0" lvl="0" indent="-381000" algn="l" rtl="0">
              <a:lnSpc>
                <a:spcPct val="100000"/>
              </a:lnSpc>
              <a:spcBef>
                <a:spcPts val="480"/>
              </a:spcBef>
              <a:spcAft>
                <a:spcPts val="0"/>
              </a:spcAft>
              <a:buClr>
                <a:srgbClr val="92D050"/>
              </a:buClr>
              <a:buSzPts val="2400"/>
              <a:buFont typeface="Arial"/>
              <a:buChar char="•"/>
              <a:defRPr sz="2400" b="0" i="0" u="none" strike="noStrike" cap="none">
                <a:solidFill>
                  <a:schemeClr val="lt1"/>
                </a:solidFill>
                <a:latin typeface="Calibri"/>
                <a:ea typeface="Calibri"/>
                <a:cs typeface="Calibri"/>
                <a:sym typeface="Calibri"/>
              </a:defRPr>
            </a:lvl1pPr>
            <a:lvl2pPr marL="914400" marR="0" lvl="1" indent="-355600" algn="l" rtl="0">
              <a:lnSpc>
                <a:spcPct val="100000"/>
              </a:lnSpc>
              <a:spcBef>
                <a:spcPts val="400"/>
              </a:spcBef>
              <a:spcAft>
                <a:spcPts val="0"/>
              </a:spcAft>
              <a:buClr>
                <a:srgbClr val="00B0F0"/>
              </a:buClr>
              <a:buSzPts val="2000"/>
              <a:buFont typeface="Arial"/>
              <a:buChar char="–"/>
              <a:defRPr sz="20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271"/>
        <p:cNvGrpSpPr/>
        <p:nvPr/>
      </p:nvGrpSpPr>
      <p:grpSpPr>
        <a:xfrm>
          <a:off x="0" y="0"/>
          <a:ext cx="0" cy="0"/>
          <a:chOff x="0" y="0"/>
          <a:chExt cx="0" cy="0"/>
        </a:xfrm>
      </p:grpSpPr>
      <p:sp>
        <p:nvSpPr>
          <p:cNvPr id="272" name="Google Shape;272;p44"/>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73" name="Google Shape;273;p44"/>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74" name="Google Shape;274;p44"/>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75" name="Google Shape;275;p44"/>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276"/>
        <p:cNvGrpSpPr/>
        <p:nvPr/>
      </p:nvGrpSpPr>
      <p:grpSpPr>
        <a:xfrm>
          <a:off x="0" y="0"/>
          <a:ext cx="0" cy="0"/>
          <a:chOff x="0" y="0"/>
          <a:chExt cx="0" cy="0"/>
        </a:xfrm>
      </p:grpSpPr>
      <p:sp>
        <p:nvSpPr>
          <p:cNvPr id="277" name="Google Shape;277;p45"/>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78" name="Google Shape;278;p45"/>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79" name="Google Shape;279;p45"/>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280"/>
        <p:cNvGrpSpPr/>
        <p:nvPr/>
      </p:nvGrpSpPr>
      <p:grpSpPr>
        <a:xfrm>
          <a:off x="0" y="0"/>
          <a:ext cx="0" cy="0"/>
          <a:chOff x="0" y="0"/>
          <a:chExt cx="0" cy="0"/>
        </a:xfrm>
      </p:grpSpPr>
      <p:sp>
        <p:nvSpPr>
          <p:cNvPr id="281" name="Google Shape;281;p46"/>
          <p:cNvSpPr txBox="1">
            <a:spLocks noGrp="1"/>
          </p:cNvSpPr>
          <p:nvPr>
            <p:ph type="title"/>
          </p:nvPr>
        </p:nvSpPr>
        <p:spPr>
          <a:xfrm>
            <a:off x="1792288" y="3600450"/>
            <a:ext cx="5486400" cy="425100"/>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82" name="Google Shape;282;p46"/>
          <p:cNvSpPr>
            <a:spLocks noGrp="1"/>
          </p:cNvSpPr>
          <p:nvPr>
            <p:ph type="pic" idx="2"/>
          </p:nvPr>
        </p:nvSpPr>
        <p:spPr>
          <a:xfrm>
            <a:off x="1792288" y="459581"/>
            <a:ext cx="5486400" cy="3086100"/>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640"/>
              </a:spcBef>
              <a:spcAft>
                <a:spcPts val="0"/>
              </a:spcAft>
              <a:buClr>
                <a:srgbClr val="92D050"/>
              </a:buClr>
              <a:buSzPts val="1400"/>
              <a:buFont typeface="Arial"/>
              <a:buNone/>
              <a:defRPr sz="3200" b="0" i="0" u="none" strike="noStrike" cap="none">
                <a:solidFill>
                  <a:schemeClr val="lt1"/>
                </a:solidFill>
                <a:latin typeface="Calibri"/>
                <a:ea typeface="Calibri"/>
                <a:cs typeface="Calibri"/>
                <a:sym typeface="Calibri"/>
              </a:defRPr>
            </a:lvl1pPr>
            <a:lvl2pPr marL="457200" marR="0" lvl="1" indent="0" algn="l" rtl="0">
              <a:lnSpc>
                <a:spcPct val="100000"/>
              </a:lnSpc>
              <a:spcBef>
                <a:spcPts val="560"/>
              </a:spcBef>
              <a:spcAft>
                <a:spcPts val="0"/>
              </a:spcAft>
              <a:buClr>
                <a:srgbClr val="00B0F0"/>
              </a:buClr>
              <a:buSzPts val="1400"/>
              <a:buFont typeface="Arial"/>
              <a:buNone/>
              <a:defRPr sz="2800" b="0" i="0" u="none" strike="noStrike" cap="none">
                <a:solidFill>
                  <a:schemeClr val="lt1"/>
                </a:solidFill>
                <a:latin typeface="Calibri"/>
                <a:ea typeface="Calibri"/>
                <a:cs typeface="Calibri"/>
                <a:sym typeface="Calibri"/>
              </a:defRPr>
            </a:lvl2pPr>
            <a:lvl3pPr marL="914400" marR="0" lvl="2" indent="0" algn="l" rtl="0">
              <a:lnSpc>
                <a:spcPct val="100000"/>
              </a:lnSpc>
              <a:spcBef>
                <a:spcPts val="480"/>
              </a:spcBef>
              <a:spcAft>
                <a:spcPts val="0"/>
              </a:spcAft>
              <a:buClr>
                <a:schemeClr val="lt1"/>
              </a:buClr>
              <a:buSzPts val="1400"/>
              <a:buFont typeface="Arial"/>
              <a:buNone/>
              <a:defRPr sz="2400" b="0" i="0" u="none" strike="noStrike" cap="none">
                <a:solidFill>
                  <a:schemeClr val="lt1"/>
                </a:solidFill>
                <a:latin typeface="Calibri"/>
                <a:ea typeface="Calibri"/>
                <a:cs typeface="Calibri"/>
                <a:sym typeface="Calibri"/>
              </a:defRPr>
            </a:lvl3pPr>
            <a:lvl4pPr marL="1371600" marR="0" lvl="3" indent="0" algn="l" rtl="0">
              <a:lnSpc>
                <a:spcPct val="100000"/>
              </a:lnSpc>
              <a:spcBef>
                <a:spcPts val="400"/>
              </a:spcBef>
              <a:spcAft>
                <a:spcPts val="0"/>
              </a:spcAft>
              <a:buClr>
                <a:schemeClr val="lt1"/>
              </a:buClr>
              <a:buSzPts val="1400"/>
              <a:buFont typeface="Arial"/>
              <a:buNone/>
              <a:defRPr sz="2000" b="0" i="0" u="none" strike="noStrike" cap="none">
                <a:solidFill>
                  <a:schemeClr val="lt1"/>
                </a:solidFill>
                <a:latin typeface="Calibri"/>
                <a:ea typeface="Calibri"/>
                <a:cs typeface="Calibri"/>
                <a:sym typeface="Calibri"/>
              </a:defRPr>
            </a:lvl4pPr>
            <a:lvl5pPr marL="1828800" marR="0" lvl="4" indent="0" algn="l" rtl="0">
              <a:lnSpc>
                <a:spcPct val="100000"/>
              </a:lnSpc>
              <a:spcBef>
                <a:spcPts val="400"/>
              </a:spcBef>
              <a:spcAft>
                <a:spcPts val="0"/>
              </a:spcAft>
              <a:buClr>
                <a:schemeClr val="lt1"/>
              </a:buClr>
              <a:buSzPts val="1400"/>
              <a:buFont typeface="Arial"/>
              <a:buNone/>
              <a:defRPr sz="2000" b="0" i="0" u="none" strike="noStrike" cap="none">
                <a:solidFill>
                  <a:schemeClr val="lt1"/>
                </a:solidFill>
                <a:latin typeface="Calibri"/>
                <a:ea typeface="Calibri"/>
                <a:cs typeface="Calibri"/>
                <a:sym typeface="Calibri"/>
              </a:defRPr>
            </a:lvl5pPr>
            <a:lvl6pPr marL="2286000" marR="0" lvl="5"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283" name="Google Shape;283;p46"/>
          <p:cNvSpPr txBox="1">
            <a:spLocks noGrp="1"/>
          </p:cNvSpPr>
          <p:nvPr>
            <p:ph type="body" idx="1"/>
          </p:nvPr>
        </p:nvSpPr>
        <p:spPr>
          <a:xfrm>
            <a:off x="1792288" y="4025503"/>
            <a:ext cx="5486400" cy="6036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284" name="Google Shape;284;p46"/>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85" name="Google Shape;285;p46"/>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86" name="Google Shape;286;p46"/>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287"/>
        <p:cNvGrpSpPr/>
        <p:nvPr/>
      </p:nvGrpSpPr>
      <p:grpSpPr>
        <a:xfrm>
          <a:off x="0" y="0"/>
          <a:ext cx="0" cy="0"/>
          <a:chOff x="0" y="0"/>
          <a:chExt cx="0" cy="0"/>
        </a:xfrm>
      </p:grpSpPr>
      <p:sp>
        <p:nvSpPr>
          <p:cNvPr id="288" name="Google Shape;288;p47"/>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89" name="Google Shape;289;p47"/>
          <p:cNvSpPr txBox="1">
            <a:spLocks noGrp="1"/>
          </p:cNvSpPr>
          <p:nvPr>
            <p:ph type="body" idx="1"/>
          </p:nvPr>
        </p:nvSpPr>
        <p:spPr>
          <a:xfrm rot="5400000">
            <a:off x="2703203" y="-1248009"/>
            <a:ext cx="2739900" cy="74991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90" name="Google Shape;290;p47"/>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91" name="Google Shape;291;p47"/>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92" name="Google Shape;292;p47"/>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293"/>
        <p:cNvGrpSpPr/>
        <p:nvPr/>
      </p:nvGrpSpPr>
      <p:grpSpPr>
        <a:xfrm>
          <a:off x="0" y="0"/>
          <a:ext cx="0" cy="0"/>
          <a:chOff x="0" y="0"/>
          <a:chExt cx="0" cy="0"/>
        </a:xfrm>
      </p:grpSpPr>
      <p:sp>
        <p:nvSpPr>
          <p:cNvPr id="294" name="Google Shape;294;p48"/>
          <p:cNvSpPr txBox="1">
            <a:spLocks noGrp="1"/>
          </p:cNvSpPr>
          <p:nvPr>
            <p:ph type="title"/>
          </p:nvPr>
        </p:nvSpPr>
        <p:spPr>
          <a:xfrm rot="5400000">
            <a:off x="6012599" y="771581"/>
            <a:ext cx="3291000" cy="20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95" name="Google Shape;295;p48"/>
          <p:cNvSpPr txBox="1">
            <a:spLocks noGrp="1"/>
          </p:cNvSpPr>
          <p:nvPr>
            <p:ph type="body" idx="1"/>
          </p:nvPr>
        </p:nvSpPr>
        <p:spPr>
          <a:xfrm rot="5400000">
            <a:off x="1821600" y="-1209619"/>
            <a:ext cx="3291000" cy="60198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96" name="Google Shape;296;p48"/>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97" name="Google Shape;297;p48"/>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98" name="Google Shape;298;p48"/>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755575" y="771550"/>
            <a:ext cx="7632848" cy="1728191"/>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48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12" name="Google Shape;12;p2"/>
          <p:cNvSpPr txBox="1">
            <a:spLocks noGrp="1"/>
          </p:cNvSpPr>
          <p:nvPr>
            <p:ph type="subTitle" idx="1"/>
          </p:nvPr>
        </p:nvSpPr>
        <p:spPr>
          <a:xfrm>
            <a:off x="755575" y="2571750"/>
            <a:ext cx="6400799" cy="1314449"/>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560"/>
              </a:spcBef>
              <a:spcAft>
                <a:spcPts val="0"/>
              </a:spcAft>
              <a:buClr>
                <a:srgbClr val="92D050"/>
              </a:buClr>
              <a:buSzPts val="2800"/>
              <a:buFont typeface="Arial"/>
              <a:buNone/>
              <a:defRPr sz="2800" b="0" i="0" u="none" strike="noStrike" cap="none">
                <a:solidFill>
                  <a:schemeClr val="lt1"/>
                </a:solidFill>
                <a:latin typeface="Calibri"/>
                <a:ea typeface="Calibri"/>
                <a:cs typeface="Calibri"/>
                <a:sym typeface="Calibri"/>
              </a:defRPr>
            </a:lvl1pPr>
            <a:lvl2pPr marL="457200" marR="0" lvl="1" indent="0" algn="ctr" rtl="0">
              <a:lnSpc>
                <a:spcPct val="100000"/>
              </a:lnSpc>
              <a:spcBef>
                <a:spcPts val="480"/>
              </a:spcBef>
              <a:spcAft>
                <a:spcPts val="0"/>
              </a:spcAft>
              <a:buClr>
                <a:srgbClr val="00B0F0"/>
              </a:buClr>
              <a:buSzPts val="2400"/>
              <a:buFont typeface="Arial"/>
              <a:buNone/>
              <a:defRPr sz="2400" b="0" i="0" u="none" strike="noStrike" cap="none">
                <a:solidFill>
                  <a:srgbClr val="888888"/>
                </a:solidFill>
                <a:latin typeface="Calibri"/>
                <a:ea typeface="Calibri"/>
                <a:cs typeface="Calibri"/>
                <a:sym typeface="Calibri"/>
              </a:defRPr>
            </a:lvl2pPr>
            <a:lvl3pPr marL="914400" marR="0" lvl="2"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3pPr>
            <a:lvl4pPr marL="1371600" marR="0" lvl="3" indent="0"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4pPr>
            <a:lvl5pPr marL="1828800" marR="0" lvl="4" indent="0"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5pPr>
            <a:lvl6pPr marL="2286000" marR="0" lvl="5"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2743200" marR="0" lvl="6"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200400" marR="0" lvl="7"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3657600" marR="0" lvl="8"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13" name="Google Shape;13;p2"/>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2"/>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18" name="Google Shape;18;p3"/>
          <p:cNvSpPr txBox="1">
            <a:spLocks noGrp="1"/>
          </p:cNvSpPr>
          <p:nvPr>
            <p:ph type="body" idx="1"/>
          </p:nvPr>
        </p:nvSpPr>
        <p:spPr>
          <a:xfrm>
            <a:off x="323528" y="1200150"/>
            <a:ext cx="8064896" cy="3394472"/>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9" name="Google Shape;19;p3"/>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3"/>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1" name="Google Shape;21;p3"/>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matchingName="Two Content 1">
  <p:cSld name="Two Content 1">
    <p:bg>
      <p:bgPr>
        <a:blipFill rotWithShape="1">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4"/>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4" name="Google Shape;24;p4"/>
          <p:cNvSpPr txBox="1">
            <a:spLocks noGrp="1"/>
          </p:cNvSpPr>
          <p:nvPr>
            <p:ph type="body" idx="1"/>
          </p:nvPr>
        </p:nvSpPr>
        <p:spPr>
          <a:xfrm>
            <a:off x="323528"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 name="Google Shape;25;p4"/>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4"/>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7" name="Google Shape;27;p4"/>
          <p:cNvSpPr txBox="1">
            <a:spLocks noGrp="1"/>
          </p:cNvSpPr>
          <p:nvPr>
            <p:ph type="sldNum" idx="12"/>
          </p:nvPr>
        </p:nvSpPr>
        <p:spPr>
          <a:xfrm>
            <a:off x="6804247" y="4731989"/>
            <a:ext cx="1944300" cy="2739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28" name="Google Shape;28;p4"/>
          <p:cNvSpPr txBox="1">
            <a:spLocks noGrp="1"/>
          </p:cNvSpPr>
          <p:nvPr>
            <p:ph type="body" idx="2"/>
          </p:nvPr>
        </p:nvSpPr>
        <p:spPr>
          <a:xfrm>
            <a:off x="4582344"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matchingName="Content with Caption 1">
  <p:cSld name="Content with Caption 1">
    <p:bg>
      <p:bgPr>
        <a:blipFill rotWithShape="1">
          <a:blip r:embed="rId2">
            <a:alphaModFix/>
          </a:blip>
          <a:stretch>
            <a:fillRect/>
          </a:stretch>
        </a:blipFill>
        <a:effectLst/>
      </p:bgPr>
    </p:bg>
    <p:spTree>
      <p:nvGrpSpPr>
        <p:cNvPr id="1" name="Shape 29"/>
        <p:cNvGrpSpPr/>
        <p:nvPr/>
      </p:nvGrpSpPr>
      <p:grpSpPr>
        <a:xfrm>
          <a:off x="0" y="0"/>
          <a:ext cx="0" cy="0"/>
          <a:chOff x="0" y="0"/>
          <a:chExt cx="0" cy="0"/>
        </a:xfrm>
      </p:grpSpPr>
      <p:sp>
        <p:nvSpPr>
          <p:cNvPr id="30" name="Google Shape;30;p5"/>
          <p:cNvSpPr txBox="1">
            <a:spLocks noGrp="1"/>
          </p:cNvSpPr>
          <p:nvPr>
            <p:ph type="title"/>
          </p:nvPr>
        </p:nvSpPr>
        <p:spPr>
          <a:xfrm>
            <a:off x="457200" y="204787"/>
            <a:ext cx="3008400" cy="871500"/>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31" name="Google Shape;31;p5"/>
          <p:cNvSpPr txBox="1">
            <a:spLocks noGrp="1"/>
          </p:cNvSpPr>
          <p:nvPr>
            <p:ph type="body" idx="1"/>
          </p:nvPr>
        </p:nvSpPr>
        <p:spPr>
          <a:xfrm>
            <a:off x="3575050" y="1076325"/>
            <a:ext cx="5111700" cy="3518400"/>
          </a:xfrm>
          <a:prstGeom prst="rect">
            <a:avLst/>
          </a:prstGeom>
          <a:noFill/>
          <a:ln>
            <a:noFill/>
          </a:ln>
        </p:spPr>
        <p:txBody>
          <a:bodyPr spcFirstLastPara="1" wrap="square" lIns="91425" tIns="91425" rIns="91425" bIns="91425" anchor="t" anchorCtr="0"/>
          <a:lstStyle>
            <a:lvl1pPr marL="457200" marR="0" lvl="0" indent="-431800" algn="l" rtl="0">
              <a:lnSpc>
                <a:spcPct val="100000"/>
              </a:lnSpc>
              <a:spcBef>
                <a:spcPts val="640"/>
              </a:spcBef>
              <a:spcAft>
                <a:spcPts val="0"/>
              </a:spcAft>
              <a:buClr>
                <a:srgbClr val="92D050"/>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rgbClr val="00B0F0"/>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2" name="Google Shape;32;p5"/>
          <p:cNvSpPr txBox="1">
            <a:spLocks noGrp="1"/>
          </p:cNvSpPr>
          <p:nvPr>
            <p:ph type="body" idx="2"/>
          </p:nvPr>
        </p:nvSpPr>
        <p:spPr>
          <a:xfrm>
            <a:off x="457200" y="1076325"/>
            <a:ext cx="3008400" cy="3518400"/>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33" name="Google Shape;33;p5"/>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34" name="Google Shape;34;p5"/>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35" name="Google Shape;35;p5"/>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457200" y="204786"/>
            <a:ext cx="3008313" cy="871538"/>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38" name="Google Shape;38;p6"/>
          <p:cNvSpPr txBox="1">
            <a:spLocks noGrp="1"/>
          </p:cNvSpPr>
          <p:nvPr>
            <p:ph type="body" idx="1"/>
          </p:nvPr>
        </p:nvSpPr>
        <p:spPr>
          <a:xfrm>
            <a:off x="3575050" y="1076325"/>
            <a:ext cx="5111750" cy="3518297"/>
          </a:xfrm>
          <a:prstGeom prst="rect">
            <a:avLst/>
          </a:prstGeom>
          <a:noFill/>
          <a:ln>
            <a:noFill/>
          </a:ln>
        </p:spPr>
        <p:txBody>
          <a:bodyPr spcFirstLastPara="1" wrap="square" lIns="91425" tIns="91425" rIns="91425" bIns="91425" anchor="t" anchorCtr="0"/>
          <a:lstStyle>
            <a:lvl1pPr marL="457200" marR="0" lvl="0" indent="-431800" algn="l" rtl="0">
              <a:lnSpc>
                <a:spcPct val="100000"/>
              </a:lnSpc>
              <a:spcBef>
                <a:spcPts val="640"/>
              </a:spcBef>
              <a:spcAft>
                <a:spcPts val="0"/>
              </a:spcAft>
              <a:buClr>
                <a:srgbClr val="92D050"/>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rgbClr val="00B0F0"/>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9" name="Google Shape;39;p6"/>
          <p:cNvSpPr txBox="1">
            <a:spLocks noGrp="1"/>
          </p:cNvSpPr>
          <p:nvPr>
            <p:ph type="body" idx="2"/>
          </p:nvPr>
        </p:nvSpPr>
        <p:spPr>
          <a:xfrm>
            <a:off x="457200" y="1076325"/>
            <a:ext cx="3008313" cy="3518296"/>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40" name="Google Shape;40;p6"/>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1" name="Google Shape;41;p6"/>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2" name="Google Shape;42;p6"/>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45" name="Google Shape;45;p7"/>
          <p:cNvSpPr txBox="1">
            <a:spLocks noGrp="1"/>
          </p:cNvSpPr>
          <p:nvPr>
            <p:ph type="body" idx="1"/>
          </p:nvPr>
        </p:nvSpPr>
        <p:spPr>
          <a:xfrm>
            <a:off x="323528" y="1200150"/>
            <a:ext cx="8064900" cy="33945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46" name="Google Shape;46;p7"/>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7"/>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7"/>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67543" y="1608658"/>
            <a:ext cx="7772400" cy="1021555"/>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0"/>
              </a:spcBef>
              <a:spcAft>
                <a:spcPts val="0"/>
              </a:spcAft>
              <a:buClr>
                <a:srgbClr val="00B0F0"/>
              </a:buClr>
              <a:buSzPts val="1400"/>
              <a:buFont typeface="Calibri"/>
              <a:buNone/>
              <a:defRPr sz="4000" b="1"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51" name="Google Shape;51;p8"/>
          <p:cNvSpPr txBox="1">
            <a:spLocks noGrp="1"/>
          </p:cNvSpPr>
          <p:nvPr>
            <p:ph type="body" idx="1"/>
          </p:nvPr>
        </p:nvSpPr>
        <p:spPr>
          <a:xfrm>
            <a:off x="467543" y="483518"/>
            <a:ext cx="7772400" cy="1125140"/>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00"/>
              </a:spcBef>
              <a:spcAft>
                <a:spcPts val="0"/>
              </a:spcAft>
              <a:buClr>
                <a:srgbClr val="92D050"/>
              </a:buClr>
              <a:buSzPts val="2800"/>
              <a:buFont typeface="Arial"/>
              <a:buNone/>
              <a:defRPr sz="2000" b="0" i="0" u="none" strike="noStrike" cap="none">
                <a:solidFill>
                  <a:srgbClr val="888888"/>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B0F0"/>
              </a:buClr>
              <a:buSzPts val="2400"/>
              <a:buFont typeface="Arial"/>
              <a:buNone/>
              <a:defRPr sz="1800" b="0" i="0" u="none" strike="noStrike" cap="none">
                <a:solidFill>
                  <a:srgbClr val="888888"/>
                </a:solidFill>
                <a:latin typeface="Calibri"/>
                <a:ea typeface="Calibri"/>
                <a:cs typeface="Calibri"/>
                <a:sym typeface="Calibri"/>
              </a:defRPr>
            </a:lvl2pPr>
            <a:lvl3pPr marL="1371600" marR="0" lvl="2" indent="-228600" algn="l" rtl="0">
              <a:lnSpc>
                <a:spcPct val="100000"/>
              </a:lnSpc>
              <a:spcBef>
                <a:spcPts val="320"/>
              </a:spcBef>
              <a:spcAft>
                <a:spcPts val="0"/>
              </a:spcAft>
              <a:buClr>
                <a:srgbClr val="888888"/>
              </a:buClr>
              <a:buSzPts val="2000"/>
              <a:buFont typeface="Arial"/>
              <a:buNone/>
              <a:defRPr sz="1600" b="0" i="0" u="none" strike="noStrike" cap="none">
                <a:solidFill>
                  <a:srgbClr val="888888"/>
                </a:solidFill>
                <a:latin typeface="Calibri"/>
                <a:ea typeface="Calibri"/>
                <a:cs typeface="Calibri"/>
                <a:sym typeface="Calibri"/>
              </a:defRPr>
            </a:lvl3pPr>
            <a:lvl4pPr marL="1828800" marR="0" lvl="3" indent="-228600" algn="l" rtl="0">
              <a:lnSpc>
                <a:spcPct val="100000"/>
              </a:lnSpc>
              <a:spcBef>
                <a:spcPts val="280"/>
              </a:spcBef>
              <a:spcAft>
                <a:spcPts val="0"/>
              </a:spcAft>
              <a:buClr>
                <a:srgbClr val="888888"/>
              </a:buClr>
              <a:buSzPts val="1800"/>
              <a:buFont typeface="Arial"/>
              <a:buNone/>
              <a:defRPr sz="1400" b="0" i="0" u="none" strike="noStrike" cap="none">
                <a:solidFill>
                  <a:srgbClr val="888888"/>
                </a:solidFill>
                <a:latin typeface="Calibri"/>
                <a:ea typeface="Calibri"/>
                <a:cs typeface="Calibri"/>
                <a:sym typeface="Calibri"/>
              </a:defRPr>
            </a:lvl4pPr>
            <a:lvl5pPr marL="2286000" marR="0" lvl="4" indent="-228600" algn="l" rtl="0">
              <a:lnSpc>
                <a:spcPct val="100000"/>
              </a:lnSpc>
              <a:spcBef>
                <a:spcPts val="280"/>
              </a:spcBef>
              <a:spcAft>
                <a:spcPts val="0"/>
              </a:spcAft>
              <a:buClr>
                <a:srgbClr val="888888"/>
              </a:buClr>
              <a:buSzPts val="1800"/>
              <a:buFont typeface="Arial"/>
              <a:buNone/>
              <a:defRPr sz="1400" b="0" i="0" u="none" strike="noStrike" cap="none">
                <a:solidFill>
                  <a:srgbClr val="888888"/>
                </a:solidFill>
                <a:latin typeface="Calibri"/>
                <a:ea typeface="Calibri"/>
                <a:cs typeface="Calibri"/>
                <a:sym typeface="Calibri"/>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9pPr>
          </a:lstStyle>
          <a:p>
            <a:endParaRPr/>
          </a:p>
        </p:txBody>
      </p:sp>
      <p:sp>
        <p:nvSpPr>
          <p:cNvPr id="52" name="Google Shape;52;p8"/>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8"/>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p8"/>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55"/>
        <p:cNvGrpSpPr/>
        <p:nvPr/>
      </p:nvGrpSpPr>
      <p:grpSpPr>
        <a:xfrm>
          <a:off x="0" y="0"/>
          <a:ext cx="0" cy="0"/>
          <a:chOff x="0" y="0"/>
          <a:chExt cx="0" cy="0"/>
        </a:xfrm>
      </p:grpSpPr>
      <p:sp>
        <p:nvSpPr>
          <p:cNvPr id="56" name="Google Shape;56;p9"/>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57" name="Google Shape;57;p9"/>
          <p:cNvSpPr txBox="1">
            <a:spLocks noGrp="1"/>
          </p:cNvSpPr>
          <p:nvPr>
            <p:ph type="body" idx="1"/>
          </p:nvPr>
        </p:nvSpPr>
        <p:spPr>
          <a:xfrm>
            <a:off x="323528" y="1203598"/>
            <a:ext cx="4104456" cy="3384375"/>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8" name="Google Shape;58;p9"/>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9" name="Google Shape;59;p9"/>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0" name="Google Shape;60;p9"/>
          <p:cNvSpPr txBox="1">
            <a:spLocks noGrp="1"/>
          </p:cNvSpPr>
          <p:nvPr>
            <p:ph type="sldNum" idx="12"/>
          </p:nvPr>
        </p:nvSpPr>
        <p:spPr>
          <a:xfrm>
            <a:off x="6804247" y="4731989"/>
            <a:ext cx="1944216" cy="273843"/>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61" name="Google Shape;61;p9"/>
          <p:cNvSpPr txBox="1">
            <a:spLocks noGrp="1"/>
          </p:cNvSpPr>
          <p:nvPr>
            <p:ph type="body" idx="2"/>
          </p:nvPr>
        </p:nvSpPr>
        <p:spPr>
          <a:xfrm>
            <a:off x="4582344" y="1203598"/>
            <a:ext cx="4104456" cy="3384375"/>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matchingName="Blank 1">
  <p:cSld name="Blank 1">
    <p:spTree>
      <p:nvGrpSpPr>
        <p:cNvPr id="1" name="Shape 62"/>
        <p:cNvGrpSpPr/>
        <p:nvPr/>
      </p:nvGrpSpPr>
      <p:grpSpPr>
        <a:xfrm>
          <a:off x="0" y="0"/>
          <a:ext cx="0" cy="0"/>
          <a:chOff x="0" y="0"/>
          <a:chExt cx="0" cy="0"/>
        </a:xfrm>
      </p:grpSpPr>
      <p:sp>
        <p:nvSpPr>
          <p:cNvPr id="63" name="Google Shape;63;p10"/>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10"/>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5" name="Google Shape;65;p10"/>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66"/>
        <p:cNvGrpSpPr/>
        <p:nvPr/>
      </p:nvGrpSpPr>
      <p:grpSpPr>
        <a:xfrm>
          <a:off x="0" y="0"/>
          <a:ext cx="0" cy="0"/>
          <a:chOff x="0" y="0"/>
          <a:chExt cx="0" cy="0"/>
        </a:xfrm>
      </p:grpSpPr>
      <p:sp>
        <p:nvSpPr>
          <p:cNvPr id="67" name="Google Shape;67;p11"/>
          <p:cNvSpPr txBox="1">
            <a:spLocks noGrp="1"/>
          </p:cNvSpPr>
          <p:nvPr>
            <p:ph type="body" idx="1"/>
          </p:nvPr>
        </p:nvSpPr>
        <p:spPr>
          <a:xfrm>
            <a:off x="4645026" y="1151334"/>
            <a:ext cx="4041774" cy="479821"/>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80"/>
              </a:spcBef>
              <a:spcAft>
                <a:spcPts val="0"/>
              </a:spcAft>
              <a:buClr>
                <a:srgbClr val="92D050"/>
              </a:buClr>
              <a:buSzPts val="2800"/>
              <a:buFont typeface="Arial"/>
              <a:buNone/>
              <a:defRPr sz="2400" b="1"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400"/>
              </a:spcBef>
              <a:spcAft>
                <a:spcPts val="0"/>
              </a:spcAft>
              <a:buClr>
                <a:srgbClr val="00B0F0"/>
              </a:buClr>
              <a:buSzPts val="2400"/>
              <a:buFont typeface="Arial"/>
              <a:buNone/>
              <a:defRPr sz="2000" b="1"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lt1"/>
              </a:buClr>
              <a:buSzPts val="2000"/>
              <a:buFont typeface="Arial"/>
              <a:buNone/>
              <a:defRPr sz="1800" b="1"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68" name="Google Shape;68;p11"/>
          <p:cNvSpPr txBox="1">
            <a:spLocks noGrp="1"/>
          </p:cNvSpPr>
          <p:nvPr>
            <p:ph type="body" idx="2"/>
          </p:nvPr>
        </p:nvSpPr>
        <p:spPr>
          <a:xfrm>
            <a:off x="4645026" y="1631155"/>
            <a:ext cx="4041774" cy="2963465"/>
          </a:xfrm>
          <a:prstGeom prst="rect">
            <a:avLst/>
          </a:prstGeom>
          <a:noFill/>
          <a:ln>
            <a:noFill/>
          </a:ln>
        </p:spPr>
        <p:txBody>
          <a:bodyPr spcFirstLastPara="1" wrap="square" lIns="91425" tIns="91425" rIns="91425" bIns="91425" anchor="t" anchorCtr="0"/>
          <a:lstStyle>
            <a:lvl1pPr marL="457200" marR="0" lvl="0" indent="-381000" algn="l" rtl="0">
              <a:lnSpc>
                <a:spcPct val="100000"/>
              </a:lnSpc>
              <a:spcBef>
                <a:spcPts val="480"/>
              </a:spcBef>
              <a:spcAft>
                <a:spcPts val="0"/>
              </a:spcAft>
              <a:buClr>
                <a:srgbClr val="92D050"/>
              </a:buClr>
              <a:buSzPts val="2400"/>
              <a:buFont typeface="Arial"/>
              <a:buChar char="•"/>
              <a:defRPr sz="2400" b="0" i="0" u="none" strike="noStrike" cap="none">
                <a:solidFill>
                  <a:schemeClr val="lt1"/>
                </a:solidFill>
                <a:latin typeface="Calibri"/>
                <a:ea typeface="Calibri"/>
                <a:cs typeface="Calibri"/>
                <a:sym typeface="Calibri"/>
              </a:defRPr>
            </a:lvl1pPr>
            <a:lvl2pPr marL="914400" marR="0" lvl="1" indent="-355600" algn="l" rtl="0">
              <a:lnSpc>
                <a:spcPct val="100000"/>
              </a:lnSpc>
              <a:spcBef>
                <a:spcPts val="400"/>
              </a:spcBef>
              <a:spcAft>
                <a:spcPts val="0"/>
              </a:spcAft>
              <a:buClr>
                <a:srgbClr val="00B0F0"/>
              </a:buClr>
              <a:buSzPts val="2000"/>
              <a:buFont typeface="Arial"/>
              <a:buChar char="–"/>
              <a:defRPr sz="20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69" name="Google Shape;69;p11"/>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1"/>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1"/>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72" name="Google Shape;72;p11"/>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73" name="Google Shape;73;p11"/>
          <p:cNvSpPr txBox="1">
            <a:spLocks noGrp="1"/>
          </p:cNvSpPr>
          <p:nvPr>
            <p:ph type="body" idx="3"/>
          </p:nvPr>
        </p:nvSpPr>
        <p:spPr>
          <a:xfrm>
            <a:off x="323528" y="1151334"/>
            <a:ext cx="4041774" cy="479821"/>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80"/>
              </a:spcBef>
              <a:spcAft>
                <a:spcPts val="0"/>
              </a:spcAft>
              <a:buClr>
                <a:srgbClr val="92D050"/>
              </a:buClr>
              <a:buSzPts val="2800"/>
              <a:buFont typeface="Arial"/>
              <a:buNone/>
              <a:defRPr sz="2400" b="1"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400"/>
              </a:spcBef>
              <a:spcAft>
                <a:spcPts val="0"/>
              </a:spcAft>
              <a:buClr>
                <a:srgbClr val="00B0F0"/>
              </a:buClr>
              <a:buSzPts val="2400"/>
              <a:buFont typeface="Arial"/>
              <a:buNone/>
              <a:defRPr sz="2000" b="1"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lt1"/>
              </a:buClr>
              <a:buSzPts val="2000"/>
              <a:buFont typeface="Arial"/>
              <a:buNone/>
              <a:defRPr sz="1800" b="1"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74" name="Google Shape;74;p11"/>
          <p:cNvSpPr txBox="1">
            <a:spLocks noGrp="1"/>
          </p:cNvSpPr>
          <p:nvPr>
            <p:ph type="body" idx="4"/>
          </p:nvPr>
        </p:nvSpPr>
        <p:spPr>
          <a:xfrm>
            <a:off x="323528" y="1631155"/>
            <a:ext cx="4041774" cy="2963465"/>
          </a:xfrm>
          <a:prstGeom prst="rect">
            <a:avLst/>
          </a:prstGeom>
          <a:noFill/>
          <a:ln>
            <a:noFill/>
          </a:ln>
        </p:spPr>
        <p:txBody>
          <a:bodyPr spcFirstLastPara="1" wrap="square" lIns="91425" tIns="91425" rIns="91425" bIns="91425" anchor="t" anchorCtr="0"/>
          <a:lstStyle>
            <a:lvl1pPr marL="457200" marR="0" lvl="0" indent="-381000" algn="l" rtl="0">
              <a:lnSpc>
                <a:spcPct val="100000"/>
              </a:lnSpc>
              <a:spcBef>
                <a:spcPts val="480"/>
              </a:spcBef>
              <a:spcAft>
                <a:spcPts val="0"/>
              </a:spcAft>
              <a:buClr>
                <a:srgbClr val="92D050"/>
              </a:buClr>
              <a:buSzPts val="2400"/>
              <a:buFont typeface="Arial"/>
              <a:buChar char="•"/>
              <a:defRPr sz="2400" b="0" i="0" u="none" strike="noStrike" cap="none">
                <a:solidFill>
                  <a:schemeClr val="lt1"/>
                </a:solidFill>
                <a:latin typeface="Calibri"/>
                <a:ea typeface="Calibri"/>
                <a:cs typeface="Calibri"/>
                <a:sym typeface="Calibri"/>
              </a:defRPr>
            </a:lvl1pPr>
            <a:lvl2pPr marL="914400" marR="0" lvl="1" indent="-355600" algn="l" rtl="0">
              <a:lnSpc>
                <a:spcPct val="100000"/>
              </a:lnSpc>
              <a:spcBef>
                <a:spcPts val="400"/>
              </a:spcBef>
              <a:spcAft>
                <a:spcPts val="0"/>
              </a:spcAft>
              <a:buClr>
                <a:srgbClr val="00B0F0"/>
              </a:buClr>
              <a:buSzPts val="2000"/>
              <a:buFont typeface="Arial"/>
              <a:buChar char="–"/>
              <a:defRPr sz="20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5"/>
        <p:cNvGrpSpPr/>
        <p:nvPr/>
      </p:nvGrpSpPr>
      <p:grpSpPr>
        <a:xfrm>
          <a:off x="0" y="0"/>
          <a:ext cx="0" cy="0"/>
          <a:chOff x="0" y="0"/>
          <a:chExt cx="0" cy="0"/>
        </a:xfrm>
      </p:grpSpPr>
      <p:sp>
        <p:nvSpPr>
          <p:cNvPr id="76" name="Google Shape;76;p12"/>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77" name="Google Shape;77;p12"/>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8" name="Google Shape;78;p12"/>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9" name="Google Shape;79;p12"/>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3"/>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3"/>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3"/>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4"/>
        <p:cNvGrpSpPr/>
        <p:nvPr/>
      </p:nvGrpSpPr>
      <p:grpSpPr>
        <a:xfrm>
          <a:off x="0" y="0"/>
          <a:ext cx="0" cy="0"/>
          <a:chOff x="0" y="0"/>
          <a:chExt cx="0" cy="0"/>
        </a:xfrm>
      </p:grpSpPr>
      <p:sp>
        <p:nvSpPr>
          <p:cNvPr id="85" name="Google Shape;85;p14"/>
          <p:cNvSpPr txBox="1">
            <a:spLocks noGrp="1"/>
          </p:cNvSpPr>
          <p:nvPr>
            <p:ph type="title"/>
          </p:nvPr>
        </p:nvSpPr>
        <p:spPr>
          <a:xfrm>
            <a:off x="1792288" y="3600450"/>
            <a:ext cx="5486399" cy="425053"/>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86" name="Google Shape;86;p14"/>
          <p:cNvSpPr>
            <a:spLocks noGrp="1"/>
          </p:cNvSpPr>
          <p:nvPr>
            <p:ph type="pic" idx="2"/>
          </p:nvPr>
        </p:nvSpPr>
        <p:spPr>
          <a:xfrm>
            <a:off x="1792288" y="459581"/>
            <a:ext cx="5486399" cy="3086099"/>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640"/>
              </a:spcBef>
              <a:spcAft>
                <a:spcPts val="0"/>
              </a:spcAft>
              <a:buClr>
                <a:srgbClr val="92D050"/>
              </a:buClr>
              <a:buSzPts val="1400"/>
              <a:buFont typeface="Arial"/>
              <a:buNone/>
              <a:defRPr sz="3200" b="0" i="0" u="none" strike="noStrike" cap="none">
                <a:solidFill>
                  <a:schemeClr val="lt1"/>
                </a:solidFill>
                <a:latin typeface="Calibri"/>
                <a:ea typeface="Calibri"/>
                <a:cs typeface="Calibri"/>
                <a:sym typeface="Calibri"/>
              </a:defRPr>
            </a:lvl1pPr>
            <a:lvl2pPr marL="457200" marR="0" lvl="1" indent="0" algn="l" rtl="0">
              <a:lnSpc>
                <a:spcPct val="100000"/>
              </a:lnSpc>
              <a:spcBef>
                <a:spcPts val="560"/>
              </a:spcBef>
              <a:spcAft>
                <a:spcPts val="0"/>
              </a:spcAft>
              <a:buClr>
                <a:srgbClr val="00B0F0"/>
              </a:buClr>
              <a:buSzPts val="1400"/>
              <a:buFont typeface="Arial"/>
              <a:buNone/>
              <a:defRPr sz="2800" b="0" i="0" u="none" strike="noStrike" cap="none">
                <a:solidFill>
                  <a:schemeClr val="lt1"/>
                </a:solidFill>
                <a:latin typeface="Calibri"/>
                <a:ea typeface="Calibri"/>
                <a:cs typeface="Calibri"/>
                <a:sym typeface="Calibri"/>
              </a:defRPr>
            </a:lvl2pPr>
            <a:lvl3pPr marL="914400" marR="0" lvl="2" indent="0" algn="l" rtl="0">
              <a:lnSpc>
                <a:spcPct val="100000"/>
              </a:lnSpc>
              <a:spcBef>
                <a:spcPts val="480"/>
              </a:spcBef>
              <a:spcAft>
                <a:spcPts val="0"/>
              </a:spcAft>
              <a:buClr>
                <a:schemeClr val="lt1"/>
              </a:buClr>
              <a:buSzPts val="1400"/>
              <a:buFont typeface="Arial"/>
              <a:buNone/>
              <a:defRPr sz="2400" b="0" i="0" u="none" strike="noStrike" cap="none">
                <a:solidFill>
                  <a:schemeClr val="lt1"/>
                </a:solidFill>
                <a:latin typeface="Calibri"/>
                <a:ea typeface="Calibri"/>
                <a:cs typeface="Calibri"/>
                <a:sym typeface="Calibri"/>
              </a:defRPr>
            </a:lvl3pPr>
            <a:lvl4pPr marL="1371600" marR="0" lvl="3" indent="0" algn="l" rtl="0">
              <a:lnSpc>
                <a:spcPct val="100000"/>
              </a:lnSpc>
              <a:spcBef>
                <a:spcPts val="400"/>
              </a:spcBef>
              <a:spcAft>
                <a:spcPts val="0"/>
              </a:spcAft>
              <a:buClr>
                <a:schemeClr val="lt1"/>
              </a:buClr>
              <a:buSzPts val="1400"/>
              <a:buFont typeface="Arial"/>
              <a:buNone/>
              <a:defRPr sz="2000" b="0" i="0" u="none" strike="noStrike" cap="none">
                <a:solidFill>
                  <a:schemeClr val="lt1"/>
                </a:solidFill>
                <a:latin typeface="Calibri"/>
                <a:ea typeface="Calibri"/>
                <a:cs typeface="Calibri"/>
                <a:sym typeface="Calibri"/>
              </a:defRPr>
            </a:lvl4pPr>
            <a:lvl5pPr marL="1828800" marR="0" lvl="4" indent="0" algn="l" rtl="0">
              <a:lnSpc>
                <a:spcPct val="100000"/>
              </a:lnSpc>
              <a:spcBef>
                <a:spcPts val="400"/>
              </a:spcBef>
              <a:spcAft>
                <a:spcPts val="0"/>
              </a:spcAft>
              <a:buClr>
                <a:schemeClr val="lt1"/>
              </a:buClr>
              <a:buSzPts val="1400"/>
              <a:buFont typeface="Arial"/>
              <a:buNone/>
              <a:defRPr sz="2000" b="0" i="0" u="none" strike="noStrike" cap="none">
                <a:solidFill>
                  <a:schemeClr val="lt1"/>
                </a:solidFill>
                <a:latin typeface="Calibri"/>
                <a:ea typeface="Calibri"/>
                <a:cs typeface="Calibri"/>
                <a:sym typeface="Calibri"/>
              </a:defRPr>
            </a:lvl5pPr>
            <a:lvl6pPr marL="2286000" marR="0" lvl="5"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87" name="Google Shape;87;p14"/>
          <p:cNvSpPr txBox="1">
            <a:spLocks noGrp="1"/>
          </p:cNvSpPr>
          <p:nvPr>
            <p:ph type="body" idx="1"/>
          </p:nvPr>
        </p:nvSpPr>
        <p:spPr>
          <a:xfrm>
            <a:off x="1792288" y="4025503"/>
            <a:ext cx="5486399" cy="603647"/>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88" name="Google Shape;88;p14"/>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9" name="Google Shape;89;p14"/>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0" name="Google Shape;90;p14"/>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44.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1"/>
        <p:cNvGrpSpPr/>
        <p:nvPr/>
      </p:nvGrpSpPr>
      <p:grpSpPr>
        <a:xfrm>
          <a:off x="0" y="0"/>
          <a:ext cx="0" cy="0"/>
          <a:chOff x="0" y="0"/>
          <a:chExt cx="0" cy="0"/>
        </a:xfrm>
      </p:grpSpPr>
      <p:sp>
        <p:nvSpPr>
          <p:cNvPr id="92" name="Google Shape;92;p15"/>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93" name="Google Shape;93;p15"/>
          <p:cNvSpPr txBox="1">
            <a:spLocks noGrp="1"/>
          </p:cNvSpPr>
          <p:nvPr>
            <p:ph type="body" idx="1"/>
          </p:nvPr>
        </p:nvSpPr>
        <p:spPr>
          <a:xfrm rot="5400000">
            <a:off x="2703240" y="-1248122"/>
            <a:ext cx="2739750" cy="7499176"/>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94" name="Google Shape;94;p15"/>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5" name="Google Shape;95;p15"/>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6" name="Google Shape;96;p15"/>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45.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7"/>
        <p:cNvGrpSpPr/>
        <p:nvPr/>
      </p:nvGrpSpPr>
      <p:grpSpPr>
        <a:xfrm>
          <a:off x="0" y="0"/>
          <a:ext cx="0" cy="0"/>
          <a:chOff x="0" y="0"/>
          <a:chExt cx="0" cy="0"/>
        </a:xfrm>
      </p:grpSpPr>
      <p:sp>
        <p:nvSpPr>
          <p:cNvPr id="98" name="Google Shape;98;p16"/>
          <p:cNvSpPr txBox="1">
            <a:spLocks noGrp="1"/>
          </p:cNvSpPr>
          <p:nvPr>
            <p:ph type="title"/>
          </p:nvPr>
        </p:nvSpPr>
        <p:spPr>
          <a:xfrm rot="5400000">
            <a:off x="6012655" y="771525"/>
            <a:ext cx="3290888" cy="20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99" name="Google Shape;99;p16"/>
          <p:cNvSpPr txBox="1">
            <a:spLocks noGrp="1"/>
          </p:cNvSpPr>
          <p:nvPr>
            <p:ph type="body" idx="1"/>
          </p:nvPr>
        </p:nvSpPr>
        <p:spPr>
          <a:xfrm rot="5400000">
            <a:off x="1821656" y="-1209674"/>
            <a:ext cx="3290888" cy="6019799"/>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00" name="Google Shape;100;p16"/>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1" name="Google Shape;101;p16"/>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2" name="Google Shape;102;p16"/>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46.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755575" y="771550"/>
            <a:ext cx="7632848" cy="1728191"/>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48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12" name="Google Shape;12;p2"/>
          <p:cNvSpPr txBox="1">
            <a:spLocks noGrp="1"/>
          </p:cNvSpPr>
          <p:nvPr>
            <p:ph type="subTitle" idx="1"/>
          </p:nvPr>
        </p:nvSpPr>
        <p:spPr>
          <a:xfrm>
            <a:off x="755575" y="2571750"/>
            <a:ext cx="6400799" cy="1314449"/>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560"/>
              </a:spcBef>
              <a:spcAft>
                <a:spcPts val="0"/>
              </a:spcAft>
              <a:buClr>
                <a:srgbClr val="92D050"/>
              </a:buClr>
              <a:buSzPts val="2800"/>
              <a:buFont typeface="Arial"/>
              <a:buNone/>
              <a:defRPr sz="2800" b="0" i="0" u="none" strike="noStrike" cap="none">
                <a:solidFill>
                  <a:schemeClr val="lt1"/>
                </a:solidFill>
                <a:latin typeface="Calibri"/>
                <a:ea typeface="Calibri"/>
                <a:cs typeface="Calibri"/>
                <a:sym typeface="Calibri"/>
              </a:defRPr>
            </a:lvl1pPr>
            <a:lvl2pPr marL="457200" marR="0" lvl="1" indent="0" algn="ctr" rtl="0">
              <a:lnSpc>
                <a:spcPct val="100000"/>
              </a:lnSpc>
              <a:spcBef>
                <a:spcPts val="480"/>
              </a:spcBef>
              <a:spcAft>
                <a:spcPts val="0"/>
              </a:spcAft>
              <a:buClr>
                <a:srgbClr val="00B0F0"/>
              </a:buClr>
              <a:buSzPts val="2400"/>
              <a:buFont typeface="Arial"/>
              <a:buNone/>
              <a:defRPr sz="2400" b="0" i="0" u="none" strike="noStrike" cap="none">
                <a:solidFill>
                  <a:srgbClr val="888888"/>
                </a:solidFill>
                <a:latin typeface="Calibri"/>
                <a:ea typeface="Calibri"/>
                <a:cs typeface="Calibri"/>
                <a:sym typeface="Calibri"/>
              </a:defRPr>
            </a:lvl2pPr>
            <a:lvl3pPr marL="914400" marR="0" lvl="2"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3pPr>
            <a:lvl4pPr marL="1371600" marR="0" lvl="3" indent="0"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4pPr>
            <a:lvl5pPr marL="1828800" marR="0" lvl="4" indent="0" algn="ctr" rtl="0">
              <a:lnSpc>
                <a:spcPct val="100000"/>
              </a:lnSpc>
              <a:spcBef>
                <a:spcPts val="360"/>
              </a:spcBef>
              <a:spcAft>
                <a:spcPts val="0"/>
              </a:spcAft>
              <a:buClr>
                <a:srgbClr val="888888"/>
              </a:buClr>
              <a:buSzPts val="1800"/>
              <a:buFont typeface="Arial"/>
              <a:buNone/>
              <a:defRPr sz="1800" b="0" i="0" u="none" strike="noStrike" cap="none">
                <a:solidFill>
                  <a:srgbClr val="888888"/>
                </a:solidFill>
                <a:latin typeface="Calibri"/>
                <a:ea typeface="Calibri"/>
                <a:cs typeface="Calibri"/>
                <a:sym typeface="Calibri"/>
              </a:defRPr>
            </a:lvl5pPr>
            <a:lvl6pPr marL="2286000" marR="0" lvl="5"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6pPr>
            <a:lvl7pPr marL="2743200" marR="0" lvl="6"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7pPr>
            <a:lvl8pPr marL="3200400" marR="0" lvl="7"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8pPr>
            <a:lvl9pPr marL="3657600" marR="0" lvl="8" indent="0" algn="ctr" rtl="0">
              <a:lnSpc>
                <a:spcPct val="100000"/>
              </a:lnSpc>
              <a:spcBef>
                <a:spcPts val="400"/>
              </a:spcBef>
              <a:spcAft>
                <a:spcPts val="0"/>
              </a:spcAft>
              <a:buClr>
                <a:srgbClr val="888888"/>
              </a:buClr>
              <a:buSzPts val="2000"/>
              <a:buFont typeface="Arial"/>
              <a:buNone/>
              <a:defRPr sz="2000" b="0" i="0" u="none" strike="noStrike" cap="none">
                <a:solidFill>
                  <a:srgbClr val="888888"/>
                </a:solidFill>
                <a:latin typeface="Calibri"/>
                <a:ea typeface="Calibri"/>
                <a:cs typeface="Calibri"/>
                <a:sym typeface="Calibri"/>
              </a:defRPr>
            </a:lvl9pPr>
          </a:lstStyle>
          <a:p>
            <a:endParaRPr/>
          </a:p>
        </p:txBody>
      </p:sp>
      <p:sp>
        <p:nvSpPr>
          <p:cNvPr id="13" name="Google Shape;13;p2"/>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4" name="Google Shape;14;p2"/>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5" name="Google Shape;15;p2"/>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47.xml><?xml version="1.0" encoding="utf-8"?>
<p:sldLayout xmlns:a="http://schemas.openxmlformats.org/drawingml/2006/main" xmlns:r="http://schemas.openxmlformats.org/officeDocument/2006/relationships" xmlns:p="http://schemas.openxmlformats.org/presentationml/2006/main" matchingName="Title and Content" type="obj">
  <p:cSld name="OBJECT">
    <p:spTree>
      <p:nvGrpSpPr>
        <p:cNvPr id="1" name="Shape 16"/>
        <p:cNvGrpSpPr/>
        <p:nvPr/>
      </p:nvGrpSpPr>
      <p:grpSpPr>
        <a:xfrm>
          <a:off x="0" y="0"/>
          <a:ext cx="0" cy="0"/>
          <a:chOff x="0" y="0"/>
          <a:chExt cx="0" cy="0"/>
        </a:xfrm>
      </p:grpSpPr>
      <p:sp>
        <p:nvSpPr>
          <p:cNvPr id="17" name="Google Shape;17;p3"/>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18" name="Google Shape;18;p3"/>
          <p:cNvSpPr txBox="1">
            <a:spLocks noGrp="1"/>
          </p:cNvSpPr>
          <p:nvPr>
            <p:ph type="body" idx="1"/>
          </p:nvPr>
        </p:nvSpPr>
        <p:spPr>
          <a:xfrm>
            <a:off x="323528" y="1200150"/>
            <a:ext cx="8064896" cy="3394472"/>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9" name="Google Shape;19;p3"/>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0" name="Google Shape;20;p3"/>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1" name="Google Shape;21;p3"/>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48.xml><?xml version="1.0" encoding="utf-8"?>
<p:sldLayout xmlns:a="http://schemas.openxmlformats.org/drawingml/2006/main" xmlns:r="http://schemas.openxmlformats.org/officeDocument/2006/relationships" xmlns:p="http://schemas.openxmlformats.org/presentationml/2006/main" matchingName="Two Content 1">
  <p:cSld name="Two Content 1">
    <p:bg>
      <p:bgPr>
        <a:blipFill rotWithShape="1">
          <a:blip r:embed="rId2">
            <a:alphaModFix/>
          </a:blip>
          <a:stretch>
            <a:fillRect/>
          </a:stretch>
        </a:blipFill>
        <a:effectLst/>
      </p:bgPr>
    </p:bg>
    <p:spTree>
      <p:nvGrpSpPr>
        <p:cNvPr id="1" name="Shape 22"/>
        <p:cNvGrpSpPr/>
        <p:nvPr/>
      </p:nvGrpSpPr>
      <p:grpSpPr>
        <a:xfrm>
          <a:off x="0" y="0"/>
          <a:ext cx="0" cy="0"/>
          <a:chOff x="0" y="0"/>
          <a:chExt cx="0" cy="0"/>
        </a:xfrm>
      </p:grpSpPr>
      <p:sp>
        <p:nvSpPr>
          <p:cNvPr id="23" name="Google Shape;23;p4"/>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4" name="Google Shape;24;p4"/>
          <p:cNvSpPr txBox="1">
            <a:spLocks noGrp="1"/>
          </p:cNvSpPr>
          <p:nvPr>
            <p:ph type="body" idx="1"/>
          </p:nvPr>
        </p:nvSpPr>
        <p:spPr>
          <a:xfrm>
            <a:off x="323528"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25" name="Google Shape;25;p4"/>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6" name="Google Shape;26;p4"/>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7" name="Google Shape;27;p4"/>
          <p:cNvSpPr txBox="1">
            <a:spLocks noGrp="1"/>
          </p:cNvSpPr>
          <p:nvPr>
            <p:ph type="sldNum" idx="12"/>
          </p:nvPr>
        </p:nvSpPr>
        <p:spPr>
          <a:xfrm>
            <a:off x="6804247" y="4731989"/>
            <a:ext cx="1944300" cy="273900"/>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28" name="Google Shape;28;p4"/>
          <p:cNvSpPr txBox="1">
            <a:spLocks noGrp="1"/>
          </p:cNvSpPr>
          <p:nvPr>
            <p:ph type="body" idx="2"/>
          </p:nvPr>
        </p:nvSpPr>
        <p:spPr>
          <a:xfrm>
            <a:off x="4582344" y="1203598"/>
            <a:ext cx="4104600" cy="33843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49.xml><?xml version="1.0" encoding="utf-8"?>
<p:sldLayout xmlns:a="http://schemas.openxmlformats.org/drawingml/2006/main" xmlns:r="http://schemas.openxmlformats.org/officeDocument/2006/relationships" xmlns:p="http://schemas.openxmlformats.org/presentationml/2006/main" matchingName="Content with Caption" type="objTx">
  <p:cSld name="OBJECT_WITH_CAPTION_TEXT">
    <p:spTree>
      <p:nvGrpSpPr>
        <p:cNvPr id="1" name="Shape 36"/>
        <p:cNvGrpSpPr/>
        <p:nvPr/>
      </p:nvGrpSpPr>
      <p:grpSpPr>
        <a:xfrm>
          <a:off x="0" y="0"/>
          <a:ext cx="0" cy="0"/>
          <a:chOff x="0" y="0"/>
          <a:chExt cx="0" cy="0"/>
        </a:xfrm>
      </p:grpSpPr>
      <p:sp>
        <p:nvSpPr>
          <p:cNvPr id="37" name="Google Shape;37;p6"/>
          <p:cNvSpPr txBox="1">
            <a:spLocks noGrp="1"/>
          </p:cNvSpPr>
          <p:nvPr>
            <p:ph type="title"/>
          </p:nvPr>
        </p:nvSpPr>
        <p:spPr>
          <a:xfrm>
            <a:off x="457200" y="204786"/>
            <a:ext cx="3008313" cy="871538"/>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38" name="Google Shape;38;p6"/>
          <p:cNvSpPr txBox="1">
            <a:spLocks noGrp="1"/>
          </p:cNvSpPr>
          <p:nvPr>
            <p:ph type="body" idx="1"/>
          </p:nvPr>
        </p:nvSpPr>
        <p:spPr>
          <a:xfrm>
            <a:off x="3575050" y="1076325"/>
            <a:ext cx="5111750" cy="3518297"/>
          </a:xfrm>
          <a:prstGeom prst="rect">
            <a:avLst/>
          </a:prstGeom>
          <a:noFill/>
          <a:ln>
            <a:noFill/>
          </a:ln>
        </p:spPr>
        <p:txBody>
          <a:bodyPr spcFirstLastPara="1" wrap="square" lIns="91425" tIns="91425" rIns="91425" bIns="91425" anchor="t" anchorCtr="0"/>
          <a:lstStyle>
            <a:lvl1pPr marL="457200" marR="0" lvl="0" indent="-431800" algn="l" rtl="0">
              <a:lnSpc>
                <a:spcPct val="100000"/>
              </a:lnSpc>
              <a:spcBef>
                <a:spcPts val="640"/>
              </a:spcBef>
              <a:spcAft>
                <a:spcPts val="0"/>
              </a:spcAft>
              <a:buClr>
                <a:srgbClr val="92D050"/>
              </a:buClr>
              <a:buSzPts val="3200"/>
              <a:buFont typeface="Arial"/>
              <a:buChar char="•"/>
              <a:defRPr sz="3200" b="0" i="0" u="none" strike="noStrike" cap="none">
                <a:solidFill>
                  <a:schemeClr val="lt1"/>
                </a:solidFill>
                <a:latin typeface="Calibri"/>
                <a:ea typeface="Calibri"/>
                <a:cs typeface="Calibri"/>
                <a:sym typeface="Calibri"/>
              </a:defRPr>
            </a:lvl1pPr>
            <a:lvl2pPr marL="914400" marR="0" lvl="1" indent="-406400" algn="l" rtl="0">
              <a:lnSpc>
                <a:spcPct val="100000"/>
              </a:lnSpc>
              <a:spcBef>
                <a:spcPts val="560"/>
              </a:spcBef>
              <a:spcAft>
                <a:spcPts val="0"/>
              </a:spcAft>
              <a:buClr>
                <a:srgbClr val="00B0F0"/>
              </a:buClr>
              <a:buSzPts val="2800"/>
              <a:buFont typeface="Arial"/>
              <a:buChar char="–"/>
              <a:defRPr sz="2800" b="0" i="0" u="none" strike="noStrike" cap="none">
                <a:solidFill>
                  <a:schemeClr val="lt1"/>
                </a:solidFill>
                <a:latin typeface="Calibri"/>
                <a:ea typeface="Calibri"/>
                <a:cs typeface="Calibri"/>
                <a:sym typeface="Calibri"/>
              </a:defRPr>
            </a:lvl2pPr>
            <a:lvl3pPr marL="1371600" marR="0" lvl="2" indent="-381000" algn="l" rtl="0">
              <a:lnSpc>
                <a:spcPct val="100000"/>
              </a:lnSpc>
              <a:spcBef>
                <a:spcPts val="480"/>
              </a:spcBef>
              <a:spcAft>
                <a:spcPts val="0"/>
              </a:spcAft>
              <a:buClr>
                <a:schemeClr val="lt1"/>
              </a:buClr>
              <a:buSzPts val="2400"/>
              <a:buFont typeface="Arial"/>
              <a:buChar char="•"/>
              <a:defRPr sz="2400" b="0" i="0" u="none" strike="noStrike" cap="none">
                <a:solidFill>
                  <a:schemeClr val="lt1"/>
                </a:solidFill>
                <a:latin typeface="Calibri"/>
                <a:ea typeface="Calibri"/>
                <a:cs typeface="Calibri"/>
                <a:sym typeface="Calibri"/>
              </a:defRPr>
            </a:lvl3pPr>
            <a:lvl4pPr marL="1828800" marR="0" lvl="3"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4pPr>
            <a:lvl5pPr marL="2286000" marR="0" lvl="4"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39" name="Google Shape;39;p6"/>
          <p:cNvSpPr txBox="1">
            <a:spLocks noGrp="1"/>
          </p:cNvSpPr>
          <p:nvPr>
            <p:ph type="body" idx="2"/>
          </p:nvPr>
        </p:nvSpPr>
        <p:spPr>
          <a:xfrm>
            <a:off x="457200" y="1076325"/>
            <a:ext cx="3008313" cy="3518296"/>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40" name="Google Shape;40;p6"/>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1" name="Google Shape;41;p6"/>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2" name="Google Shape;42;p6"/>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50.xml><?xml version="1.0" encoding="utf-8"?>
<p:sldLayout xmlns:a="http://schemas.openxmlformats.org/drawingml/2006/main" xmlns:r="http://schemas.openxmlformats.org/officeDocument/2006/relationships" xmlns:p="http://schemas.openxmlformats.org/presentationml/2006/main" matchingName="Title and Content 1">
  <p:cSld name="Title and Content 1">
    <p:spTree>
      <p:nvGrpSpPr>
        <p:cNvPr id="1" name="Shape 43"/>
        <p:cNvGrpSpPr/>
        <p:nvPr/>
      </p:nvGrpSpPr>
      <p:grpSpPr>
        <a:xfrm>
          <a:off x="0" y="0"/>
          <a:ext cx="0" cy="0"/>
          <a:chOff x="0" y="0"/>
          <a:chExt cx="0" cy="0"/>
        </a:xfrm>
      </p:grpSpPr>
      <p:sp>
        <p:nvSpPr>
          <p:cNvPr id="44" name="Google Shape;44;p7"/>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45" name="Google Shape;45;p7"/>
          <p:cNvSpPr txBox="1">
            <a:spLocks noGrp="1"/>
          </p:cNvSpPr>
          <p:nvPr>
            <p:ph type="body" idx="1"/>
          </p:nvPr>
        </p:nvSpPr>
        <p:spPr>
          <a:xfrm>
            <a:off x="323528" y="1200150"/>
            <a:ext cx="8064900" cy="33945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46" name="Google Shape;46;p7"/>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7" name="Google Shape;47;p7"/>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48" name="Google Shape;48;p7"/>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51.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49"/>
        <p:cNvGrpSpPr/>
        <p:nvPr/>
      </p:nvGrpSpPr>
      <p:grpSpPr>
        <a:xfrm>
          <a:off x="0" y="0"/>
          <a:ext cx="0" cy="0"/>
          <a:chOff x="0" y="0"/>
          <a:chExt cx="0" cy="0"/>
        </a:xfrm>
      </p:grpSpPr>
      <p:sp>
        <p:nvSpPr>
          <p:cNvPr id="50" name="Google Shape;50;p8"/>
          <p:cNvSpPr txBox="1">
            <a:spLocks noGrp="1"/>
          </p:cNvSpPr>
          <p:nvPr>
            <p:ph type="title"/>
          </p:nvPr>
        </p:nvSpPr>
        <p:spPr>
          <a:xfrm>
            <a:off x="467543" y="1608658"/>
            <a:ext cx="7772400" cy="1021555"/>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0"/>
              </a:spcBef>
              <a:spcAft>
                <a:spcPts val="0"/>
              </a:spcAft>
              <a:buClr>
                <a:srgbClr val="00B0F0"/>
              </a:buClr>
              <a:buSzPts val="1400"/>
              <a:buFont typeface="Calibri"/>
              <a:buNone/>
              <a:defRPr sz="4000" b="1"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51" name="Google Shape;51;p8"/>
          <p:cNvSpPr txBox="1">
            <a:spLocks noGrp="1"/>
          </p:cNvSpPr>
          <p:nvPr>
            <p:ph type="body" idx="1"/>
          </p:nvPr>
        </p:nvSpPr>
        <p:spPr>
          <a:xfrm>
            <a:off x="467543" y="483518"/>
            <a:ext cx="7772400" cy="1125140"/>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00"/>
              </a:spcBef>
              <a:spcAft>
                <a:spcPts val="0"/>
              </a:spcAft>
              <a:buClr>
                <a:srgbClr val="92D050"/>
              </a:buClr>
              <a:buSzPts val="2800"/>
              <a:buFont typeface="Arial"/>
              <a:buNone/>
              <a:defRPr sz="2000" b="0" i="0" u="none" strike="noStrike" cap="none">
                <a:solidFill>
                  <a:srgbClr val="888888"/>
                </a:solidFill>
                <a:latin typeface="Calibri"/>
                <a:ea typeface="Calibri"/>
                <a:cs typeface="Calibri"/>
                <a:sym typeface="Calibri"/>
              </a:defRPr>
            </a:lvl1pPr>
            <a:lvl2pPr marL="914400" marR="0" lvl="1" indent="-228600" algn="l" rtl="0">
              <a:lnSpc>
                <a:spcPct val="100000"/>
              </a:lnSpc>
              <a:spcBef>
                <a:spcPts val="360"/>
              </a:spcBef>
              <a:spcAft>
                <a:spcPts val="0"/>
              </a:spcAft>
              <a:buClr>
                <a:srgbClr val="00B0F0"/>
              </a:buClr>
              <a:buSzPts val="2400"/>
              <a:buFont typeface="Arial"/>
              <a:buNone/>
              <a:defRPr sz="1800" b="0" i="0" u="none" strike="noStrike" cap="none">
                <a:solidFill>
                  <a:srgbClr val="888888"/>
                </a:solidFill>
                <a:latin typeface="Calibri"/>
                <a:ea typeface="Calibri"/>
                <a:cs typeface="Calibri"/>
                <a:sym typeface="Calibri"/>
              </a:defRPr>
            </a:lvl2pPr>
            <a:lvl3pPr marL="1371600" marR="0" lvl="2" indent="-228600" algn="l" rtl="0">
              <a:lnSpc>
                <a:spcPct val="100000"/>
              </a:lnSpc>
              <a:spcBef>
                <a:spcPts val="320"/>
              </a:spcBef>
              <a:spcAft>
                <a:spcPts val="0"/>
              </a:spcAft>
              <a:buClr>
                <a:srgbClr val="888888"/>
              </a:buClr>
              <a:buSzPts val="2000"/>
              <a:buFont typeface="Arial"/>
              <a:buNone/>
              <a:defRPr sz="1600" b="0" i="0" u="none" strike="noStrike" cap="none">
                <a:solidFill>
                  <a:srgbClr val="888888"/>
                </a:solidFill>
                <a:latin typeface="Calibri"/>
                <a:ea typeface="Calibri"/>
                <a:cs typeface="Calibri"/>
                <a:sym typeface="Calibri"/>
              </a:defRPr>
            </a:lvl3pPr>
            <a:lvl4pPr marL="1828800" marR="0" lvl="3" indent="-228600" algn="l" rtl="0">
              <a:lnSpc>
                <a:spcPct val="100000"/>
              </a:lnSpc>
              <a:spcBef>
                <a:spcPts val="280"/>
              </a:spcBef>
              <a:spcAft>
                <a:spcPts val="0"/>
              </a:spcAft>
              <a:buClr>
                <a:srgbClr val="888888"/>
              </a:buClr>
              <a:buSzPts val="1800"/>
              <a:buFont typeface="Arial"/>
              <a:buNone/>
              <a:defRPr sz="1400" b="0" i="0" u="none" strike="noStrike" cap="none">
                <a:solidFill>
                  <a:srgbClr val="888888"/>
                </a:solidFill>
                <a:latin typeface="Calibri"/>
                <a:ea typeface="Calibri"/>
                <a:cs typeface="Calibri"/>
                <a:sym typeface="Calibri"/>
              </a:defRPr>
            </a:lvl4pPr>
            <a:lvl5pPr marL="2286000" marR="0" lvl="4" indent="-228600" algn="l" rtl="0">
              <a:lnSpc>
                <a:spcPct val="100000"/>
              </a:lnSpc>
              <a:spcBef>
                <a:spcPts val="280"/>
              </a:spcBef>
              <a:spcAft>
                <a:spcPts val="0"/>
              </a:spcAft>
              <a:buClr>
                <a:srgbClr val="888888"/>
              </a:buClr>
              <a:buSzPts val="1800"/>
              <a:buFont typeface="Arial"/>
              <a:buNone/>
              <a:defRPr sz="1400" b="0" i="0" u="none" strike="noStrike" cap="none">
                <a:solidFill>
                  <a:srgbClr val="888888"/>
                </a:solidFill>
                <a:latin typeface="Calibri"/>
                <a:ea typeface="Calibri"/>
                <a:cs typeface="Calibri"/>
                <a:sym typeface="Calibri"/>
              </a:defRPr>
            </a:lvl5pPr>
            <a:lvl6pPr marL="2743200" marR="0" lvl="5"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6pPr>
            <a:lvl7pPr marL="3200400" marR="0" lvl="6"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7pPr>
            <a:lvl8pPr marL="3657600" marR="0" lvl="7"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8pPr>
            <a:lvl9pPr marL="4114800" marR="0" lvl="8" indent="-228600" algn="l" rtl="0">
              <a:lnSpc>
                <a:spcPct val="100000"/>
              </a:lnSpc>
              <a:spcBef>
                <a:spcPts val="280"/>
              </a:spcBef>
              <a:spcAft>
                <a:spcPts val="0"/>
              </a:spcAft>
              <a:buClr>
                <a:srgbClr val="888888"/>
              </a:buClr>
              <a:buSzPts val="2000"/>
              <a:buFont typeface="Arial"/>
              <a:buNone/>
              <a:defRPr sz="1400" b="0" i="0" u="none" strike="noStrike" cap="none">
                <a:solidFill>
                  <a:srgbClr val="888888"/>
                </a:solidFill>
                <a:latin typeface="Calibri"/>
                <a:ea typeface="Calibri"/>
                <a:cs typeface="Calibri"/>
                <a:sym typeface="Calibri"/>
              </a:defRPr>
            </a:lvl9pPr>
          </a:lstStyle>
          <a:p>
            <a:endParaRPr/>
          </a:p>
        </p:txBody>
      </p:sp>
      <p:sp>
        <p:nvSpPr>
          <p:cNvPr id="52" name="Google Shape;52;p8"/>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3" name="Google Shape;53;p8"/>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4" name="Google Shape;54;p8"/>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52.xml><?xml version="1.0" encoding="utf-8"?>
<p:sldLayout xmlns:a="http://schemas.openxmlformats.org/drawingml/2006/main" xmlns:r="http://schemas.openxmlformats.org/officeDocument/2006/relationships" xmlns:p="http://schemas.openxmlformats.org/presentationml/2006/main" matchingName="Two Content">
  <p:cSld name="Two Content">
    <p:spTree>
      <p:nvGrpSpPr>
        <p:cNvPr id="1" name="Shape 55"/>
        <p:cNvGrpSpPr/>
        <p:nvPr/>
      </p:nvGrpSpPr>
      <p:grpSpPr>
        <a:xfrm>
          <a:off x="0" y="0"/>
          <a:ext cx="0" cy="0"/>
          <a:chOff x="0" y="0"/>
          <a:chExt cx="0" cy="0"/>
        </a:xfrm>
      </p:grpSpPr>
      <p:sp>
        <p:nvSpPr>
          <p:cNvPr id="56" name="Google Shape;56;p9"/>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57" name="Google Shape;57;p9"/>
          <p:cNvSpPr txBox="1">
            <a:spLocks noGrp="1"/>
          </p:cNvSpPr>
          <p:nvPr>
            <p:ph type="body" idx="1"/>
          </p:nvPr>
        </p:nvSpPr>
        <p:spPr>
          <a:xfrm>
            <a:off x="323528" y="1203598"/>
            <a:ext cx="4104456" cy="3384375"/>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
        <p:nvSpPr>
          <p:cNvPr id="58" name="Google Shape;58;p9"/>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59" name="Google Shape;59;p9"/>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0" name="Google Shape;60;p9"/>
          <p:cNvSpPr txBox="1">
            <a:spLocks noGrp="1"/>
          </p:cNvSpPr>
          <p:nvPr>
            <p:ph type="sldNum" idx="12"/>
          </p:nvPr>
        </p:nvSpPr>
        <p:spPr>
          <a:xfrm>
            <a:off x="6804247" y="4731989"/>
            <a:ext cx="1944216" cy="273843"/>
          </a:xfrm>
          <a:prstGeom prst="rect">
            <a:avLst/>
          </a:prstGeom>
          <a:noFill/>
          <a:ln>
            <a:noFill/>
          </a:ln>
        </p:spPr>
        <p:txBody>
          <a:bodyPr spcFirstLastPara="1" wrap="square" lIns="91425" tIns="45700" rIns="91425" bIns="45700" anchor="t" anchorCtr="0">
            <a:noAutofit/>
          </a:bodyPr>
          <a:lstStyle>
            <a:lvl1pPr marL="0" marR="0" lvl="0"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r"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61" name="Google Shape;61;p9"/>
          <p:cNvSpPr txBox="1">
            <a:spLocks noGrp="1"/>
          </p:cNvSpPr>
          <p:nvPr>
            <p:ph type="body" idx="2"/>
          </p:nvPr>
        </p:nvSpPr>
        <p:spPr>
          <a:xfrm>
            <a:off x="4582344" y="1203598"/>
            <a:ext cx="4104456" cy="3384375"/>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3.xml><?xml version="1.0" encoding="utf-8"?>
<p:sldLayout xmlns:a="http://schemas.openxmlformats.org/drawingml/2006/main" xmlns:r="http://schemas.openxmlformats.org/officeDocument/2006/relationships" xmlns:p="http://schemas.openxmlformats.org/presentationml/2006/main" matchingName="Blank 1">
  <p:cSld name="Blank 1">
    <p:spTree>
      <p:nvGrpSpPr>
        <p:cNvPr id="1" name="Shape 62"/>
        <p:cNvGrpSpPr/>
        <p:nvPr/>
      </p:nvGrpSpPr>
      <p:grpSpPr>
        <a:xfrm>
          <a:off x="0" y="0"/>
          <a:ext cx="0" cy="0"/>
          <a:chOff x="0" y="0"/>
          <a:chExt cx="0" cy="0"/>
        </a:xfrm>
      </p:grpSpPr>
      <p:sp>
        <p:nvSpPr>
          <p:cNvPr id="63" name="Google Shape;63;p10"/>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4" name="Google Shape;64;p10"/>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65" name="Google Shape;65;p10"/>
          <p:cNvSpPr txBox="1">
            <a:spLocks noGrp="1"/>
          </p:cNvSpPr>
          <p:nvPr>
            <p:ph type="sldNum" idx="12"/>
          </p:nvPr>
        </p:nvSpPr>
        <p:spPr>
          <a:xfrm>
            <a:off x="6553200" y="4767262"/>
            <a:ext cx="2133600" cy="273900"/>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54.xml><?xml version="1.0" encoding="utf-8"?>
<p:sldLayout xmlns:a="http://schemas.openxmlformats.org/drawingml/2006/main" xmlns:r="http://schemas.openxmlformats.org/officeDocument/2006/relationships" xmlns:p="http://schemas.openxmlformats.org/presentationml/2006/main" matchingName="Comparison">
  <p:cSld name="Comparison">
    <p:spTree>
      <p:nvGrpSpPr>
        <p:cNvPr id="1" name="Shape 66"/>
        <p:cNvGrpSpPr/>
        <p:nvPr/>
      </p:nvGrpSpPr>
      <p:grpSpPr>
        <a:xfrm>
          <a:off x="0" y="0"/>
          <a:ext cx="0" cy="0"/>
          <a:chOff x="0" y="0"/>
          <a:chExt cx="0" cy="0"/>
        </a:xfrm>
      </p:grpSpPr>
      <p:sp>
        <p:nvSpPr>
          <p:cNvPr id="67" name="Google Shape;67;p11"/>
          <p:cNvSpPr txBox="1">
            <a:spLocks noGrp="1"/>
          </p:cNvSpPr>
          <p:nvPr>
            <p:ph type="body" idx="1"/>
          </p:nvPr>
        </p:nvSpPr>
        <p:spPr>
          <a:xfrm>
            <a:off x="4645026" y="1151334"/>
            <a:ext cx="4041774" cy="479821"/>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80"/>
              </a:spcBef>
              <a:spcAft>
                <a:spcPts val="0"/>
              </a:spcAft>
              <a:buClr>
                <a:srgbClr val="92D050"/>
              </a:buClr>
              <a:buSzPts val="2800"/>
              <a:buFont typeface="Arial"/>
              <a:buNone/>
              <a:defRPr sz="2400" b="1"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400"/>
              </a:spcBef>
              <a:spcAft>
                <a:spcPts val="0"/>
              </a:spcAft>
              <a:buClr>
                <a:srgbClr val="00B0F0"/>
              </a:buClr>
              <a:buSzPts val="2400"/>
              <a:buFont typeface="Arial"/>
              <a:buNone/>
              <a:defRPr sz="2000" b="1"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lt1"/>
              </a:buClr>
              <a:buSzPts val="2000"/>
              <a:buFont typeface="Arial"/>
              <a:buNone/>
              <a:defRPr sz="1800" b="1"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68" name="Google Shape;68;p11"/>
          <p:cNvSpPr txBox="1">
            <a:spLocks noGrp="1"/>
          </p:cNvSpPr>
          <p:nvPr>
            <p:ph type="body" idx="2"/>
          </p:nvPr>
        </p:nvSpPr>
        <p:spPr>
          <a:xfrm>
            <a:off x="4645026" y="1631155"/>
            <a:ext cx="4041774" cy="2963465"/>
          </a:xfrm>
          <a:prstGeom prst="rect">
            <a:avLst/>
          </a:prstGeom>
          <a:noFill/>
          <a:ln>
            <a:noFill/>
          </a:ln>
        </p:spPr>
        <p:txBody>
          <a:bodyPr spcFirstLastPara="1" wrap="square" lIns="91425" tIns="91425" rIns="91425" bIns="91425" anchor="t" anchorCtr="0"/>
          <a:lstStyle>
            <a:lvl1pPr marL="457200" marR="0" lvl="0" indent="-381000" algn="l" rtl="0">
              <a:lnSpc>
                <a:spcPct val="100000"/>
              </a:lnSpc>
              <a:spcBef>
                <a:spcPts val="480"/>
              </a:spcBef>
              <a:spcAft>
                <a:spcPts val="0"/>
              </a:spcAft>
              <a:buClr>
                <a:srgbClr val="92D050"/>
              </a:buClr>
              <a:buSzPts val="2400"/>
              <a:buFont typeface="Arial"/>
              <a:buChar char="•"/>
              <a:defRPr sz="2400" b="0" i="0" u="none" strike="noStrike" cap="none">
                <a:solidFill>
                  <a:schemeClr val="lt1"/>
                </a:solidFill>
                <a:latin typeface="Calibri"/>
                <a:ea typeface="Calibri"/>
                <a:cs typeface="Calibri"/>
                <a:sym typeface="Calibri"/>
              </a:defRPr>
            </a:lvl1pPr>
            <a:lvl2pPr marL="914400" marR="0" lvl="1" indent="-355600" algn="l" rtl="0">
              <a:lnSpc>
                <a:spcPct val="100000"/>
              </a:lnSpc>
              <a:spcBef>
                <a:spcPts val="400"/>
              </a:spcBef>
              <a:spcAft>
                <a:spcPts val="0"/>
              </a:spcAft>
              <a:buClr>
                <a:srgbClr val="00B0F0"/>
              </a:buClr>
              <a:buSzPts val="2000"/>
              <a:buFont typeface="Arial"/>
              <a:buChar char="–"/>
              <a:defRPr sz="20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
        <p:nvSpPr>
          <p:cNvPr id="69" name="Google Shape;69;p11"/>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0" name="Google Shape;70;p11"/>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1" name="Google Shape;71;p11"/>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
        <p:nvSpPr>
          <p:cNvPr id="72" name="Google Shape;72;p11"/>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73" name="Google Shape;73;p11"/>
          <p:cNvSpPr txBox="1">
            <a:spLocks noGrp="1"/>
          </p:cNvSpPr>
          <p:nvPr>
            <p:ph type="body" idx="3"/>
          </p:nvPr>
        </p:nvSpPr>
        <p:spPr>
          <a:xfrm>
            <a:off x="323528" y="1151334"/>
            <a:ext cx="4041774" cy="479821"/>
          </a:xfrm>
          <a:prstGeom prst="rect">
            <a:avLst/>
          </a:prstGeom>
          <a:noFill/>
          <a:ln>
            <a:noFill/>
          </a:ln>
        </p:spPr>
        <p:txBody>
          <a:bodyPr spcFirstLastPara="1" wrap="square" lIns="91425" tIns="91425" rIns="91425" bIns="91425" anchor="b" anchorCtr="0"/>
          <a:lstStyle>
            <a:lvl1pPr marL="457200" marR="0" lvl="0" indent="-228600" algn="l" rtl="0">
              <a:lnSpc>
                <a:spcPct val="100000"/>
              </a:lnSpc>
              <a:spcBef>
                <a:spcPts val="480"/>
              </a:spcBef>
              <a:spcAft>
                <a:spcPts val="0"/>
              </a:spcAft>
              <a:buClr>
                <a:srgbClr val="92D050"/>
              </a:buClr>
              <a:buSzPts val="2800"/>
              <a:buFont typeface="Arial"/>
              <a:buNone/>
              <a:defRPr sz="2400" b="1"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400"/>
              </a:spcBef>
              <a:spcAft>
                <a:spcPts val="0"/>
              </a:spcAft>
              <a:buClr>
                <a:srgbClr val="00B0F0"/>
              </a:buClr>
              <a:buSzPts val="2400"/>
              <a:buFont typeface="Arial"/>
              <a:buNone/>
              <a:defRPr sz="2000" b="1"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360"/>
              </a:spcBef>
              <a:spcAft>
                <a:spcPts val="0"/>
              </a:spcAft>
              <a:buClr>
                <a:schemeClr val="lt1"/>
              </a:buClr>
              <a:buSzPts val="2000"/>
              <a:buFont typeface="Arial"/>
              <a:buNone/>
              <a:defRPr sz="1800" b="1"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320"/>
              </a:spcBef>
              <a:spcAft>
                <a:spcPts val="0"/>
              </a:spcAft>
              <a:buClr>
                <a:schemeClr val="lt1"/>
              </a:buClr>
              <a:buSzPts val="1800"/>
              <a:buFont typeface="Arial"/>
              <a:buNone/>
              <a:defRPr sz="1600" b="1"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320"/>
              </a:spcBef>
              <a:spcAft>
                <a:spcPts val="0"/>
              </a:spcAft>
              <a:buClr>
                <a:schemeClr val="dk1"/>
              </a:buClr>
              <a:buSzPts val="2000"/>
              <a:buFont typeface="Arial"/>
              <a:buNone/>
              <a:defRPr sz="1600" b="1" i="0" u="none" strike="noStrike" cap="none">
                <a:solidFill>
                  <a:schemeClr val="dk1"/>
                </a:solidFill>
                <a:latin typeface="Calibri"/>
                <a:ea typeface="Calibri"/>
                <a:cs typeface="Calibri"/>
                <a:sym typeface="Calibri"/>
              </a:defRPr>
            </a:lvl9pPr>
          </a:lstStyle>
          <a:p>
            <a:endParaRPr/>
          </a:p>
        </p:txBody>
      </p:sp>
      <p:sp>
        <p:nvSpPr>
          <p:cNvPr id="74" name="Google Shape;74;p11"/>
          <p:cNvSpPr txBox="1">
            <a:spLocks noGrp="1"/>
          </p:cNvSpPr>
          <p:nvPr>
            <p:ph type="body" idx="4"/>
          </p:nvPr>
        </p:nvSpPr>
        <p:spPr>
          <a:xfrm>
            <a:off x="323528" y="1631155"/>
            <a:ext cx="4041774" cy="2963465"/>
          </a:xfrm>
          <a:prstGeom prst="rect">
            <a:avLst/>
          </a:prstGeom>
          <a:noFill/>
          <a:ln>
            <a:noFill/>
          </a:ln>
        </p:spPr>
        <p:txBody>
          <a:bodyPr spcFirstLastPara="1" wrap="square" lIns="91425" tIns="91425" rIns="91425" bIns="91425" anchor="t" anchorCtr="0"/>
          <a:lstStyle>
            <a:lvl1pPr marL="457200" marR="0" lvl="0" indent="-381000" algn="l" rtl="0">
              <a:lnSpc>
                <a:spcPct val="100000"/>
              </a:lnSpc>
              <a:spcBef>
                <a:spcPts val="480"/>
              </a:spcBef>
              <a:spcAft>
                <a:spcPts val="0"/>
              </a:spcAft>
              <a:buClr>
                <a:srgbClr val="92D050"/>
              </a:buClr>
              <a:buSzPts val="2400"/>
              <a:buFont typeface="Arial"/>
              <a:buChar char="•"/>
              <a:defRPr sz="2400" b="0" i="0" u="none" strike="noStrike" cap="none">
                <a:solidFill>
                  <a:schemeClr val="lt1"/>
                </a:solidFill>
                <a:latin typeface="Calibri"/>
                <a:ea typeface="Calibri"/>
                <a:cs typeface="Calibri"/>
                <a:sym typeface="Calibri"/>
              </a:defRPr>
            </a:lvl1pPr>
            <a:lvl2pPr marL="914400" marR="0" lvl="1" indent="-355600" algn="l" rtl="0">
              <a:lnSpc>
                <a:spcPct val="100000"/>
              </a:lnSpc>
              <a:spcBef>
                <a:spcPts val="400"/>
              </a:spcBef>
              <a:spcAft>
                <a:spcPts val="0"/>
              </a:spcAft>
              <a:buClr>
                <a:srgbClr val="00B0F0"/>
              </a:buClr>
              <a:buSzPts val="2000"/>
              <a:buFont typeface="Arial"/>
              <a:buChar char="–"/>
              <a:defRPr sz="2000" b="0" i="0" u="none" strike="noStrike" cap="none">
                <a:solidFill>
                  <a:schemeClr val="lt1"/>
                </a:solidFill>
                <a:latin typeface="Calibri"/>
                <a:ea typeface="Calibri"/>
                <a:cs typeface="Calibri"/>
                <a:sym typeface="Calibri"/>
              </a:defRPr>
            </a:lvl2pPr>
            <a:lvl3pPr marL="1371600" marR="0" lvl="2"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3pPr>
            <a:lvl4pPr marL="1828800" marR="0" lvl="3"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4pPr>
            <a:lvl5pPr marL="2286000" marR="0" lvl="4" indent="-330200" algn="l" rtl="0">
              <a:lnSpc>
                <a:spcPct val="100000"/>
              </a:lnSpc>
              <a:spcBef>
                <a:spcPts val="320"/>
              </a:spcBef>
              <a:spcAft>
                <a:spcPts val="0"/>
              </a:spcAft>
              <a:buClr>
                <a:schemeClr val="lt1"/>
              </a:buClr>
              <a:buSzPts val="1600"/>
              <a:buFont typeface="Arial"/>
              <a:buChar char="»"/>
              <a:defRPr sz="1600" b="0" i="0" u="none" strike="noStrike" cap="none">
                <a:solidFill>
                  <a:schemeClr val="lt1"/>
                </a:solidFill>
                <a:latin typeface="Calibri"/>
                <a:ea typeface="Calibri"/>
                <a:cs typeface="Calibri"/>
                <a:sym typeface="Calibri"/>
              </a:defRPr>
            </a:lvl5pPr>
            <a:lvl6pPr marL="2743200" marR="0" lvl="5"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6pPr>
            <a:lvl7pPr marL="3200400" marR="0" lvl="6"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7pPr>
            <a:lvl8pPr marL="3657600" marR="0" lvl="7"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8pPr>
            <a:lvl9pPr marL="4114800" marR="0" lvl="8" indent="-330200" algn="l" rtl="0">
              <a:lnSpc>
                <a:spcPct val="100000"/>
              </a:lnSpc>
              <a:spcBef>
                <a:spcPts val="320"/>
              </a:spcBef>
              <a:spcAft>
                <a:spcPts val="0"/>
              </a:spcAft>
              <a:buClr>
                <a:schemeClr val="dk1"/>
              </a:buClr>
              <a:buSzPts val="1600"/>
              <a:buFont typeface="Arial"/>
              <a:buChar char="•"/>
              <a:defRPr sz="1600" b="0" i="0" u="none" strike="noStrike" cap="none">
                <a:solidFill>
                  <a:schemeClr val="dk1"/>
                </a:solidFill>
                <a:latin typeface="Calibri"/>
                <a:ea typeface="Calibri"/>
                <a:cs typeface="Calibri"/>
                <a:sym typeface="Calibri"/>
              </a:defRPr>
            </a:lvl9pPr>
          </a:lstStyle>
          <a:p>
            <a:endParaRPr/>
          </a:p>
        </p:txBody>
      </p:sp>
    </p:spTree>
  </p:cSld>
  <p:clrMapOvr>
    <a:masterClrMapping/>
  </p:clrMapOvr>
</p:sldLayout>
</file>

<file path=ppt/slideLayouts/slideLayout55.xml><?xml version="1.0" encoding="utf-8"?>
<p:sldLayout xmlns:a="http://schemas.openxmlformats.org/drawingml/2006/main" xmlns:r="http://schemas.openxmlformats.org/officeDocument/2006/relationships" xmlns:p="http://schemas.openxmlformats.org/presentationml/2006/main" matchingName="Title Only" type="titleOnly">
  <p:cSld name="TITLE_ONLY">
    <p:spTree>
      <p:nvGrpSpPr>
        <p:cNvPr id="1" name="Shape 75"/>
        <p:cNvGrpSpPr/>
        <p:nvPr/>
      </p:nvGrpSpPr>
      <p:grpSpPr>
        <a:xfrm>
          <a:off x="0" y="0"/>
          <a:ext cx="0" cy="0"/>
          <a:chOff x="0" y="0"/>
          <a:chExt cx="0" cy="0"/>
        </a:xfrm>
      </p:grpSpPr>
      <p:sp>
        <p:nvSpPr>
          <p:cNvPr id="76" name="Google Shape;76;p12"/>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77" name="Google Shape;77;p12"/>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8" name="Google Shape;78;p12"/>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79" name="Google Shape;79;p12"/>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56.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80"/>
        <p:cNvGrpSpPr/>
        <p:nvPr/>
      </p:nvGrpSpPr>
      <p:grpSpPr>
        <a:xfrm>
          <a:off x="0" y="0"/>
          <a:ext cx="0" cy="0"/>
          <a:chOff x="0" y="0"/>
          <a:chExt cx="0" cy="0"/>
        </a:xfrm>
      </p:grpSpPr>
      <p:sp>
        <p:nvSpPr>
          <p:cNvPr id="81" name="Google Shape;81;p13"/>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2" name="Google Shape;82;p13"/>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3" name="Google Shape;83;p13"/>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57.xml><?xml version="1.0" encoding="utf-8"?>
<p:sldLayout xmlns:a="http://schemas.openxmlformats.org/drawingml/2006/main" xmlns:r="http://schemas.openxmlformats.org/officeDocument/2006/relationships" xmlns:p="http://schemas.openxmlformats.org/presentationml/2006/main" matchingName="Picture with Caption" type="picTx">
  <p:cSld name="PICTURE_WITH_CAPTION_TEXT">
    <p:spTree>
      <p:nvGrpSpPr>
        <p:cNvPr id="1" name="Shape 84"/>
        <p:cNvGrpSpPr/>
        <p:nvPr/>
      </p:nvGrpSpPr>
      <p:grpSpPr>
        <a:xfrm>
          <a:off x="0" y="0"/>
          <a:ext cx="0" cy="0"/>
          <a:chOff x="0" y="0"/>
          <a:chExt cx="0" cy="0"/>
        </a:xfrm>
      </p:grpSpPr>
      <p:sp>
        <p:nvSpPr>
          <p:cNvPr id="85" name="Google Shape;85;p14"/>
          <p:cNvSpPr txBox="1">
            <a:spLocks noGrp="1"/>
          </p:cNvSpPr>
          <p:nvPr>
            <p:ph type="title"/>
          </p:nvPr>
        </p:nvSpPr>
        <p:spPr>
          <a:xfrm>
            <a:off x="1792288" y="3600450"/>
            <a:ext cx="5486399" cy="425053"/>
          </a:xfrm>
          <a:prstGeom prst="rect">
            <a:avLst/>
          </a:prstGeom>
          <a:noFill/>
          <a:ln>
            <a:noFill/>
          </a:ln>
        </p:spPr>
        <p:txBody>
          <a:bodyPr spcFirstLastPara="1" wrap="square" lIns="91425" tIns="91425" rIns="91425" bIns="91425" anchor="b" anchorCtr="0"/>
          <a:lstStyle>
            <a:lvl1pPr marL="0" marR="0" lvl="0" indent="0" algn="l" rtl="0">
              <a:lnSpc>
                <a:spcPct val="100000"/>
              </a:lnSpc>
              <a:spcBef>
                <a:spcPts val="0"/>
              </a:spcBef>
              <a:spcAft>
                <a:spcPts val="0"/>
              </a:spcAft>
              <a:buClr>
                <a:srgbClr val="00B0F0"/>
              </a:buClr>
              <a:buSzPts val="1400"/>
              <a:buFont typeface="Calibri"/>
              <a:buNone/>
              <a:defRPr sz="2000" b="1"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86" name="Google Shape;86;p14"/>
          <p:cNvSpPr>
            <a:spLocks noGrp="1"/>
          </p:cNvSpPr>
          <p:nvPr>
            <p:ph type="pic" idx="2"/>
          </p:nvPr>
        </p:nvSpPr>
        <p:spPr>
          <a:xfrm>
            <a:off x="1792288" y="459581"/>
            <a:ext cx="5486399" cy="3086099"/>
          </a:xfrm>
          <a:prstGeom prst="rect">
            <a:avLst/>
          </a:prstGeom>
          <a:noFill/>
          <a:ln>
            <a:noFill/>
          </a:ln>
        </p:spPr>
        <p:txBody>
          <a:bodyPr spcFirstLastPara="1" wrap="square" lIns="91425" tIns="91425" rIns="91425" bIns="91425" anchor="t" anchorCtr="0"/>
          <a:lstStyle>
            <a:lvl1pPr marL="0" marR="0" lvl="0" indent="0" algn="l" rtl="0">
              <a:lnSpc>
                <a:spcPct val="100000"/>
              </a:lnSpc>
              <a:spcBef>
                <a:spcPts val="640"/>
              </a:spcBef>
              <a:spcAft>
                <a:spcPts val="0"/>
              </a:spcAft>
              <a:buClr>
                <a:srgbClr val="92D050"/>
              </a:buClr>
              <a:buSzPts val="1400"/>
              <a:buFont typeface="Arial"/>
              <a:buNone/>
              <a:defRPr sz="3200" b="0" i="0" u="none" strike="noStrike" cap="none">
                <a:solidFill>
                  <a:schemeClr val="lt1"/>
                </a:solidFill>
                <a:latin typeface="Calibri"/>
                <a:ea typeface="Calibri"/>
                <a:cs typeface="Calibri"/>
                <a:sym typeface="Calibri"/>
              </a:defRPr>
            </a:lvl1pPr>
            <a:lvl2pPr marL="457200" marR="0" lvl="1" indent="0" algn="l" rtl="0">
              <a:lnSpc>
                <a:spcPct val="100000"/>
              </a:lnSpc>
              <a:spcBef>
                <a:spcPts val="560"/>
              </a:spcBef>
              <a:spcAft>
                <a:spcPts val="0"/>
              </a:spcAft>
              <a:buClr>
                <a:srgbClr val="00B0F0"/>
              </a:buClr>
              <a:buSzPts val="1400"/>
              <a:buFont typeface="Arial"/>
              <a:buNone/>
              <a:defRPr sz="2800" b="0" i="0" u="none" strike="noStrike" cap="none">
                <a:solidFill>
                  <a:schemeClr val="lt1"/>
                </a:solidFill>
                <a:latin typeface="Calibri"/>
                <a:ea typeface="Calibri"/>
                <a:cs typeface="Calibri"/>
                <a:sym typeface="Calibri"/>
              </a:defRPr>
            </a:lvl2pPr>
            <a:lvl3pPr marL="914400" marR="0" lvl="2" indent="0" algn="l" rtl="0">
              <a:lnSpc>
                <a:spcPct val="100000"/>
              </a:lnSpc>
              <a:spcBef>
                <a:spcPts val="480"/>
              </a:spcBef>
              <a:spcAft>
                <a:spcPts val="0"/>
              </a:spcAft>
              <a:buClr>
                <a:schemeClr val="lt1"/>
              </a:buClr>
              <a:buSzPts val="1400"/>
              <a:buFont typeface="Arial"/>
              <a:buNone/>
              <a:defRPr sz="2400" b="0" i="0" u="none" strike="noStrike" cap="none">
                <a:solidFill>
                  <a:schemeClr val="lt1"/>
                </a:solidFill>
                <a:latin typeface="Calibri"/>
                <a:ea typeface="Calibri"/>
                <a:cs typeface="Calibri"/>
                <a:sym typeface="Calibri"/>
              </a:defRPr>
            </a:lvl3pPr>
            <a:lvl4pPr marL="1371600" marR="0" lvl="3" indent="0" algn="l" rtl="0">
              <a:lnSpc>
                <a:spcPct val="100000"/>
              </a:lnSpc>
              <a:spcBef>
                <a:spcPts val="400"/>
              </a:spcBef>
              <a:spcAft>
                <a:spcPts val="0"/>
              </a:spcAft>
              <a:buClr>
                <a:schemeClr val="lt1"/>
              </a:buClr>
              <a:buSzPts val="1400"/>
              <a:buFont typeface="Arial"/>
              <a:buNone/>
              <a:defRPr sz="2000" b="0" i="0" u="none" strike="noStrike" cap="none">
                <a:solidFill>
                  <a:schemeClr val="lt1"/>
                </a:solidFill>
                <a:latin typeface="Calibri"/>
                <a:ea typeface="Calibri"/>
                <a:cs typeface="Calibri"/>
                <a:sym typeface="Calibri"/>
              </a:defRPr>
            </a:lvl4pPr>
            <a:lvl5pPr marL="1828800" marR="0" lvl="4" indent="0" algn="l" rtl="0">
              <a:lnSpc>
                <a:spcPct val="100000"/>
              </a:lnSpc>
              <a:spcBef>
                <a:spcPts val="400"/>
              </a:spcBef>
              <a:spcAft>
                <a:spcPts val="0"/>
              </a:spcAft>
              <a:buClr>
                <a:schemeClr val="lt1"/>
              </a:buClr>
              <a:buSzPts val="1400"/>
              <a:buFont typeface="Arial"/>
              <a:buNone/>
              <a:defRPr sz="2000" b="0" i="0" u="none" strike="noStrike" cap="none">
                <a:solidFill>
                  <a:schemeClr val="lt1"/>
                </a:solidFill>
                <a:latin typeface="Calibri"/>
                <a:ea typeface="Calibri"/>
                <a:cs typeface="Calibri"/>
                <a:sym typeface="Calibri"/>
              </a:defRPr>
            </a:lvl5pPr>
            <a:lvl6pPr marL="2286000" marR="0" lvl="5"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400"/>
              </a:spcBef>
              <a:spcAft>
                <a:spcPts val="0"/>
              </a:spcAft>
              <a:buClr>
                <a:schemeClr val="dk1"/>
              </a:buClr>
              <a:buSzPts val="1400"/>
              <a:buFont typeface="Arial"/>
              <a:buNone/>
              <a:defRPr sz="2000" b="0" i="0" u="none" strike="noStrike" cap="none">
                <a:solidFill>
                  <a:schemeClr val="dk1"/>
                </a:solidFill>
                <a:latin typeface="Calibri"/>
                <a:ea typeface="Calibri"/>
                <a:cs typeface="Calibri"/>
                <a:sym typeface="Calibri"/>
              </a:defRPr>
            </a:lvl9pPr>
          </a:lstStyle>
          <a:p>
            <a:endParaRPr/>
          </a:p>
        </p:txBody>
      </p:sp>
      <p:sp>
        <p:nvSpPr>
          <p:cNvPr id="87" name="Google Shape;87;p14"/>
          <p:cNvSpPr txBox="1">
            <a:spLocks noGrp="1"/>
          </p:cNvSpPr>
          <p:nvPr>
            <p:ph type="body" idx="1"/>
          </p:nvPr>
        </p:nvSpPr>
        <p:spPr>
          <a:xfrm>
            <a:off x="1792288" y="4025503"/>
            <a:ext cx="5486399" cy="603647"/>
          </a:xfrm>
          <a:prstGeom prst="rect">
            <a:avLst/>
          </a:prstGeom>
          <a:noFill/>
          <a:ln>
            <a:noFill/>
          </a:ln>
        </p:spPr>
        <p:txBody>
          <a:bodyPr spcFirstLastPara="1" wrap="square" lIns="91425" tIns="91425" rIns="91425" bIns="91425" anchor="t" anchorCtr="0"/>
          <a:lstStyle>
            <a:lvl1pPr marL="457200" marR="0" lvl="0" indent="-228600" algn="l" rtl="0">
              <a:lnSpc>
                <a:spcPct val="100000"/>
              </a:lnSpc>
              <a:spcBef>
                <a:spcPts val="280"/>
              </a:spcBef>
              <a:spcAft>
                <a:spcPts val="0"/>
              </a:spcAft>
              <a:buClr>
                <a:srgbClr val="92D050"/>
              </a:buClr>
              <a:buSzPts val="2800"/>
              <a:buFont typeface="Arial"/>
              <a:buNone/>
              <a:defRPr sz="1400" b="0" i="0" u="none" strike="noStrike" cap="none">
                <a:solidFill>
                  <a:schemeClr val="lt1"/>
                </a:solidFill>
                <a:latin typeface="Calibri"/>
                <a:ea typeface="Calibri"/>
                <a:cs typeface="Calibri"/>
                <a:sym typeface="Calibri"/>
              </a:defRPr>
            </a:lvl1pPr>
            <a:lvl2pPr marL="914400" marR="0" lvl="1" indent="-228600" algn="l" rtl="0">
              <a:lnSpc>
                <a:spcPct val="100000"/>
              </a:lnSpc>
              <a:spcBef>
                <a:spcPts val="240"/>
              </a:spcBef>
              <a:spcAft>
                <a:spcPts val="0"/>
              </a:spcAft>
              <a:buClr>
                <a:srgbClr val="00B0F0"/>
              </a:buClr>
              <a:buSzPts val="2400"/>
              <a:buFont typeface="Arial"/>
              <a:buNone/>
              <a:defRPr sz="1200" b="0" i="0" u="none" strike="noStrike" cap="none">
                <a:solidFill>
                  <a:schemeClr val="lt1"/>
                </a:solidFill>
                <a:latin typeface="Calibri"/>
                <a:ea typeface="Calibri"/>
                <a:cs typeface="Calibri"/>
                <a:sym typeface="Calibri"/>
              </a:defRPr>
            </a:lvl2pPr>
            <a:lvl3pPr marL="1371600" marR="0" lvl="2" indent="-228600" algn="l" rtl="0">
              <a:lnSpc>
                <a:spcPct val="100000"/>
              </a:lnSpc>
              <a:spcBef>
                <a:spcPts val="200"/>
              </a:spcBef>
              <a:spcAft>
                <a:spcPts val="0"/>
              </a:spcAft>
              <a:buClr>
                <a:schemeClr val="lt1"/>
              </a:buClr>
              <a:buSzPts val="2000"/>
              <a:buFont typeface="Arial"/>
              <a:buNone/>
              <a:defRPr sz="1000" b="0" i="0" u="none" strike="noStrike" cap="none">
                <a:solidFill>
                  <a:schemeClr val="lt1"/>
                </a:solidFill>
                <a:latin typeface="Calibri"/>
                <a:ea typeface="Calibri"/>
                <a:cs typeface="Calibri"/>
                <a:sym typeface="Calibri"/>
              </a:defRPr>
            </a:lvl3pPr>
            <a:lvl4pPr marL="1828800" marR="0" lvl="3"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4pPr>
            <a:lvl5pPr marL="2286000" marR="0" lvl="4" indent="-228600" algn="l" rtl="0">
              <a:lnSpc>
                <a:spcPct val="100000"/>
              </a:lnSpc>
              <a:spcBef>
                <a:spcPts val="180"/>
              </a:spcBef>
              <a:spcAft>
                <a:spcPts val="0"/>
              </a:spcAft>
              <a:buClr>
                <a:schemeClr val="lt1"/>
              </a:buClr>
              <a:buSzPts val="1800"/>
              <a:buFont typeface="Arial"/>
              <a:buNone/>
              <a:defRPr sz="900" b="0" i="0" u="none" strike="noStrike" cap="none">
                <a:solidFill>
                  <a:schemeClr val="lt1"/>
                </a:solidFill>
                <a:latin typeface="Calibri"/>
                <a:ea typeface="Calibri"/>
                <a:cs typeface="Calibri"/>
                <a:sym typeface="Calibri"/>
              </a:defRPr>
            </a:lvl5pPr>
            <a:lvl6pPr marL="2743200" marR="0" lvl="5"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6pPr>
            <a:lvl7pPr marL="3200400" marR="0" lvl="6"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7pPr>
            <a:lvl8pPr marL="3657600" marR="0" lvl="7"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8pPr>
            <a:lvl9pPr marL="4114800" marR="0" lvl="8" indent="-228600" algn="l" rtl="0">
              <a:lnSpc>
                <a:spcPct val="100000"/>
              </a:lnSpc>
              <a:spcBef>
                <a:spcPts val="180"/>
              </a:spcBef>
              <a:spcAft>
                <a:spcPts val="0"/>
              </a:spcAft>
              <a:buClr>
                <a:schemeClr val="dk1"/>
              </a:buClr>
              <a:buSzPts val="2000"/>
              <a:buFont typeface="Arial"/>
              <a:buNone/>
              <a:defRPr sz="900" b="0" i="0" u="none" strike="noStrike" cap="none">
                <a:solidFill>
                  <a:schemeClr val="dk1"/>
                </a:solidFill>
                <a:latin typeface="Calibri"/>
                <a:ea typeface="Calibri"/>
                <a:cs typeface="Calibri"/>
                <a:sym typeface="Calibri"/>
              </a:defRPr>
            </a:lvl9pPr>
          </a:lstStyle>
          <a:p>
            <a:endParaRPr/>
          </a:p>
        </p:txBody>
      </p:sp>
      <p:sp>
        <p:nvSpPr>
          <p:cNvPr id="88" name="Google Shape;88;p14"/>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89" name="Google Shape;89;p14"/>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0" name="Google Shape;90;p14"/>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58.xml><?xml version="1.0" encoding="utf-8"?>
<p:sldLayout xmlns:a="http://schemas.openxmlformats.org/drawingml/2006/main" xmlns:r="http://schemas.openxmlformats.org/officeDocument/2006/relationships" xmlns:p="http://schemas.openxmlformats.org/presentationml/2006/main" matchingName="Title and Vertical Text" type="vertTx">
  <p:cSld name="VERTICAL_TEXT">
    <p:spTree>
      <p:nvGrpSpPr>
        <p:cNvPr id="1" name="Shape 91"/>
        <p:cNvGrpSpPr/>
        <p:nvPr/>
      </p:nvGrpSpPr>
      <p:grpSpPr>
        <a:xfrm>
          <a:off x="0" y="0"/>
          <a:ext cx="0" cy="0"/>
          <a:chOff x="0" y="0"/>
          <a:chExt cx="0" cy="0"/>
        </a:xfrm>
      </p:grpSpPr>
      <p:sp>
        <p:nvSpPr>
          <p:cNvPr id="92" name="Google Shape;92;p15"/>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93" name="Google Shape;93;p15"/>
          <p:cNvSpPr txBox="1">
            <a:spLocks noGrp="1"/>
          </p:cNvSpPr>
          <p:nvPr>
            <p:ph type="body" idx="1"/>
          </p:nvPr>
        </p:nvSpPr>
        <p:spPr>
          <a:xfrm rot="5400000">
            <a:off x="2703240" y="-1248122"/>
            <a:ext cx="2739750" cy="7499176"/>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94" name="Google Shape;94;p15"/>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5" name="Google Shape;95;p15"/>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6" name="Google Shape;96;p15"/>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Layouts/slideLayout59.xml><?xml version="1.0" encoding="utf-8"?>
<p:sldLayout xmlns:a="http://schemas.openxmlformats.org/drawingml/2006/main" xmlns:r="http://schemas.openxmlformats.org/officeDocument/2006/relationships" xmlns:p="http://schemas.openxmlformats.org/presentationml/2006/main" matchingName="Vertical Title and Text" type="vertTitleAndTx">
  <p:cSld name="VERTICAL_TITLE_AND_VERTICAL_TEXT">
    <p:spTree>
      <p:nvGrpSpPr>
        <p:cNvPr id="1" name="Shape 97"/>
        <p:cNvGrpSpPr/>
        <p:nvPr/>
      </p:nvGrpSpPr>
      <p:grpSpPr>
        <a:xfrm>
          <a:off x="0" y="0"/>
          <a:ext cx="0" cy="0"/>
          <a:chOff x="0" y="0"/>
          <a:chExt cx="0" cy="0"/>
        </a:xfrm>
      </p:grpSpPr>
      <p:sp>
        <p:nvSpPr>
          <p:cNvPr id="98" name="Google Shape;98;p16"/>
          <p:cNvSpPr txBox="1">
            <a:spLocks noGrp="1"/>
          </p:cNvSpPr>
          <p:nvPr>
            <p:ph type="title"/>
          </p:nvPr>
        </p:nvSpPr>
        <p:spPr>
          <a:xfrm rot="5400000">
            <a:off x="6012655" y="771525"/>
            <a:ext cx="3290888" cy="20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99" name="Google Shape;99;p16"/>
          <p:cNvSpPr txBox="1">
            <a:spLocks noGrp="1"/>
          </p:cNvSpPr>
          <p:nvPr>
            <p:ph type="body" idx="1"/>
          </p:nvPr>
        </p:nvSpPr>
        <p:spPr>
          <a:xfrm rot="5400000">
            <a:off x="1821656" y="-1209674"/>
            <a:ext cx="3290888" cy="6019799"/>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100" name="Google Shape;100;p16"/>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1" name="Google Shape;101;p16"/>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102" name="Google Shape;102;p16"/>
          <p:cNvSpPr txBox="1">
            <a:spLocks noGrp="1"/>
          </p:cNvSpPr>
          <p:nvPr>
            <p:ph type="sldNum" idx="12"/>
          </p:nvPr>
        </p:nvSpPr>
        <p:spPr>
          <a:xfrm>
            <a:off x="6553200" y="4767262"/>
            <a:ext cx="2133599" cy="273843"/>
          </a:xfrm>
          <a:prstGeom prst="rect">
            <a:avLst/>
          </a:prstGeom>
          <a:noFill/>
          <a:ln>
            <a:noFill/>
          </a:ln>
        </p:spPr>
        <p:txBody>
          <a:bodyPr spcFirstLastPara="1" wrap="square" lIns="91425" tIns="45700" rIns="91425" bIns="45700" anchor="t" anchorCtr="0">
            <a:noAutofit/>
          </a:bodyPr>
          <a:lstStyle>
            <a:lvl1pPr marL="0" marR="0" lvl="0"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1pPr>
            <a:lvl2pPr marL="0" marR="0" lvl="1"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2pPr>
            <a:lvl3pPr marL="0" marR="0" lvl="2"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3pPr>
            <a:lvl4pPr marL="0" marR="0" lvl="3"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4pPr>
            <a:lvl5pPr marL="0" marR="0" lvl="4"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5pPr>
            <a:lvl6pPr marL="0" marR="0" lvl="5"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6pPr>
            <a:lvl7pPr marL="0" marR="0" lvl="6"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7pPr>
            <a:lvl8pPr marL="0" marR="0" lvl="7"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8pPr>
            <a:lvl9pPr marL="0" marR="0" lvl="8" indent="0" algn="l" rtl="0">
              <a:lnSpc>
                <a:spcPct val="100000"/>
              </a:lnSpc>
              <a:spcBef>
                <a:spcPts val="0"/>
              </a:spcBef>
              <a:spcAft>
                <a:spcPts val="0"/>
              </a:spcAft>
              <a:buClr>
                <a:schemeClr val="dk1"/>
              </a:buClr>
              <a:buSzPts val="1800"/>
              <a:buFont typeface="Calibri"/>
              <a:buNone/>
              <a:defRPr sz="1800" b="0" i="0" u="none" strike="noStrike" cap="none">
                <a:solidFill>
                  <a:schemeClr val="dk1"/>
                </a:solidFill>
                <a:latin typeface="Calibri"/>
                <a:ea typeface="Calibri"/>
                <a:cs typeface="Calibri"/>
                <a:sym typeface="Calibri"/>
              </a:defRPr>
            </a:lvl9pPr>
          </a:lstStyle>
          <a:p>
            <a:pPr marL="0" lvl="0" indent="0">
              <a:spcBef>
                <a:spcPts val="0"/>
              </a:spcBef>
              <a:spcAft>
                <a:spcPts val="0"/>
              </a:spcAft>
              <a:buNone/>
            </a:pPr>
            <a:fld id="{00000000-1234-1234-1234-123412341234}" type="slidenum">
              <a:rPr lang="en-AU"/>
              <a:t>‹#›</a:t>
            </a:fld>
            <a:endParaRPr sz="1400">
              <a:solidFill>
                <a:srgbClr val="000000"/>
              </a:solidFill>
              <a:latin typeface="Arial"/>
              <a:ea typeface="Arial"/>
              <a:cs typeface="Arial"/>
              <a:sym typeface="Arial"/>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image" Target="../media/image1.jpeg"/><Relationship Id="rId2" Type="http://schemas.openxmlformats.org/officeDocument/2006/relationships/slideLayout" Target="../slideLayouts/slideLayout2.xml"/><Relationship Id="rId16" Type="http://schemas.openxmlformats.org/officeDocument/2006/relationships/theme" Target="../theme/theme1.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3.xml"/><Relationship Id="rId13" Type="http://schemas.openxmlformats.org/officeDocument/2006/relationships/slideLayout" Target="../slideLayouts/slideLayout28.xml"/><Relationship Id="rId3" Type="http://schemas.openxmlformats.org/officeDocument/2006/relationships/slideLayout" Target="../slideLayouts/slideLayout18.xml"/><Relationship Id="rId7" Type="http://schemas.openxmlformats.org/officeDocument/2006/relationships/slideLayout" Target="../slideLayouts/slideLayout22.xml"/><Relationship Id="rId12" Type="http://schemas.openxmlformats.org/officeDocument/2006/relationships/slideLayout" Target="../slideLayouts/slideLayout27.xml"/><Relationship Id="rId17" Type="http://schemas.openxmlformats.org/officeDocument/2006/relationships/image" Target="../media/image1.jpeg"/><Relationship Id="rId2" Type="http://schemas.openxmlformats.org/officeDocument/2006/relationships/slideLayout" Target="../slideLayouts/slideLayout17.xml"/><Relationship Id="rId16" Type="http://schemas.openxmlformats.org/officeDocument/2006/relationships/theme" Target="../theme/theme2.xml"/><Relationship Id="rId1" Type="http://schemas.openxmlformats.org/officeDocument/2006/relationships/slideLayout" Target="../slideLayouts/slideLayout16.xml"/><Relationship Id="rId6" Type="http://schemas.openxmlformats.org/officeDocument/2006/relationships/slideLayout" Target="../slideLayouts/slideLayout21.xml"/><Relationship Id="rId11" Type="http://schemas.openxmlformats.org/officeDocument/2006/relationships/slideLayout" Target="../slideLayouts/slideLayout26.xml"/><Relationship Id="rId5" Type="http://schemas.openxmlformats.org/officeDocument/2006/relationships/slideLayout" Target="../slideLayouts/slideLayout20.xml"/><Relationship Id="rId15" Type="http://schemas.openxmlformats.org/officeDocument/2006/relationships/slideLayout" Target="../slideLayouts/slideLayout30.xml"/><Relationship Id="rId10" Type="http://schemas.openxmlformats.org/officeDocument/2006/relationships/slideLayout" Target="../slideLayouts/slideLayout25.xml"/><Relationship Id="rId4" Type="http://schemas.openxmlformats.org/officeDocument/2006/relationships/slideLayout" Target="../slideLayouts/slideLayout19.xml"/><Relationship Id="rId9" Type="http://schemas.openxmlformats.org/officeDocument/2006/relationships/slideLayout" Target="../slideLayouts/slideLayout24.xml"/><Relationship Id="rId14" Type="http://schemas.openxmlformats.org/officeDocument/2006/relationships/slideLayout" Target="../slideLayouts/slideLayout29.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17" Type="http://schemas.openxmlformats.org/officeDocument/2006/relationships/image" Target="../media/image1.jpeg"/><Relationship Id="rId2" Type="http://schemas.openxmlformats.org/officeDocument/2006/relationships/slideLayout" Target="../slideLayouts/slideLayout32.xml"/><Relationship Id="rId16" Type="http://schemas.openxmlformats.org/officeDocument/2006/relationships/theme" Target="../theme/theme3.xml"/><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5" Type="http://schemas.openxmlformats.org/officeDocument/2006/relationships/slideLayout" Target="../slideLayouts/slideLayout45.xml"/><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slideLayout" Target="../slideLayouts/slideLayout44.xml"/></Relationships>
</file>

<file path=ppt/slideMasters/_rels/slideMaster4.xml.rels><?xml version="1.0" encoding="UTF-8" standalone="yes"?>
<Relationships xmlns="http://schemas.openxmlformats.org/package/2006/relationships"><Relationship Id="rId8" Type="http://schemas.openxmlformats.org/officeDocument/2006/relationships/slideLayout" Target="../slideLayouts/slideLayout53.xml"/><Relationship Id="rId13" Type="http://schemas.openxmlformats.org/officeDocument/2006/relationships/slideLayout" Target="../slideLayouts/slideLayout58.xml"/><Relationship Id="rId3" Type="http://schemas.openxmlformats.org/officeDocument/2006/relationships/slideLayout" Target="../slideLayouts/slideLayout48.xml"/><Relationship Id="rId7" Type="http://schemas.openxmlformats.org/officeDocument/2006/relationships/slideLayout" Target="../slideLayouts/slideLayout52.xml"/><Relationship Id="rId12" Type="http://schemas.openxmlformats.org/officeDocument/2006/relationships/slideLayout" Target="../slideLayouts/slideLayout57.xml"/><Relationship Id="rId2" Type="http://schemas.openxmlformats.org/officeDocument/2006/relationships/slideLayout" Target="../slideLayouts/slideLayout47.xml"/><Relationship Id="rId16" Type="http://schemas.openxmlformats.org/officeDocument/2006/relationships/image" Target="../media/image1.jpeg"/><Relationship Id="rId1" Type="http://schemas.openxmlformats.org/officeDocument/2006/relationships/slideLayout" Target="../slideLayouts/slideLayout46.xml"/><Relationship Id="rId6" Type="http://schemas.openxmlformats.org/officeDocument/2006/relationships/slideLayout" Target="../slideLayouts/slideLayout51.xml"/><Relationship Id="rId11" Type="http://schemas.openxmlformats.org/officeDocument/2006/relationships/slideLayout" Target="../slideLayouts/slideLayout56.xml"/><Relationship Id="rId5" Type="http://schemas.openxmlformats.org/officeDocument/2006/relationships/slideLayout" Target="../slideLayouts/slideLayout50.xml"/><Relationship Id="rId15" Type="http://schemas.openxmlformats.org/officeDocument/2006/relationships/theme" Target="../theme/theme4.xml"/><Relationship Id="rId10" Type="http://schemas.openxmlformats.org/officeDocument/2006/relationships/slideLayout" Target="../slideLayouts/slideLayout55.xml"/><Relationship Id="rId4" Type="http://schemas.openxmlformats.org/officeDocument/2006/relationships/slideLayout" Target="../slideLayouts/slideLayout49.xml"/><Relationship Id="rId9" Type="http://schemas.openxmlformats.org/officeDocument/2006/relationships/slideLayout" Target="../slideLayouts/slideLayout54.xml"/><Relationship Id="rId14" Type="http://schemas.openxmlformats.org/officeDocument/2006/relationships/slideLayout" Target="../slideLayouts/slideLayout5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rotWithShape="1">
          <a:blip r:embed="rId17">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7" name="Google Shape;7;p1"/>
          <p:cNvSpPr txBox="1">
            <a:spLocks noGrp="1"/>
          </p:cNvSpPr>
          <p:nvPr>
            <p:ph type="body" idx="1"/>
          </p:nvPr>
        </p:nvSpPr>
        <p:spPr>
          <a:xfrm>
            <a:off x="323528" y="1200150"/>
            <a:ext cx="8363272" cy="3394472"/>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1187624" y="4731989"/>
            <a:ext cx="2133598" cy="273842"/>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854623" y="4731989"/>
            <a:ext cx="2895600" cy="273842"/>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 id="2147483659" r:id="rId12"/>
    <p:sldLayoutId id="2147483660" r:id="rId13"/>
    <p:sldLayoutId id="2147483661" r:id="rId14"/>
    <p:sldLayoutId id="2147483662"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rotWithShape="1">
          <a:blip r:embed="rId17">
            <a:alphaModFix/>
          </a:blip>
          <a:stretch>
            <a:fillRect/>
          </a:stretch>
        </a:blipFill>
        <a:effectLst/>
      </p:bgPr>
    </p:bg>
    <p:spTree>
      <p:nvGrpSpPr>
        <p:cNvPr id="1" name="Shape 201"/>
        <p:cNvGrpSpPr/>
        <p:nvPr/>
      </p:nvGrpSpPr>
      <p:grpSpPr>
        <a:xfrm>
          <a:off x="0" y="0"/>
          <a:ext cx="0" cy="0"/>
          <a:chOff x="0" y="0"/>
          <a:chExt cx="0" cy="0"/>
        </a:xfrm>
      </p:grpSpPr>
      <p:sp>
        <p:nvSpPr>
          <p:cNvPr id="202" name="Google Shape;202;p33"/>
          <p:cNvSpPr txBox="1">
            <a:spLocks noGrp="1"/>
          </p:cNvSpPr>
          <p:nvPr>
            <p:ph type="title"/>
          </p:nvPr>
        </p:nvSpPr>
        <p:spPr>
          <a:xfrm>
            <a:off x="323528" y="205979"/>
            <a:ext cx="8363400" cy="8574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rtl="0">
              <a:spcBef>
                <a:spcPts val="0"/>
              </a:spcBef>
              <a:spcAft>
                <a:spcPts val="0"/>
              </a:spcAft>
              <a:buSzPts val="1400"/>
              <a:buFont typeface="Arial"/>
              <a:buNone/>
              <a:defRPr sz="1800"/>
            </a:lvl2pPr>
            <a:lvl3pPr lvl="2" indent="0" rtl="0">
              <a:spcBef>
                <a:spcPts val="0"/>
              </a:spcBef>
              <a:spcAft>
                <a:spcPts val="0"/>
              </a:spcAft>
              <a:buSzPts val="1400"/>
              <a:buFont typeface="Arial"/>
              <a:buNone/>
              <a:defRPr sz="1800"/>
            </a:lvl3pPr>
            <a:lvl4pPr lvl="3" indent="0" rtl="0">
              <a:spcBef>
                <a:spcPts val="0"/>
              </a:spcBef>
              <a:spcAft>
                <a:spcPts val="0"/>
              </a:spcAft>
              <a:buSzPts val="1400"/>
              <a:buFont typeface="Arial"/>
              <a:buNone/>
              <a:defRPr sz="1800"/>
            </a:lvl4pPr>
            <a:lvl5pPr lvl="4" indent="0" rtl="0">
              <a:spcBef>
                <a:spcPts val="0"/>
              </a:spcBef>
              <a:spcAft>
                <a:spcPts val="0"/>
              </a:spcAft>
              <a:buSzPts val="1400"/>
              <a:buFont typeface="Arial"/>
              <a:buNone/>
              <a:defRPr sz="1800"/>
            </a:lvl5pPr>
            <a:lvl6pPr lvl="5" indent="0" rtl="0">
              <a:spcBef>
                <a:spcPts val="0"/>
              </a:spcBef>
              <a:spcAft>
                <a:spcPts val="0"/>
              </a:spcAft>
              <a:buSzPts val="1400"/>
              <a:buFont typeface="Arial"/>
              <a:buNone/>
              <a:defRPr sz="1800"/>
            </a:lvl6pPr>
            <a:lvl7pPr lvl="6" indent="0" rtl="0">
              <a:spcBef>
                <a:spcPts val="0"/>
              </a:spcBef>
              <a:spcAft>
                <a:spcPts val="0"/>
              </a:spcAft>
              <a:buSzPts val="1400"/>
              <a:buFont typeface="Arial"/>
              <a:buNone/>
              <a:defRPr sz="1800"/>
            </a:lvl7pPr>
            <a:lvl8pPr lvl="7" indent="0" rtl="0">
              <a:spcBef>
                <a:spcPts val="0"/>
              </a:spcBef>
              <a:spcAft>
                <a:spcPts val="0"/>
              </a:spcAft>
              <a:buSzPts val="1400"/>
              <a:buFont typeface="Arial"/>
              <a:buNone/>
              <a:defRPr sz="1800"/>
            </a:lvl8pPr>
            <a:lvl9pPr lvl="8" indent="0" rtl="0">
              <a:spcBef>
                <a:spcPts val="0"/>
              </a:spcBef>
              <a:spcAft>
                <a:spcPts val="0"/>
              </a:spcAft>
              <a:buSzPts val="1400"/>
              <a:buFont typeface="Arial"/>
              <a:buNone/>
              <a:defRPr sz="1800"/>
            </a:lvl9pPr>
          </a:lstStyle>
          <a:p>
            <a:endParaRPr/>
          </a:p>
        </p:txBody>
      </p:sp>
      <p:sp>
        <p:nvSpPr>
          <p:cNvPr id="203" name="Google Shape;203;p33"/>
          <p:cNvSpPr txBox="1">
            <a:spLocks noGrp="1"/>
          </p:cNvSpPr>
          <p:nvPr>
            <p:ph type="body" idx="1"/>
          </p:nvPr>
        </p:nvSpPr>
        <p:spPr>
          <a:xfrm>
            <a:off x="323528" y="1200150"/>
            <a:ext cx="8363400" cy="3394500"/>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204" name="Google Shape;204;p33"/>
          <p:cNvSpPr txBox="1">
            <a:spLocks noGrp="1"/>
          </p:cNvSpPr>
          <p:nvPr>
            <p:ph type="dt" idx="10"/>
          </p:nvPr>
        </p:nvSpPr>
        <p:spPr>
          <a:xfrm>
            <a:off x="1187624" y="4731989"/>
            <a:ext cx="2133600" cy="27390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205" name="Google Shape;205;p33"/>
          <p:cNvSpPr txBox="1">
            <a:spLocks noGrp="1"/>
          </p:cNvSpPr>
          <p:nvPr>
            <p:ph type="ftr" idx="11"/>
          </p:nvPr>
        </p:nvSpPr>
        <p:spPr>
          <a:xfrm>
            <a:off x="3854623" y="4731989"/>
            <a:ext cx="2895600" cy="273900"/>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78" r:id="rId1"/>
    <p:sldLayoutId id="2147483679" r:id="rId2"/>
    <p:sldLayoutId id="2147483680" r:id="rId3"/>
    <p:sldLayoutId id="2147483681" r:id="rId4"/>
    <p:sldLayoutId id="2147483682" r:id="rId5"/>
    <p:sldLayoutId id="2147483683" r:id="rId6"/>
    <p:sldLayoutId id="2147483684" r:id="rId7"/>
    <p:sldLayoutId id="2147483685" r:id="rId8"/>
    <p:sldLayoutId id="2147483686" r:id="rId9"/>
    <p:sldLayoutId id="2147483687" r:id="rId10"/>
    <p:sldLayoutId id="2147483688" r:id="rId11"/>
    <p:sldLayoutId id="2147483689" r:id="rId12"/>
    <p:sldLayoutId id="2147483690" r:id="rId13"/>
    <p:sldLayoutId id="2147483691" r:id="rId14"/>
    <p:sldLayoutId id="2147483692"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rotWithShape="1">
          <a:blip r:embed="rId17">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7" name="Google Shape;7;p1"/>
          <p:cNvSpPr txBox="1">
            <a:spLocks noGrp="1"/>
          </p:cNvSpPr>
          <p:nvPr>
            <p:ph type="body" idx="1"/>
          </p:nvPr>
        </p:nvSpPr>
        <p:spPr>
          <a:xfrm>
            <a:off x="323528" y="1200150"/>
            <a:ext cx="8363272" cy="3394472"/>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26" r:id="rId12"/>
    <p:sldLayoutId id="2147483708" r:id="rId13"/>
    <p:sldLayoutId id="2147483709" r:id="rId14"/>
    <p:sldLayoutId id="2147483710" r:id="rId15"/>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Masters/slideMaster4.xml><?xml version="1.0" encoding="utf-8"?>
<p:sldMaster xmlns:a="http://schemas.openxmlformats.org/drawingml/2006/main" xmlns:r="http://schemas.openxmlformats.org/officeDocument/2006/relationships" xmlns:p="http://schemas.openxmlformats.org/presentationml/2006/main">
  <p:cSld>
    <p:bg>
      <p:bgPr>
        <a:blipFill rotWithShape="1">
          <a:blip r:embed="rId16">
            <a:alphaModFix/>
          </a:blip>
          <a:stretch>
            <a:fillRect/>
          </a:stretch>
        </a:blip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323528" y="205979"/>
            <a:ext cx="8363272" cy="857250"/>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00B0F0"/>
              </a:buClr>
              <a:buSzPts val="1400"/>
              <a:buFont typeface="Calibri"/>
              <a:buNone/>
              <a:defRPr sz="3600" b="0" i="0" u="none" strike="noStrike" cap="none">
                <a:solidFill>
                  <a:srgbClr val="00B0F0"/>
                </a:solidFill>
                <a:latin typeface="Calibri"/>
                <a:ea typeface="Calibri"/>
                <a:cs typeface="Calibri"/>
                <a:sym typeface="Calibri"/>
              </a:defRPr>
            </a:lvl1pPr>
            <a:lvl2pPr lvl="1" indent="0">
              <a:spcBef>
                <a:spcPts val="0"/>
              </a:spcBef>
              <a:spcAft>
                <a:spcPts val="0"/>
              </a:spcAft>
              <a:buSzPts val="1400"/>
              <a:buFont typeface="Arial"/>
              <a:buNone/>
              <a:defRPr sz="1800"/>
            </a:lvl2pPr>
            <a:lvl3pPr lvl="2" indent="0">
              <a:spcBef>
                <a:spcPts val="0"/>
              </a:spcBef>
              <a:spcAft>
                <a:spcPts val="0"/>
              </a:spcAft>
              <a:buSzPts val="1400"/>
              <a:buFont typeface="Arial"/>
              <a:buNone/>
              <a:defRPr sz="1800"/>
            </a:lvl3pPr>
            <a:lvl4pPr lvl="3" indent="0">
              <a:spcBef>
                <a:spcPts val="0"/>
              </a:spcBef>
              <a:spcAft>
                <a:spcPts val="0"/>
              </a:spcAft>
              <a:buSzPts val="1400"/>
              <a:buFont typeface="Arial"/>
              <a:buNone/>
              <a:defRPr sz="1800"/>
            </a:lvl4pPr>
            <a:lvl5pPr lvl="4" indent="0">
              <a:spcBef>
                <a:spcPts val="0"/>
              </a:spcBef>
              <a:spcAft>
                <a:spcPts val="0"/>
              </a:spcAft>
              <a:buSzPts val="1400"/>
              <a:buFont typeface="Arial"/>
              <a:buNone/>
              <a:defRPr sz="1800"/>
            </a:lvl5pPr>
            <a:lvl6pPr lvl="5" indent="0">
              <a:spcBef>
                <a:spcPts val="0"/>
              </a:spcBef>
              <a:spcAft>
                <a:spcPts val="0"/>
              </a:spcAft>
              <a:buSzPts val="1400"/>
              <a:buFont typeface="Arial"/>
              <a:buNone/>
              <a:defRPr sz="1800"/>
            </a:lvl6pPr>
            <a:lvl7pPr lvl="6" indent="0">
              <a:spcBef>
                <a:spcPts val="0"/>
              </a:spcBef>
              <a:spcAft>
                <a:spcPts val="0"/>
              </a:spcAft>
              <a:buSzPts val="1400"/>
              <a:buFont typeface="Arial"/>
              <a:buNone/>
              <a:defRPr sz="1800"/>
            </a:lvl7pPr>
            <a:lvl8pPr lvl="7" indent="0">
              <a:spcBef>
                <a:spcPts val="0"/>
              </a:spcBef>
              <a:spcAft>
                <a:spcPts val="0"/>
              </a:spcAft>
              <a:buSzPts val="1400"/>
              <a:buFont typeface="Arial"/>
              <a:buNone/>
              <a:defRPr sz="1800"/>
            </a:lvl8pPr>
            <a:lvl9pPr lvl="8" indent="0">
              <a:spcBef>
                <a:spcPts val="0"/>
              </a:spcBef>
              <a:spcAft>
                <a:spcPts val="0"/>
              </a:spcAft>
              <a:buSzPts val="1400"/>
              <a:buFont typeface="Arial"/>
              <a:buNone/>
              <a:defRPr sz="1800"/>
            </a:lvl9pPr>
          </a:lstStyle>
          <a:p>
            <a:endParaRPr/>
          </a:p>
        </p:txBody>
      </p:sp>
      <p:sp>
        <p:nvSpPr>
          <p:cNvPr id="7" name="Google Shape;7;p1"/>
          <p:cNvSpPr txBox="1">
            <a:spLocks noGrp="1"/>
          </p:cNvSpPr>
          <p:nvPr>
            <p:ph type="body" idx="1"/>
          </p:nvPr>
        </p:nvSpPr>
        <p:spPr>
          <a:xfrm>
            <a:off x="323528" y="1200150"/>
            <a:ext cx="8363272" cy="3394472"/>
          </a:xfrm>
          <a:prstGeom prst="rect">
            <a:avLst/>
          </a:prstGeom>
          <a:noFill/>
          <a:ln>
            <a:noFill/>
          </a:ln>
        </p:spPr>
        <p:txBody>
          <a:bodyPr spcFirstLastPara="1" wrap="square" lIns="91425" tIns="91425" rIns="91425" bIns="91425" anchor="t" anchorCtr="0"/>
          <a:lstStyle>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6pPr>
            <a:lvl7pPr marL="3200400" marR="0" lvl="6"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7pPr>
            <a:lvl8pPr marL="3657600" marR="0" lvl="7"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8pPr>
            <a:lvl9pPr marL="4114800" marR="0" lvl="8" indent="-355600" algn="l" rtl="0">
              <a:lnSpc>
                <a:spcPct val="100000"/>
              </a:lnSpc>
              <a:spcBef>
                <a:spcPts val="400"/>
              </a:spcBef>
              <a:spcAft>
                <a:spcPts val="0"/>
              </a:spcAft>
              <a:buClr>
                <a:schemeClr val="dk1"/>
              </a:buClr>
              <a:buSzPts val="2000"/>
              <a:buFont typeface="Arial"/>
              <a:buChar char="•"/>
              <a:defRPr sz="2000" b="0" i="0" u="none" strike="noStrike" cap="none">
                <a:solidFill>
                  <a:schemeClr val="dk1"/>
                </a:solidFill>
                <a:latin typeface="Calibri"/>
                <a:ea typeface="Calibri"/>
                <a:cs typeface="Calibri"/>
                <a:sym typeface="Calibri"/>
              </a:defRPr>
            </a:lvl9pPr>
          </a:lstStyle>
          <a:p>
            <a:endParaRPr/>
          </a:p>
        </p:txBody>
      </p:sp>
      <p:sp>
        <p:nvSpPr>
          <p:cNvPr id="8" name="Google Shape;8;p1"/>
          <p:cNvSpPr txBox="1">
            <a:spLocks noGrp="1"/>
          </p:cNvSpPr>
          <p:nvPr>
            <p:ph type="dt" idx="10"/>
          </p:nvPr>
        </p:nvSpPr>
        <p:spPr>
          <a:xfrm>
            <a:off x="1187624" y="4731989"/>
            <a:ext cx="2133599" cy="273843"/>
          </a:xfrm>
          <a:prstGeom prst="rect">
            <a:avLst/>
          </a:prstGeom>
          <a:noFill/>
          <a:ln>
            <a:noFill/>
          </a:ln>
        </p:spPr>
        <p:txBody>
          <a:bodyPr spcFirstLastPara="1" wrap="square" lIns="91425" tIns="91425" rIns="91425" bIns="91425" anchor="ctr" anchorCtr="0"/>
          <a:lstStyle>
            <a:lvl1pPr marL="0" marR="0" lvl="0" indent="0" algn="l"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
        <p:nvSpPr>
          <p:cNvPr id="9" name="Google Shape;9;p1"/>
          <p:cNvSpPr txBox="1">
            <a:spLocks noGrp="1"/>
          </p:cNvSpPr>
          <p:nvPr>
            <p:ph type="ftr" idx="11"/>
          </p:nvPr>
        </p:nvSpPr>
        <p:spPr>
          <a:xfrm>
            <a:off x="3854623" y="4731989"/>
            <a:ext cx="2895600" cy="273843"/>
          </a:xfrm>
          <a:prstGeom prst="rect">
            <a:avLst/>
          </a:prstGeom>
          <a:noFill/>
          <a:ln>
            <a:noFill/>
          </a:ln>
        </p:spPr>
        <p:txBody>
          <a:bodyPr spcFirstLastPara="1" wrap="square" lIns="91425" tIns="91425" rIns="91425" bIns="91425" anchor="ctr" anchorCtr="0"/>
          <a:lstStyle>
            <a:lvl1pPr marL="0" marR="0" lvl="0" indent="0" algn="ctr" rtl="0">
              <a:lnSpc>
                <a:spcPct val="100000"/>
              </a:lnSpc>
              <a:spcBef>
                <a:spcPts val="0"/>
              </a:spcBef>
              <a:spcAft>
                <a:spcPts val="0"/>
              </a:spcAft>
              <a:buClr>
                <a:srgbClr val="888888"/>
              </a:buClr>
              <a:buSzPts val="1400"/>
              <a:buFont typeface="Calibri"/>
              <a:buNone/>
              <a:defRPr sz="1200" b="0" i="0" u="none" strike="noStrike" cap="none">
                <a:solidFill>
                  <a:srgbClr val="888888"/>
                </a:solidFill>
                <a:latin typeface="Calibri"/>
                <a:ea typeface="Calibri"/>
                <a:cs typeface="Calibri"/>
                <a:sym typeface="Calibri"/>
              </a:defRPr>
            </a:lvl1pPr>
            <a:lvl2pPr marL="457200" marR="0" lvl="1"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2pPr>
            <a:lvl3pPr marL="914400" marR="0" lvl="2"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3pPr>
            <a:lvl4pPr marL="1371600" marR="0" lvl="3"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4pPr>
            <a:lvl5pPr marL="1828800" marR="0" lvl="4"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5pPr>
            <a:lvl6pPr marL="2286000" marR="0" lvl="5"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6pPr>
            <a:lvl7pPr marL="2743200" marR="0" lvl="6"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7pPr>
            <a:lvl8pPr marL="3200400" marR="0" lvl="7"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8pPr>
            <a:lvl9pPr marL="3657600" marR="0" lvl="8" indent="0" algn="l" rtl="0">
              <a:lnSpc>
                <a:spcPct val="100000"/>
              </a:lnSpc>
              <a:spcBef>
                <a:spcPts val="0"/>
              </a:spcBef>
              <a:spcAft>
                <a:spcPts val="0"/>
              </a:spcAft>
              <a:buClr>
                <a:schemeClr val="dk1"/>
              </a:buClr>
              <a:buSzPts val="1400"/>
              <a:buFont typeface="Calibri"/>
              <a:buNone/>
              <a:defRPr sz="1800" b="0" i="0" u="none" strike="noStrike" cap="none">
                <a:solidFill>
                  <a:schemeClr val="dk1"/>
                </a:solidFill>
                <a:latin typeface="Calibri"/>
                <a:ea typeface="Calibri"/>
                <a:cs typeface="Calibri"/>
                <a:sym typeface="Calibri"/>
              </a:defRPr>
            </a:lvl9pPr>
          </a:lstStyle>
          <a:p>
            <a:endParaRPr/>
          </a:p>
        </p:txBody>
      </p:sp>
    </p:spTree>
  </p:cSld>
  <p:clrMap bg1="lt1" tx1="dk1" bg2="dk2" tx2="lt2" accent1="accent1" accent2="accent2" accent3="accent3" accent4="accent4" accent5="accent5" accent6="accent6" hlink="hlink" folHlink="folHlink"/>
  <p:sldLayoutIdLst>
    <p:sldLayoutId id="2147483712" r:id="rId1"/>
    <p:sldLayoutId id="2147483713" r:id="rId2"/>
    <p:sldLayoutId id="2147483714" r:id="rId3"/>
    <p:sldLayoutId id="2147483715" r:id="rId4"/>
    <p:sldLayoutId id="2147483716" r:id="rId5"/>
    <p:sldLayoutId id="2147483717" r:id="rId6"/>
    <p:sldLayoutId id="2147483718" r:id="rId7"/>
    <p:sldLayoutId id="2147483719" r:id="rId8"/>
    <p:sldLayoutId id="2147483720" r:id="rId9"/>
    <p:sldLayoutId id="2147483721" r:id="rId10"/>
    <p:sldLayoutId id="2147483722" r:id="rId11"/>
    <p:sldLayoutId id="2147483723" r:id="rId12"/>
    <p:sldLayoutId id="2147483724" r:id="rId13"/>
    <p:sldLayoutId id="2147483725" r:id="rId1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17.xml"/></Relationships>
</file>

<file path=ppt/slides/_rels/slide3.xml.rels><?xml version="1.0" encoding="UTF-8" standalone="yes"?>
<Relationships xmlns="http://schemas.openxmlformats.org/package/2006/relationships"><Relationship Id="rId3" Type="http://schemas.openxmlformats.org/officeDocument/2006/relationships/image" Target="../media/image3.jpeg"/><Relationship Id="rId2" Type="http://schemas.openxmlformats.org/officeDocument/2006/relationships/notesSlide" Target="../notesSlides/notesSlide3.xml"/><Relationship Id="rId1" Type="http://schemas.openxmlformats.org/officeDocument/2006/relationships/slideLayout" Target="../slideLayouts/slideLayout17.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17.xml"/></Relationships>
</file>

<file path=ppt/slides/_rels/slide5.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5.xml"/><Relationship Id="rId1" Type="http://schemas.openxmlformats.org/officeDocument/2006/relationships/slideLayout" Target="../slideLayouts/slideLayout32.xml"/><Relationship Id="rId4" Type="http://schemas.openxmlformats.org/officeDocument/2006/relationships/image" Target="../media/image5.png"/></Relationships>
</file>

<file path=ppt/slides/_rels/slide6.xml.rels><?xml version="1.0" encoding="UTF-8" standalone="yes"?>
<Relationships xmlns="http://schemas.openxmlformats.org/package/2006/relationships"><Relationship Id="rId8" Type="http://schemas.openxmlformats.org/officeDocument/2006/relationships/image" Target="../media/image8.jpeg"/><Relationship Id="rId13" Type="http://schemas.openxmlformats.org/officeDocument/2006/relationships/hyperlink" Target="https://www.artstation.com/jess_murphy" TargetMode="External"/><Relationship Id="rId3" Type="http://schemas.openxmlformats.org/officeDocument/2006/relationships/hyperlink" Target="https://www.artstation.com/jimmy3dart" TargetMode="External"/><Relationship Id="rId7" Type="http://schemas.openxmlformats.org/officeDocument/2006/relationships/image" Target="../media/image7.jpeg"/><Relationship Id="rId12" Type="http://schemas.openxmlformats.org/officeDocument/2006/relationships/hyperlink" Target="https://sketchfab.com/SeveralMoths" TargetMode="External"/><Relationship Id="rId2" Type="http://schemas.openxmlformats.org/officeDocument/2006/relationships/notesSlide" Target="../notesSlides/notesSlide6.xml"/><Relationship Id="rId1" Type="http://schemas.openxmlformats.org/officeDocument/2006/relationships/slideLayout" Target="../slideLayouts/slideLayout47.xml"/><Relationship Id="rId6" Type="http://schemas.openxmlformats.org/officeDocument/2006/relationships/image" Target="../media/image6.jpeg"/><Relationship Id="rId11" Type="http://schemas.openxmlformats.org/officeDocument/2006/relationships/image" Target="../media/image11.jpeg"/><Relationship Id="rId5" Type="http://schemas.openxmlformats.org/officeDocument/2006/relationships/hyperlink" Target="https://www.artstation.com/lin0004" TargetMode="External"/><Relationship Id="rId10" Type="http://schemas.openxmlformats.org/officeDocument/2006/relationships/image" Target="../media/image10.jpeg"/><Relationship Id="rId4" Type="http://schemas.openxmlformats.org/officeDocument/2006/relationships/hyperlink" Target="https://sketchfab.com/alicia.brown.r205" TargetMode="External"/><Relationship Id="rId9" Type="http://schemas.openxmlformats.org/officeDocument/2006/relationships/image" Target="../media/image9.jpeg"/><Relationship Id="rId14" Type="http://schemas.openxmlformats.org/officeDocument/2006/relationships/hyperlink" Target="https://brettmurphy.artstation.com/" TargetMode="Externa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7.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8.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17.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18.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18.xml"/></Relationships>
</file>

<file path=ppt/slides/_rels/slide1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2.xml"/><Relationship Id="rId1" Type="http://schemas.openxmlformats.org/officeDocument/2006/relationships/slideLayout" Target="../slideLayouts/slideLayout18.xml"/></Relationships>
</file>

<file path=ppt/slides/_rels/slide1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3.xml"/><Relationship Id="rId1" Type="http://schemas.openxmlformats.org/officeDocument/2006/relationships/slideLayout" Target="../slideLayouts/slideLayout18.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1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18.xml"/></Relationships>
</file>

<file path=ppt/slides/_rels/slide1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18.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18.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17.xml"/></Relationships>
</file>

<file path=ppt/slides/_rels/slide22.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2.xml"/><Relationship Id="rId1" Type="http://schemas.openxmlformats.org/officeDocument/2006/relationships/slideLayout" Target="../slideLayouts/slideLayout18.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18.xml"/></Relationships>
</file>

<file path=ppt/slides/_rels/slide24.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4.xml"/><Relationship Id="rId1" Type="http://schemas.openxmlformats.org/officeDocument/2006/relationships/slideLayout" Target="../slideLayouts/slideLayout18.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25.xml"/><Relationship Id="rId1" Type="http://schemas.openxmlformats.org/officeDocument/2006/relationships/slideLayout" Target="../slideLayouts/slideLayout33.xml"/></Relationships>
</file>

<file path=ppt/slides/_rels/slide26.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6.xml"/><Relationship Id="rId1" Type="http://schemas.openxmlformats.org/officeDocument/2006/relationships/slideLayout" Target="../slideLayouts/slideLayout33.xml"/></Relationships>
</file>

<file path=ppt/slides/_rels/slide27.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7.xml"/><Relationship Id="rId1" Type="http://schemas.openxmlformats.org/officeDocument/2006/relationships/slideLayout" Target="../slideLayouts/slideLayout18.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28.xml"/><Relationship Id="rId1" Type="http://schemas.openxmlformats.org/officeDocument/2006/relationships/slideLayout" Target="../slideLayouts/slideLayout17.xml"/></Relationships>
</file>

<file path=ppt/slides/_rels/slide29.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9.xml"/><Relationship Id="rId1" Type="http://schemas.openxmlformats.org/officeDocument/2006/relationships/slideLayout" Target="../slideLayouts/slideLayout18.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30.xml"/><Relationship Id="rId1" Type="http://schemas.openxmlformats.org/officeDocument/2006/relationships/slideLayout" Target="../slideLayouts/slideLayout17.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18.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Shape 302"/>
        <p:cNvGrpSpPr/>
        <p:nvPr/>
      </p:nvGrpSpPr>
      <p:grpSpPr>
        <a:xfrm>
          <a:off x="0" y="0"/>
          <a:ext cx="0" cy="0"/>
          <a:chOff x="0" y="0"/>
          <a:chExt cx="0" cy="0"/>
        </a:xfrm>
      </p:grpSpPr>
      <p:sp>
        <p:nvSpPr>
          <p:cNvPr id="303" name="Google Shape;303;p49"/>
          <p:cNvSpPr txBox="1">
            <a:spLocks noGrp="1"/>
          </p:cNvSpPr>
          <p:nvPr>
            <p:ph type="ctrTitle"/>
          </p:nvPr>
        </p:nvSpPr>
        <p:spPr>
          <a:xfrm>
            <a:off x="755575" y="771550"/>
            <a:ext cx="7632900" cy="1728299"/>
          </a:xfrm>
          <a:prstGeom prst="rect">
            <a:avLst/>
          </a:prstGeom>
          <a:noFill/>
          <a:ln>
            <a:noFill/>
          </a:ln>
        </p:spPr>
        <p:txBody>
          <a:bodyPr spcFirstLastPara="1" wrap="square" lIns="91425" tIns="45700" rIns="91425" bIns="45700" anchor="t" anchorCtr="0">
            <a:noAutofit/>
          </a:bodyPr>
          <a:lstStyle/>
          <a:p>
            <a:r>
              <a:rPr lang="en-AU">
                <a:latin typeface="Roboto"/>
                <a:ea typeface="Roboto"/>
                <a:cs typeface="Roboto"/>
                <a:sym typeface="Roboto"/>
              </a:rPr>
              <a:t>Environment Pipeline</a:t>
            </a:r>
            <a:br>
              <a:rPr lang="en-AU">
                <a:latin typeface="Roboto"/>
                <a:ea typeface="Roboto"/>
                <a:cs typeface="Roboto"/>
                <a:sym typeface="Roboto"/>
              </a:rPr>
            </a:br>
            <a:r>
              <a:rPr lang="en-AU">
                <a:latin typeface="Roboto"/>
                <a:ea typeface="Roboto"/>
                <a:cs typeface="Roboto"/>
                <a:sym typeface="Roboto"/>
              </a:rPr>
              <a:t>Assessment - </a:t>
            </a:r>
            <a:r>
              <a:rPr lang="en-AU" sz="4800" b="0" i="0" u="none" strike="noStrike" cap="none">
                <a:solidFill>
                  <a:srgbClr val="00B0F0"/>
                </a:solidFill>
                <a:latin typeface="Roboto"/>
                <a:ea typeface="Roboto"/>
                <a:cs typeface="Roboto"/>
                <a:sym typeface="Roboto"/>
              </a:rPr>
              <a:t>Game Art</a:t>
            </a:r>
            <a:endParaRPr/>
          </a:p>
        </p:txBody>
      </p:sp>
      <p:sp>
        <p:nvSpPr>
          <p:cNvPr id="304" name="Google Shape;304;p49"/>
          <p:cNvSpPr txBox="1">
            <a:spLocks noGrp="1"/>
          </p:cNvSpPr>
          <p:nvPr>
            <p:ph type="subTitle" idx="1"/>
          </p:nvPr>
        </p:nvSpPr>
        <p:spPr>
          <a:xfrm>
            <a:off x="755575" y="2571750"/>
            <a:ext cx="6400799" cy="1314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92D050"/>
              </a:buClr>
              <a:buSzPts val="2800"/>
              <a:buFont typeface="Arial"/>
              <a:buNone/>
            </a:pPr>
            <a:r>
              <a:rPr lang="en-AU" sz="2400" b="0" i="0" u="none" strike="noStrike" cap="none" dirty="0">
                <a:solidFill>
                  <a:srgbClr val="92D050"/>
                </a:solidFill>
                <a:latin typeface="Roboto"/>
                <a:ea typeface="Roboto"/>
                <a:cs typeface="Roboto"/>
                <a:sym typeface="Roboto"/>
              </a:rPr>
              <a:t>Peter Donald</a:t>
            </a:r>
            <a:endParaRPr dirty="0"/>
          </a:p>
        </p:txBody>
      </p:sp>
      <p:sp>
        <p:nvSpPr>
          <p:cNvPr id="2" name="Google Shape;98;p1">
            <a:extLst>
              <a:ext uri="{FF2B5EF4-FFF2-40B4-BE49-F238E27FC236}">
                <a16:creationId xmlns:a16="http://schemas.microsoft.com/office/drawing/2014/main" id="{67AE515D-5E5E-1E0B-C79E-92296E77ADC6}"/>
              </a:ext>
            </a:extLst>
          </p:cNvPr>
          <p:cNvSpPr txBox="1"/>
          <p:nvPr/>
        </p:nvSpPr>
        <p:spPr>
          <a:xfrm>
            <a:off x="755575" y="3886050"/>
            <a:ext cx="7417875" cy="73475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AU" sz="1200" dirty="0">
                <a:solidFill>
                  <a:srgbClr val="DDEAF6"/>
                </a:solidFill>
                <a:latin typeface="Roboto"/>
                <a:ea typeface="Roboto"/>
                <a:cs typeface="Roboto"/>
              </a:rPr>
              <a:t>CUADES412 Interpret and respond to a design brief</a:t>
            </a:r>
          </a:p>
          <a:p>
            <a:r>
              <a:rPr lang="en-AU" sz="1200" dirty="0">
                <a:solidFill>
                  <a:srgbClr val="DDEAF6"/>
                </a:solidFill>
                <a:latin typeface="Roboto"/>
                <a:ea typeface="Roboto"/>
                <a:cs typeface="Roboto"/>
              </a:rPr>
              <a:t>CUAPPR511 Realise a body of creative work</a:t>
            </a:r>
          </a:p>
          <a:p>
            <a:r>
              <a:rPr lang="en-AU" sz="1200" dirty="0">
                <a:solidFill>
                  <a:srgbClr val="DDEAF6"/>
                </a:solidFill>
                <a:latin typeface="Roboto"/>
                <a:ea typeface="Roboto"/>
                <a:cs typeface="Roboto"/>
              </a:rPr>
              <a:t>CUAANM512 Create 3D digital environments</a:t>
            </a:r>
          </a:p>
          <a:p>
            <a:r>
              <a:rPr lang="en-AU" sz="1200" dirty="0">
                <a:solidFill>
                  <a:srgbClr val="DDEAF6"/>
                </a:solidFill>
                <a:latin typeface="Roboto"/>
                <a:ea typeface="Roboto"/>
                <a:cs typeface="Roboto"/>
              </a:rPr>
              <a:t>CUAACD531 Refine drawing and other visual representation tools</a:t>
            </a:r>
          </a:p>
          <a:p>
            <a:pPr>
              <a:buClr>
                <a:srgbClr val="DDEAF6"/>
              </a:buClr>
              <a:buSzPts val="300"/>
            </a:pPr>
            <a:endParaRPr lang="en-US" sz="1200" dirty="0">
              <a:solidFill>
                <a:srgbClr val="DDEAF6"/>
              </a:solidFill>
              <a:latin typeface="Roboto"/>
              <a:ea typeface="Roboto"/>
              <a:cs typeface="Roboto"/>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Shape 309"/>
        <p:cNvGrpSpPr/>
        <p:nvPr/>
      </p:nvGrpSpPr>
      <p:grpSpPr>
        <a:xfrm>
          <a:off x="0" y="0"/>
          <a:ext cx="0" cy="0"/>
          <a:chOff x="0" y="0"/>
          <a:chExt cx="0" cy="0"/>
        </a:xfrm>
      </p:grpSpPr>
      <p:sp>
        <p:nvSpPr>
          <p:cNvPr id="310" name="Google Shape;310;p50"/>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pPr marL="0" marR="0" lvl="0" indent="0" algn="l" rtl="0">
              <a:lnSpc>
                <a:spcPct val="100000"/>
              </a:lnSpc>
              <a:spcBef>
                <a:spcPts val="0"/>
              </a:spcBef>
              <a:spcAft>
                <a:spcPts val="0"/>
              </a:spcAft>
              <a:buClr>
                <a:srgbClr val="00B0F0"/>
              </a:buClr>
              <a:buSzPts val="1400"/>
              <a:buFont typeface="Calibri"/>
              <a:buNone/>
            </a:pPr>
            <a:r>
              <a:rPr lang="en-AU" sz="3600" b="0" i="0" u="none" strike="noStrike" cap="none">
                <a:solidFill>
                  <a:srgbClr val="00B0F0"/>
                </a:solidFill>
                <a:latin typeface="Roboto"/>
                <a:ea typeface="Roboto"/>
                <a:cs typeface="Roboto"/>
                <a:sym typeface="Roboto"/>
              </a:rPr>
              <a:t>Introduction</a:t>
            </a:r>
            <a:endParaRPr/>
          </a:p>
        </p:txBody>
      </p:sp>
      <p:sp>
        <p:nvSpPr>
          <p:cNvPr id="311" name="Google Shape;311;p50"/>
          <p:cNvSpPr txBox="1">
            <a:spLocks noGrp="1"/>
          </p:cNvSpPr>
          <p:nvPr>
            <p:ph type="body" idx="1"/>
          </p:nvPr>
        </p:nvSpPr>
        <p:spPr>
          <a:xfrm>
            <a:off x="323528" y="1063375"/>
            <a:ext cx="8064900" cy="33945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1100"/>
              <a:buFont typeface="Arial"/>
              <a:buNone/>
            </a:pPr>
            <a:r>
              <a:rPr lang="en-AU" sz="900" b="1" i="0" u="none" strike="noStrike" cap="none" dirty="0">
                <a:solidFill>
                  <a:srgbClr val="D9D9D9"/>
                </a:solidFill>
                <a:latin typeface="Roboto"/>
                <a:ea typeface="Roboto"/>
                <a:cs typeface="Roboto"/>
                <a:sym typeface="Roboto"/>
              </a:rPr>
              <a:t>Introduction:</a:t>
            </a:r>
            <a:endParaRPr sz="900" dirty="0">
              <a:latin typeface="Roboto"/>
              <a:ea typeface="Roboto"/>
              <a:cs typeface="Roboto"/>
              <a:sym typeface="Roboto"/>
            </a:endParaRPr>
          </a:p>
          <a:p>
            <a:pPr marL="0" indent="0">
              <a:spcBef>
                <a:spcPts val="0"/>
              </a:spcBef>
              <a:buNone/>
            </a:pPr>
            <a:r>
              <a:rPr lang="en-AU" sz="900" dirty="0">
                <a:solidFill>
                  <a:srgbClr val="B7B7B7"/>
                </a:solidFill>
                <a:latin typeface="Roboto"/>
                <a:ea typeface="Roboto"/>
                <a:cs typeface="Roboto"/>
                <a:sym typeface="Roboto"/>
              </a:rPr>
              <a:t>This assessment will go through the process of planning, designing and creating a small 3D environment using a modular asset set, suitable for a real time engine.</a:t>
            </a:r>
            <a:endParaRPr lang="en-AU" sz="900" dirty="0">
              <a:solidFill>
                <a:srgbClr val="B7B7B7"/>
              </a:solidFill>
              <a:latin typeface="Roboto"/>
              <a:ea typeface="Roboto"/>
              <a:cs typeface="Roboto"/>
            </a:endParaRPr>
          </a:p>
          <a:p>
            <a:pPr marL="0" indent="0">
              <a:spcBef>
                <a:spcPts val="0"/>
              </a:spcBef>
              <a:buNone/>
            </a:pPr>
            <a:br>
              <a:rPr lang="en-AU" sz="900" dirty="0">
                <a:latin typeface="Roboto"/>
                <a:ea typeface="Roboto"/>
                <a:cs typeface="Roboto"/>
              </a:rPr>
            </a:br>
            <a:r>
              <a:rPr lang="en-US" sz="900" dirty="0">
                <a:solidFill>
                  <a:srgbClr val="B7B7B7"/>
                </a:solidFill>
                <a:latin typeface="Roboto"/>
                <a:ea typeface="Roboto"/>
                <a:cs typeface="Roboto"/>
                <a:sym typeface="Roboto"/>
              </a:rPr>
              <a:t>The provided brief is designed to collect all the evidence of competency required for this subject. Following an alternative brief and/or presenting additional evidence of competency needs to be negotiated with your trainer. Further information on the assessment process and requirements can be found in the unit’s subject and assessment guide.</a:t>
            </a:r>
            <a:endParaRPr lang="en-US" sz="900" dirty="0">
              <a:solidFill>
                <a:srgbClr val="B7B7B7"/>
              </a:solidFill>
              <a:latin typeface="Roboto"/>
              <a:ea typeface="Roboto"/>
              <a:cs typeface="Roboto"/>
            </a:endParaRPr>
          </a:p>
          <a:p>
            <a:pPr marL="0" marR="0" lvl="0" indent="0" algn="l" rtl="0">
              <a:lnSpc>
                <a:spcPct val="115000"/>
              </a:lnSpc>
              <a:spcBef>
                <a:spcPts val="0"/>
              </a:spcBef>
              <a:spcAft>
                <a:spcPts val="0"/>
              </a:spcAft>
              <a:buClr>
                <a:srgbClr val="92D050"/>
              </a:buClr>
              <a:buSzPts val="2800"/>
              <a:buFont typeface="Arial"/>
              <a:buNone/>
            </a:pPr>
            <a:endParaRPr sz="900">
              <a:solidFill>
                <a:srgbClr val="B7B7B7"/>
              </a:solidFill>
              <a:latin typeface="Roboto"/>
              <a:ea typeface="Roboto"/>
              <a:cs typeface="Roboto"/>
              <a:sym typeface="Roboto"/>
            </a:endParaRPr>
          </a:p>
          <a:p>
            <a:pPr marL="0" marR="0" lvl="0" indent="0" algn="l" rtl="0">
              <a:lnSpc>
                <a:spcPct val="115000"/>
              </a:lnSpc>
              <a:spcBef>
                <a:spcPts val="0"/>
              </a:spcBef>
              <a:spcAft>
                <a:spcPts val="0"/>
              </a:spcAft>
              <a:buClr>
                <a:srgbClr val="92D050"/>
              </a:buClr>
              <a:buSzPts val="2800"/>
              <a:buFont typeface="Arial"/>
              <a:buNone/>
            </a:pPr>
            <a:r>
              <a:rPr lang="en-AU" sz="900" b="1" i="0" u="none" strike="noStrike" cap="none" dirty="0">
                <a:solidFill>
                  <a:srgbClr val="D9D9D9"/>
                </a:solidFill>
                <a:latin typeface="Roboto"/>
                <a:ea typeface="Roboto"/>
                <a:cs typeface="Roboto"/>
                <a:sym typeface="Roboto"/>
              </a:rPr>
              <a:t>The assessment will include:</a:t>
            </a:r>
            <a:endParaRPr sz="900" dirty="0">
              <a:latin typeface="Roboto"/>
              <a:ea typeface="Roboto"/>
              <a:cs typeface="Roboto"/>
              <a:sym typeface="Roboto"/>
            </a:endParaRPr>
          </a:p>
          <a:p>
            <a:pPr marL="342900" indent="-228600">
              <a:lnSpc>
                <a:spcPct val="115000"/>
              </a:lnSpc>
              <a:spcBef>
                <a:spcPts val="0"/>
              </a:spcBef>
              <a:buClr>
                <a:srgbClr val="00B0F0"/>
              </a:buClr>
              <a:buSzPts val="900"/>
              <a:buFont typeface="Roboto"/>
              <a:buChar char="•"/>
            </a:pPr>
            <a:r>
              <a:rPr lang="en-AU" sz="900" dirty="0">
                <a:solidFill>
                  <a:srgbClr val="B7B7B7"/>
                </a:solidFill>
                <a:latin typeface="Roboto"/>
                <a:ea typeface="Roboto"/>
                <a:cs typeface="Roboto"/>
                <a:sym typeface="Roboto"/>
              </a:rPr>
              <a:t>Analysing briefs.</a:t>
            </a:r>
            <a:endParaRPr sz="900" b="1" dirty="0">
              <a:solidFill>
                <a:srgbClr val="D9D9D9"/>
              </a:solidFill>
              <a:latin typeface="Roboto"/>
              <a:ea typeface="Roboto"/>
              <a:cs typeface="Roboto"/>
              <a:sym typeface="Roboto"/>
            </a:endParaRPr>
          </a:p>
          <a:p>
            <a:pPr marL="342900" indent="-228600">
              <a:lnSpc>
                <a:spcPct val="114999"/>
              </a:lnSpc>
              <a:spcBef>
                <a:spcPts val="0"/>
              </a:spcBef>
              <a:buClr>
                <a:srgbClr val="00B0F0"/>
              </a:buClr>
              <a:buSzPts val="900"/>
              <a:buFont typeface="Roboto"/>
              <a:buChar char="•"/>
            </a:pPr>
            <a:r>
              <a:rPr lang="en-AU" sz="900" dirty="0">
                <a:solidFill>
                  <a:srgbClr val="B7B7B7"/>
                </a:solidFill>
                <a:latin typeface="Roboto"/>
                <a:ea typeface="Roboto"/>
                <a:cs typeface="Roboto"/>
                <a:sym typeface="Roboto"/>
              </a:rPr>
              <a:t>Industry research.</a:t>
            </a:r>
            <a:endParaRPr lang="en-AU" sz="900" dirty="0">
              <a:solidFill>
                <a:srgbClr val="B7B7B7"/>
              </a:solidFill>
              <a:latin typeface="Roboto"/>
              <a:ea typeface="Roboto"/>
              <a:cs typeface="Roboto"/>
            </a:endParaRPr>
          </a:p>
          <a:p>
            <a:pPr marL="342900" lvl="0" indent="-228600" rtl="0">
              <a:lnSpc>
                <a:spcPct val="115000"/>
              </a:lnSpc>
              <a:spcBef>
                <a:spcPts val="0"/>
              </a:spcBef>
              <a:spcAft>
                <a:spcPts val="0"/>
              </a:spcAft>
              <a:buClr>
                <a:srgbClr val="00B0F0"/>
              </a:buClr>
              <a:buSzPts val="900"/>
              <a:buFont typeface="Roboto"/>
              <a:buChar char="•"/>
            </a:pPr>
            <a:r>
              <a:rPr lang="en-AU" sz="900" dirty="0">
                <a:solidFill>
                  <a:srgbClr val="B7B7B7"/>
                </a:solidFill>
                <a:latin typeface="Roboto"/>
                <a:ea typeface="Roboto"/>
                <a:cs typeface="Roboto"/>
                <a:sym typeface="Roboto"/>
              </a:rPr>
              <a:t>Gathering reference and resources, developing concept art and </a:t>
            </a:r>
            <a:r>
              <a:rPr lang="en-AU" sz="900" dirty="0" err="1">
                <a:solidFill>
                  <a:srgbClr val="B7B7B7"/>
                </a:solidFill>
                <a:latin typeface="Roboto"/>
                <a:ea typeface="Roboto"/>
                <a:cs typeface="Roboto"/>
                <a:sym typeface="Roboto"/>
              </a:rPr>
              <a:t>greyboxing</a:t>
            </a:r>
            <a:r>
              <a:rPr lang="en-AU" sz="900" dirty="0">
                <a:solidFill>
                  <a:srgbClr val="B7B7B7"/>
                </a:solidFill>
                <a:latin typeface="Roboto"/>
                <a:ea typeface="Roboto"/>
                <a:cs typeface="Roboto"/>
                <a:sym typeface="Roboto"/>
              </a:rPr>
              <a:t> environments.</a:t>
            </a:r>
            <a:endParaRPr sz="900" dirty="0">
              <a:latin typeface="Roboto"/>
              <a:ea typeface="Roboto"/>
              <a:cs typeface="Roboto"/>
              <a:sym typeface="Roboto"/>
            </a:endParaRPr>
          </a:p>
          <a:p>
            <a:pPr marL="342900" lvl="0" indent="-228600" rtl="0">
              <a:lnSpc>
                <a:spcPct val="115000"/>
              </a:lnSpc>
              <a:spcBef>
                <a:spcPts val="0"/>
              </a:spcBef>
              <a:spcAft>
                <a:spcPts val="0"/>
              </a:spcAft>
              <a:buClr>
                <a:srgbClr val="00B0F0"/>
              </a:buClr>
              <a:buSzPts val="900"/>
              <a:buFont typeface="Roboto"/>
              <a:buChar char="•"/>
            </a:pPr>
            <a:r>
              <a:rPr lang="en-AU" sz="900" dirty="0">
                <a:solidFill>
                  <a:srgbClr val="B7B7B7"/>
                </a:solidFill>
                <a:latin typeface="Roboto"/>
                <a:ea typeface="Roboto"/>
                <a:cs typeface="Roboto"/>
                <a:sym typeface="Roboto"/>
              </a:rPr>
              <a:t>Creating asset lists and using appropriate naming conventions.</a:t>
            </a:r>
            <a:endParaRPr sz="900" dirty="0">
              <a:latin typeface="Roboto"/>
              <a:ea typeface="Roboto"/>
              <a:cs typeface="Roboto"/>
              <a:sym typeface="Roboto"/>
            </a:endParaRPr>
          </a:p>
          <a:p>
            <a:pPr marL="342900" indent="-228600">
              <a:lnSpc>
                <a:spcPct val="115000"/>
              </a:lnSpc>
              <a:spcBef>
                <a:spcPts val="0"/>
              </a:spcBef>
              <a:buClr>
                <a:srgbClr val="00B0F0"/>
              </a:buClr>
              <a:buSzPts val="900"/>
              <a:buFont typeface="Roboto"/>
              <a:buChar char="•"/>
            </a:pPr>
            <a:r>
              <a:rPr lang="en-AU" sz="900" i="0" u="none" strike="noStrike" cap="none" dirty="0">
                <a:solidFill>
                  <a:schemeClr val="bg1">
                    <a:lumMod val="75000"/>
                  </a:schemeClr>
                </a:solidFill>
                <a:latin typeface="Roboto"/>
                <a:ea typeface="Roboto"/>
                <a:cs typeface="Roboto"/>
                <a:sym typeface="Roboto"/>
              </a:rPr>
              <a:t>Modelling, </a:t>
            </a:r>
            <a:r>
              <a:rPr lang="en-AU" sz="900" dirty="0">
                <a:solidFill>
                  <a:schemeClr val="bg1">
                    <a:lumMod val="75000"/>
                  </a:schemeClr>
                </a:solidFill>
                <a:latin typeface="Roboto"/>
                <a:ea typeface="Roboto"/>
                <a:cs typeface="Roboto"/>
                <a:sym typeface="Roboto"/>
              </a:rPr>
              <a:t>UV</a:t>
            </a:r>
            <a:r>
              <a:rPr lang="en-AU" sz="900" i="0" u="none" strike="noStrike" cap="none" dirty="0">
                <a:solidFill>
                  <a:schemeClr val="bg1">
                    <a:lumMod val="75000"/>
                  </a:schemeClr>
                </a:solidFill>
                <a:latin typeface="Roboto"/>
                <a:ea typeface="Roboto"/>
                <a:cs typeface="Roboto"/>
                <a:sym typeface="Roboto"/>
              </a:rPr>
              <a:t> unwrapping </a:t>
            </a:r>
            <a:r>
              <a:rPr lang="en-AU" sz="900" dirty="0">
                <a:solidFill>
                  <a:schemeClr val="bg1">
                    <a:lumMod val="75000"/>
                  </a:schemeClr>
                </a:solidFill>
                <a:latin typeface="Roboto"/>
                <a:ea typeface="Roboto"/>
                <a:cs typeface="Roboto"/>
                <a:sym typeface="Roboto"/>
              </a:rPr>
              <a:t>and texturing objects</a:t>
            </a:r>
            <a:r>
              <a:rPr lang="en-AU" sz="900" i="0" u="none" strike="noStrike" cap="none" dirty="0">
                <a:solidFill>
                  <a:schemeClr val="bg1">
                    <a:lumMod val="75000"/>
                  </a:schemeClr>
                </a:solidFill>
                <a:latin typeface="Roboto"/>
                <a:ea typeface="Roboto"/>
                <a:cs typeface="Roboto"/>
                <a:sym typeface="Roboto"/>
              </a:rPr>
              <a:t>.</a:t>
            </a:r>
            <a:endParaRPr lang="en-AU" sz="900" dirty="0">
              <a:solidFill>
                <a:schemeClr val="bg1">
                  <a:lumMod val="75000"/>
                </a:schemeClr>
              </a:solidFill>
              <a:latin typeface="Roboto"/>
              <a:ea typeface="Roboto"/>
            </a:endParaRPr>
          </a:p>
          <a:p>
            <a:pPr marL="342900" indent="-228600">
              <a:lnSpc>
                <a:spcPct val="114999"/>
              </a:lnSpc>
              <a:spcBef>
                <a:spcPts val="0"/>
              </a:spcBef>
              <a:buClr>
                <a:srgbClr val="00B0F0"/>
              </a:buClr>
              <a:buSzPts val="900"/>
              <a:buFont typeface="Roboto"/>
              <a:buChar char="•"/>
            </a:pPr>
            <a:r>
              <a:rPr lang="en-AU" sz="900" dirty="0">
                <a:solidFill>
                  <a:schemeClr val="bg1">
                    <a:lumMod val="75000"/>
                  </a:schemeClr>
                </a:solidFill>
                <a:latin typeface="Roboto"/>
                <a:ea typeface="Roboto"/>
              </a:rPr>
              <a:t>Baking of high poly source mesh onto a low poly production model</a:t>
            </a:r>
            <a:endParaRPr lang="en-AU" sz="900" dirty="0">
              <a:solidFill>
                <a:schemeClr val="bg1">
                  <a:lumMod val="75000"/>
                </a:schemeClr>
              </a:solidFill>
              <a:latin typeface="Roboto"/>
              <a:ea typeface="Roboto"/>
              <a:cs typeface="Roboto"/>
            </a:endParaRPr>
          </a:p>
          <a:p>
            <a:pPr marL="342900" lvl="0" indent="-228600" rtl="0">
              <a:lnSpc>
                <a:spcPct val="115000"/>
              </a:lnSpc>
              <a:spcBef>
                <a:spcPts val="0"/>
              </a:spcBef>
              <a:spcAft>
                <a:spcPts val="0"/>
              </a:spcAft>
              <a:buClr>
                <a:srgbClr val="00B0F0"/>
              </a:buClr>
              <a:buSzPts val="900"/>
              <a:buFont typeface="Roboto"/>
              <a:buChar char="•"/>
            </a:pPr>
            <a:r>
              <a:rPr lang="en-AU" sz="900" i="0" u="none" strike="noStrike" cap="none" dirty="0">
                <a:solidFill>
                  <a:srgbClr val="B7B7B7"/>
                </a:solidFill>
                <a:latin typeface="Roboto"/>
                <a:ea typeface="Roboto"/>
                <a:cs typeface="Roboto"/>
                <a:sym typeface="Roboto"/>
              </a:rPr>
              <a:t>Creating PBR texture maps.</a:t>
            </a:r>
            <a:endParaRPr sz="900" dirty="0">
              <a:solidFill>
                <a:srgbClr val="B7B7B7"/>
              </a:solidFill>
              <a:latin typeface="Roboto"/>
              <a:ea typeface="Roboto"/>
              <a:cs typeface="Roboto"/>
              <a:sym typeface="Roboto"/>
            </a:endParaRPr>
          </a:p>
          <a:p>
            <a:pPr marL="342900" lvl="0" indent="-228600" rtl="0">
              <a:lnSpc>
                <a:spcPct val="115000"/>
              </a:lnSpc>
              <a:spcBef>
                <a:spcPts val="0"/>
              </a:spcBef>
              <a:spcAft>
                <a:spcPts val="0"/>
              </a:spcAft>
              <a:buClr>
                <a:srgbClr val="00B0F0"/>
              </a:buClr>
              <a:buSzPts val="900"/>
              <a:buFont typeface="Roboto"/>
              <a:buChar char="•"/>
            </a:pPr>
            <a:r>
              <a:rPr lang="en-AU" sz="900" dirty="0">
                <a:solidFill>
                  <a:srgbClr val="B7B7B7"/>
                </a:solidFill>
                <a:latin typeface="Roboto"/>
                <a:ea typeface="Roboto"/>
                <a:cs typeface="Roboto"/>
                <a:sym typeface="Roboto"/>
              </a:rPr>
              <a:t>Lighting</a:t>
            </a:r>
            <a:r>
              <a:rPr lang="en-AU" sz="900" i="0" u="none" strike="noStrike" cap="none" dirty="0">
                <a:solidFill>
                  <a:srgbClr val="B7B7B7"/>
                </a:solidFill>
                <a:latin typeface="Roboto"/>
                <a:ea typeface="Roboto"/>
                <a:cs typeface="Roboto"/>
                <a:sym typeface="Roboto"/>
              </a:rPr>
              <a:t> and </a:t>
            </a:r>
            <a:r>
              <a:rPr lang="en-AU" sz="900" dirty="0">
                <a:solidFill>
                  <a:srgbClr val="B7B7B7"/>
                </a:solidFill>
                <a:latin typeface="Roboto"/>
                <a:ea typeface="Roboto"/>
                <a:cs typeface="Roboto"/>
                <a:sym typeface="Roboto"/>
              </a:rPr>
              <a:t>p</a:t>
            </a:r>
            <a:r>
              <a:rPr lang="en-AU" sz="900" i="0" u="none" strike="noStrike" cap="none" dirty="0">
                <a:solidFill>
                  <a:srgbClr val="B7B7B7"/>
                </a:solidFill>
                <a:latin typeface="Roboto"/>
                <a:ea typeface="Roboto"/>
                <a:cs typeface="Roboto"/>
                <a:sym typeface="Roboto"/>
              </a:rPr>
              <a:t>resenting </a:t>
            </a:r>
            <a:r>
              <a:rPr lang="en-AU" sz="900" dirty="0">
                <a:solidFill>
                  <a:srgbClr val="B7B7B7"/>
                </a:solidFill>
                <a:latin typeface="Roboto"/>
                <a:ea typeface="Roboto"/>
                <a:cs typeface="Roboto"/>
                <a:sym typeface="Roboto"/>
              </a:rPr>
              <a:t>environments</a:t>
            </a:r>
            <a:r>
              <a:rPr lang="en-AU" sz="900" i="0" u="none" strike="noStrike" cap="none" dirty="0">
                <a:solidFill>
                  <a:srgbClr val="B7B7B7"/>
                </a:solidFill>
                <a:latin typeface="Roboto"/>
                <a:ea typeface="Roboto"/>
                <a:cs typeface="Roboto"/>
                <a:sym typeface="Roboto"/>
              </a:rPr>
              <a:t>.</a:t>
            </a:r>
            <a:endParaRPr sz="900" dirty="0">
              <a:solidFill>
                <a:srgbClr val="B7B7B7"/>
              </a:solidFill>
              <a:latin typeface="Roboto"/>
              <a:ea typeface="Roboto"/>
              <a:cs typeface="Roboto"/>
              <a:sym typeface="Roboto"/>
            </a:endParaRPr>
          </a:p>
          <a:p>
            <a:pPr marL="342900" lvl="0" indent="-228600" rtl="0">
              <a:lnSpc>
                <a:spcPct val="115000"/>
              </a:lnSpc>
              <a:spcBef>
                <a:spcPts val="0"/>
              </a:spcBef>
              <a:spcAft>
                <a:spcPts val="0"/>
              </a:spcAft>
              <a:buClr>
                <a:srgbClr val="00B0F0"/>
              </a:buClr>
              <a:buSzPts val="900"/>
              <a:buFont typeface="Roboto"/>
              <a:buChar char="•"/>
            </a:pPr>
            <a:r>
              <a:rPr lang="en-AU" sz="900" i="0" u="none" strike="noStrike" cap="none" dirty="0">
                <a:solidFill>
                  <a:srgbClr val="B7B7B7"/>
                </a:solidFill>
                <a:latin typeface="Roboto"/>
                <a:ea typeface="Roboto"/>
                <a:cs typeface="Roboto"/>
                <a:sym typeface="Roboto"/>
              </a:rPr>
              <a:t>Gathering and addressing feedback and conducting a </a:t>
            </a:r>
            <a:r>
              <a:rPr lang="en-AU" sz="900" dirty="0">
                <a:solidFill>
                  <a:srgbClr val="B7B7B7"/>
                </a:solidFill>
                <a:latin typeface="Roboto"/>
                <a:ea typeface="Roboto"/>
                <a:cs typeface="Roboto"/>
                <a:sym typeface="Roboto"/>
              </a:rPr>
              <a:t>post-mortem</a:t>
            </a:r>
            <a:r>
              <a:rPr lang="en-AU" sz="900" i="0" u="none" strike="noStrike" cap="none" dirty="0">
                <a:solidFill>
                  <a:srgbClr val="B7B7B7"/>
                </a:solidFill>
                <a:latin typeface="Roboto"/>
                <a:ea typeface="Roboto"/>
                <a:cs typeface="Roboto"/>
                <a:sym typeface="Roboto"/>
              </a:rPr>
              <a:t> review.</a:t>
            </a:r>
            <a:endParaRPr lang="en-AU" sz="900" i="0" u="none" strike="noStrike" cap="none" dirty="0">
              <a:solidFill>
                <a:srgbClr val="B7B7B7"/>
              </a:solidFill>
              <a:latin typeface="Roboto"/>
              <a:ea typeface="Roboto"/>
              <a:cs typeface="Roboto"/>
            </a:endParaRPr>
          </a:p>
          <a:p>
            <a:pPr marL="342900" lvl="0" indent="-228600">
              <a:lnSpc>
                <a:spcPct val="115000"/>
              </a:lnSpc>
              <a:spcBef>
                <a:spcPts val="0"/>
              </a:spcBef>
              <a:buClr>
                <a:srgbClr val="00B0F0"/>
              </a:buClr>
              <a:buSzPts val="900"/>
              <a:buFont typeface="Roboto"/>
              <a:buChar char="•"/>
            </a:pPr>
            <a:r>
              <a:rPr lang="en-US" sz="900" dirty="0">
                <a:solidFill>
                  <a:schemeClr val="bg1">
                    <a:lumMod val="75000"/>
                  </a:schemeClr>
                </a:solidFill>
                <a:latin typeface="Roboto"/>
                <a:ea typeface="Roboto"/>
                <a:cs typeface="Roboto"/>
                <a:sym typeface="Roboto"/>
              </a:rPr>
              <a:t>Observing and maintaining healthy work practices.</a:t>
            </a:r>
            <a:endParaRPr sz="900" dirty="0">
              <a:solidFill>
                <a:schemeClr val="bg1">
                  <a:lumMod val="75000"/>
                </a:schemeClr>
              </a:solidFill>
              <a:latin typeface="Roboto"/>
              <a:ea typeface="Roboto"/>
              <a:cs typeface="Roboto"/>
              <a:sym typeface="Roboto"/>
            </a:endParaRPr>
          </a:p>
          <a:p>
            <a:pPr marL="0" lvl="0" indent="0" rtl="0">
              <a:lnSpc>
                <a:spcPct val="115000"/>
              </a:lnSpc>
              <a:spcBef>
                <a:spcPts val="0"/>
              </a:spcBef>
              <a:spcAft>
                <a:spcPts val="0"/>
              </a:spcAft>
              <a:buNone/>
            </a:pPr>
            <a:endParaRPr sz="900" b="1">
              <a:solidFill>
                <a:schemeClr val="lt2"/>
              </a:solidFill>
              <a:latin typeface="Roboto"/>
              <a:ea typeface="Roboto"/>
              <a:cs typeface="Roboto"/>
              <a:sym typeface="Roboto"/>
            </a:endParaRPr>
          </a:p>
          <a:p>
            <a:pPr marL="0" lvl="0" indent="0" rtl="0">
              <a:lnSpc>
                <a:spcPct val="115000"/>
              </a:lnSpc>
              <a:spcBef>
                <a:spcPts val="0"/>
              </a:spcBef>
              <a:spcAft>
                <a:spcPts val="0"/>
              </a:spcAft>
              <a:buNone/>
            </a:pPr>
            <a:r>
              <a:rPr lang="en-AU" sz="900" b="1" i="0" u="none" strike="noStrike" cap="none" dirty="0">
                <a:solidFill>
                  <a:schemeClr val="lt2"/>
                </a:solidFill>
                <a:latin typeface="Roboto"/>
                <a:ea typeface="Roboto"/>
                <a:cs typeface="Roboto"/>
                <a:sym typeface="Roboto"/>
              </a:rPr>
              <a:t>The assessment instructions:</a:t>
            </a:r>
            <a:endParaRPr sz="900" b="1" i="0" u="none" strike="noStrike" cap="none" dirty="0">
              <a:solidFill>
                <a:schemeClr val="lt2"/>
              </a:solidFill>
              <a:latin typeface="Roboto"/>
              <a:ea typeface="Roboto"/>
              <a:cs typeface="Roboto"/>
              <a:sym typeface="Roboto"/>
            </a:endParaRPr>
          </a:p>
          <a:p>
            <a:pPr marL="342900" lvl="0" indent="-228600" rtl="0">
              <a:lnSpc>
                <a:spcPct val="115000"/>
              </a:lnSpc>
              <a:spcBef>
                <a:spcPts val="0"/>
              </a:spcBef>
              <a:spcAft>
                <a:spcPts val="0"/>
              </a:spcAft>
              <a:buClr>
                <a:srgbClr val="00B0F0"/>
              </a:buClr>
              <a:buSzPts val="900"/>
              <a:buFont typeface="Roboto"/>
              <a:buChar char="•"/>
            </a:pPr>
            <a:r>
              <a:rPr lang="en-AU" sz="900" i="0" u="none" strike="noStrike" cap="none" dirty="0">
                <a:solidFill>
                  <a:srgbClr val="B7B7B7"/>
                </a:solidFill>
                <a:latin typeface="Roboto"/>
                <a:ea typeface="Roboto"/>
                <a:cs typeface="Roboto"/>
                <a:sym typeface="Roboto"/>
              </a:rPr>
              <a:t>All sections marked in </a:t>
            </a:r>
            <a:r>
              <a:rPr lang="en-AU" sz="900" i="0" u="none" strike="noStrike" cap="none" dirty="0">
                <a:solidFill>
                  <a:srgbClr val="92D050"/>
                </a:solidFill>
                <a:latin typeface="Roboto"/>
                <a:ea typeface="Roboto"/>
                <a:cs typeface="Roboto"/>
                <a:sym typeface="Roboto"/>
              </a:rPr>
              <a:t>green</a:t>
            </a:r>
            <a:r>
              <a:rPr lang="en-AU" sz="900" i="0" u="none" strike="noStrike" cap="none" dirty="0">
                <a:solidFill>
                  <a:srgbClr val="B7B7B7"/>
                </a:solidFill>
                <a:latin typeface="Roboto"/>
                <a:ea typeface="Roboto"/>
                <a:cs typeface="Roboto"/>
                <a:sym typeface="Roboto"/>
              </a:rPr>
              <a:t> must be edited/filled out by each student. Be sure to replace “Student Name” on the first slide and include your name in the document filename.</a:t>
            </a:r>
            <a:endParaRPr sz="900" dirty="0">
              <a:latin typeface="Roboto"/>
              <a:ea typeface="Roboto"/>
              <a:cs typeface="Roboto"/>
              <a:sym typeface="Roboto"/>
            </a:endParaRPr>
          </a:p>
          <a:p>
            <a:pPr marL="0" marR="0" lvl="0" indent="0" algn="l" rtl="0">
              <a:lnSpc>
                <a:spcPct val="150000"/>
              </a:lnSpc>
              <a:spcBef>
                <a:spcPts val="518"/>
              </a:spcBef>
              <a:spcAft>
                <a:spcPts val="0"/>
              </a:spcAft>
              <a:buClr>
                <a:srgbClr val="92D050"/>
              </a:buClr>
              <a:buSzPts val="2800"/>
              <a:buFont typeface="Arial"/>
              <a:buNone/>
            </a:pPr>
            <a:endParaRPr sz="900" b="0" i="0" u="none" strike="noStrike" cap="none">
              <a:solidFill>
                <a:srgbClr val="B7B7B7"/>
              </a:solidFill>
              <a:latin typeface="Roboto"/>
              <a:ea typeface="Roboto"/>
              <a:cs typeface="Roboto"/>
              <a:sym typeface="Roboto"/>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Shape 315"/>
        <p:cNvGrpSpPr/>
        <p:nvPr/>
      </p:nvGrpSpPr>
      <p:grpSpPr>
        <a:xfrm>
          <a:off x="0" y="0"/>
          <a:ext cx="0" cy="0"/>
          <a:chOff x="0" y="0"/>
          <a:chExt cx="0" cy="0"/>
        </a:xfrm>
      </p:grpSpPr>
      <p:sp>
        <p:nvSpPr>
          <p:cNvPr id="316" name="Google Shape;316;p51"/>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sz="3600" i="0" u="none" strike="noStrike" cap="none">
                <a:solidFill>
                  <a:srgbClr val="00B0F0"/>
                </a:solidFill>
                <a:latin typeface="Roboto"/>
                <a:ea typeface="Roboto"/>
                <a:cs typeface="Roboto"/>
                <a:sym typeface="Roboto"/>
              </a:rPr>
              <a:t>Brief</a:t>
            </a:r>
            <a:r>
              <a:rPr lang="en-AU">
                <a:latin typeface="Roboto"/>
                <a:ea typeface="Roboto"/>
                <a:cs typeface="Roboto"/>
                <a:sym typeface="Roboto"/>
              </a:rPr>
              <a:t> </a:t>
            </a:r>
            <a:r>
              <a:rPr lang="en-AU" sz="3600" i="0" u="none" strike="noStrike" cap="none">
                <a:solidFill>
                  <a:srgbClr val="00B0F0"/>
                </a:solidFill>
                <a:latin typeface="Roboto"/>
                <a:ea typeface="Roboto"/>
                <a:cs typeface="Roboto"/>
                <a:sym typeface="Roboto"/>
              </a:rPr>
              <a:t>|</a:t>
            </a:r>
            <a:r>
              <a:rPr lang="en-AU">
                <a:latin typeface="Roboto"/>
                <a:ea typeface="Roboto"/>
                <a:cs typeface="Roboto"/>
                <a:sym typeface="Roboto"/>
              </a:rPr>
              <a:t> </a:t>
            </a:r>
            <a:r>
              <a:rPr lang="en-AU" sz="3000">
                <a:solidFill>
                  <a:srgbClr val="8CB3E3"/>
                </a:solidFill>
                <a:latin typeface="Roboto"/>
                <a:ea typeface="Roboto"/>
                <a:cs typeface="Roboto"/>
                <a:sym typeface="Roboto"/>
              </a:rPr>
              <a:t>Environment</a:t>
            </a:r>
            <a:endParaRPr/>
          </a:p>
        </p:txBody>
      </p:sp>
      <p:sp>
        <p:nvSpPr>
          <p:cNvPr id="317" name="Google Shape;317;p51"/>
          <p:cNvSpPr txBox="1">
            <a:spLocks noGrp="1"/>
          </p:cNvSpPr>
          <p:nvPr>
            <p:ph type="body" idx="1"/>
          </p:nvPr>
        </p:nvSpPr>
        <p:spPr>
          <a:xfrm>
            <a:off x="323525" y="1063375"/>
            <a:ext cx="8110500" cy="3056517"/>
          </a:xfrm>
          <a:prstGeom prst="rect">
            <a:avLst/>
          </a:prstGeom>
          <a:noFill/>
          <a:ln>
            <a:noFill/>
          </a:ln>
        </p:spPr>
        <p:txBody>
          <a:bodyPr spcFirstLastPara="1" wrap="square" lIns="91425" tIns="45700" rIns="91425" bIns="45700" anchor="t" anchorCtr="0">
            <a:noAutofit/>
          </a:bodyPr>
          <a:lstStyle/>
          <a:p>
            <a:pPr marL="0" lvl="0" indent="0" rtl="0">
              <a:lnSpc>
                <a:spcPct val="100000"/>
              </a:lnSpc>
              <a:spcBef>
                <a:spcPts val="0"/>
              </a:spcBef>
              <a:spcAft>
                <a:spcPts val="0"/>
              </a:spcAft>
              <a:buClr>
                <a:schemeClr val="dk1"/>
              </a:buClr>
              <a:buSzPts val="2800"/>
              <a:buFont typeface="Arial"/>
              <a:buNone/>
            </a:pPr>
            <a:r>
              <a:rPr lang="en-AU" sz="900" b="1">
                <a:solidFill>
                  <a:srgbClr val="D9D9D9"/>
                </a:solidFill>
                <a:latin typeface="Roboto"/>
                <a:ea typeface="Roboto"/>
                <a:cs typeface="Roboto"/>
                <a:sym typeface="Roboto"/>
              </a:rPr>
              <a:t>Overview:</a:t>
            </a:r>
            <a:endParaRPr sz="900">
              <a:solidFill>
                <a:srgbClr val="B7B7B7"/>
              </a:solidFill>
              <a:latin typeface="Roboto"/>
              <a:ea typeface="Roboto"/>
              <a:cs typeface="Roboto"/>
              <a:sym typeface="Roboto"/>
            </a:endParaRPr>
          </a:p>
          <a:p>
            <a:pPr marL="0" indent="0">
              <a:spcBef>
                <a:spcPts val="0"/>
              </a:spcBef>
              <a:buNone/>
            </a:pPr>
            <a:r>
              <a:rPr lang="en-AU" sz="900">
                <a:solidFill>
                  <a:srgbClr val="B7B7B7"/>
                </a:solidFill>
                <a:latin typeface="Roboto"/>
                <a:ea typeface="Roboto"/>
              </a:rPr>
              <a:t>Design and create a small environment with a consistent visual style and present the environment a in real-time engine.</a:t>
            </a:r>
            <a:endParaRPr lang="en-AU">
              <a:solidFill>
                <a:srgbClr val="FFFFFF"/>
              </a:solidFill>
              <a:ea typeface="Roboto"/>
            </a:endParaRPr>
          </a:p>
          <a:p>
            <a:pPr marL="0" indent="0">
              <a:spcBef>
                <a:spcPts val="0"/>
              </a:spcBef>
              <a:buNone/>
            </a:pPr>
            <a:endParaRPr lang="en-AU" sz="900">
              <a:solidFill>
                <a:srgbClr val="B7B7B7"/>
              </a:solidFill>
              <a:latin typeface="Roboto"/>
              <a:ea typeface="Roboto"/>
              <a:cs typeface="Roboto"/>
            </a:endParaRPr>
          </a:p>
          <a:p>
            <a:pPr marL="0" indent="0">
              <a:lnSpc>
                <a:spcPct val="114999"/>
              </a:lnSpc>
              <a:spcBef>
                <a:spcPts val="0"/>
              </a:spcBef>
              <a:buNone/>
            </a:pPr>
            <a:r>
              <a:rPr lang="en-AU" sz="900" b="1">
                <a:solidFill>
                  <a:srgbClr val="D9D9D9"/>
                </a:solidFill>
                <a:latin typeface="Roboto"/>
                <a:ea typeface="Roboto"/>
                <a:cs typeface="Roboto"/>
                <a:sym typeface="Roboto"/>
              </a:rPr>
              <a:t>The</a:t>
            </a:r>
            <a:r>
              <a:rPr lang="en-AU" sz="900" b="1" i="0" u="none" strike="noStrike" cap="none">
                <a:solidFill>
                  <a:srgbClr val="D9D9D9"/>
                </a:solidFill>
                <a:latin typeface="Roboto"/>
                <a:ea typeface="Roboto"/>
                <a:cs typeface="Roboto"/>
                <a:sym typeface="Roboto"/>
              </a:rPr>
              <a:t> </a:t>
            </a:r>
            <a:r>
              <a:rPr lang="en-AU" sz="900" b="1">
                <a:solidFill>
                  <a:srgbClr val="D9D9D9"/>
                </a:solidFill>
                <a:latin typeface="Roboto"/>
                <a:ea typeface="Roboto"/>
                <a:cs typeface="Roboto"/>
                <a:sym typeface="Roboto"/>
              </a:rPr>
              <a:t>environments</a:t>
            </a:r>
            <a:r>
              <a:rPr lang="en-AU" sz="900" b="1" i="0" u="none" strike="noStrike" cap="none">
                <a:solidFill>
                  <a:srgbClr val="D9D9D9"/>
                </a:solidFill>
                <a:latin typeface="Roboto"/>
                <a:ea typeface="Roboto"/>
                <a:cs typeface="Roboto"/>
                <a:sym typeface="Roboto"/>
              </a:rPr>
              <a:t> must:</a:t>
            </a:r>
            <a:endParaRPr lang="en-AU" sz="900">
              <a:solidFill>
                <a:srgbClr val="FFFFFF"/>
              </a:solidFill>
              <a:ea typeface="Roboto"/>
            </a:endParaRPr>
          </a:p>
          <a:p>
            <a:pPr marL="171450" indent="-171450">
              <a:lnSpc>
                <a:spcPct val="114999"/>
              </a:lnSpc>
              <a:spcBef>
                <a:spcPts val="0"/>
              </a:spcBef>
              <a:buClr>
                <a:srgbClr val="00B0F0"/>
              </a:buClr>
              <a:buSzPct val="100000"/>
            </a:pPr>
            <a:r>
              <a:rPr lang="en-AU" sz="900">
                <a:solidFill>
                  <a:srgbClr val="B7B7B7"/>
                </a:solidFill>
                <a:latin typeface="Roboto"/>
                <a:ea typeface="Roboto"/>
              </a:rPr>
              <a:t>Utilise modular asset sets where appropriate (minimum of 6 modular pieces and maximum of 14 pieces)</a:t>
            </a:r>
            <a:endParaRPr lang="en-US" sz="900">
              <a:solidFill>
                <a:srgbClr val="FFFFFF"/>
              </a:solidFill>
              <a:ea typeface="Roboto"/>
            </a:endParaRPr>
          </a:p>
          <a:p>
            <a:pPr marL="171450" indent="-171450">
              <a:lnSpc>
                <a:spcPct val="114999"/>
              </a:lnSpc>
              <a:spcBef>
                <a:spcPts val="0"/>
              </a:spcBef>
              <a:buClr>
                <a:srgbClr val="00B0F0"/>
              </a:buClr>
              <a:buSzPct val="100000"/>
            </a:pPr>
            <a:r>
              <a:rPr lang="en-AU" sz="900">
                <a:solidFill>
                  <a:srgbClr val="B7B7B7"/>
                </a:solidFill>
                <a:latin typeface="Roboto"/>
                <a:ea typeface="Roboto"/>
              </a:rPr>
              <a:t>Include one hero asset</a:t>
            </a:r>
          </a:p>
          <a:p>
            <a:pPr marL="165100" indent="0">
              <a:lnSpc>
                <a:spcPct val="115000"/>
              </a:lnSpc>
              <a:spcBef>
                <a:spcPts val="0"/>
              </a:spcBef>
              <a:buClr>
                <a:srgbClr val="00B0F0"/>
              </a:buClr>
              <a:buSzPts val="900"/>
              <a:buNone/>
            </a:pPr>
            <a:endParaRPr lang="en-US" sz="900" b="1">
              <a:solidFill>
                <a:srgbClr val="D9D9D9"/>
              </a:solidFill>
              <a:latin typeface="Roboto"/>
              <a:ea typeface="Roboto"/>
            </a:endParaRPr>
          </a:p>
          <a:p>
            <a:pPr marL="0" marR="0" lvl="0" indent="0" algn="l" rtl="0">
              <a:lnSpc>
                <a:spcPct val="115000"/>
              </a:lnSpc>
              <a:spcBef>
                <a:spcPts val="0"/>
              </a:spcBef>
              <a:spcAft>
                <a:spcPts val="0"/>
              </a:spcAft>
              <a:buNone/>
            </a:pPr>
            <a:endParaRPr lang="en-US" sz="900" b="1">
              <a:solidFill>
                <a:srgbClr val="D9D9D9"/>
              </a:solidFill>
              <a:latin typeface="Roboto"/>
              <a:ea typeface="Roboto"/>
              <a:cs typeface="Roboto"/>
            </a:endParaRPr>
          </a:p>
          <a:p>
            <a:pPr lvl="0" indent="-292100">
              <a:lnSpc>
                <a:spcPct val="115000"/>
              </a:lnSpc>
              <a:spcBef>
                <a:spcPts val="0"/>
              </a:spcBef>
              <a:buClr>
                <a:srgbClr val="00B0F0"/>
              </a:buClr>
              <a:buSzPts val="900"/>
              <a:buFont typeface="Roboto"/>
              <a:buChar char="•"/>
            </a:pPr>
            <a:endParaRPr lang="en-US" sz="900">
              <a:solidFill>
                <a:srgbClr val="B7B7B7"/>
              </a:solidFill>
              <a:latin typeface="Roboto"/>
              <a:ea typeface="Roboto"/>
              <a:cs typeface="Arial"/>
            </a:endParaRPr>
          </a:p>
          <a:p>
            <a:pPr marL="0" marR="0" lvl="0" indent="0" algn="l" rtl="0">
              <a:spcBef>
                <a:spcPts val="0"/>
              </a:spcBef>
              <a:spcAft>
                <a:spcPts val="0"/>
              </a:spcAft>
              <a:buNone/>
            </a:pPr>
            <a:endParaRPr lang="en-US" sz="1100">
              <a:solidFill>
                <a:srgbClr val="D9D9D9"/>
              </a:solidFill>
              <a:latin typeface="Roboto"/>
              <a:ea typeface="Roboto"/>
              <a:cs typeface="Arial"/>
            </a:endParaRPr>
          </a:p>
          <a:p>
            <a:pPr marL="0" marR="0" lvl="0" indent="0" algn="l" rtl="0">
              <a:lnSpc>
                <a:spcPct val="100000"/>
              </a:lnSpc>
              <a:spcBef>
                <a:spcPts val="0"/>
              </a:spcBef>
              <a:spcAft>
                <a:spcPts val="0"/>
              </a:spcAft>
              <a:buClr>
                <a:srgbClr val="92D050"/>
              </a:buClr>
              <a:buSzPts val="2800"/>
              <a:buFont typeface="Arial"/>
              <a:buNone/>
            </a:pPr>
            <a:endParaRPr lang="en-US" sz="1100">
              <a:solidFill>
                <a:srgbClr val="D9D9D9"/>
              </a:solidFill>
              <a:latin typeface="Arial"/>
              <a:ea typeface="Roboto"/>
              <a:cs typeface="Arial"/>
            </a:endParaRPr>
          </a:p>
          <a:p>
            <a:pPr marL="0" marR="0" lvl="0" indent="0" algn="l" rtl="0">
              <a:lnSpc>
                <a:spcPct val="100000"/>
              </a:lnSpc>
              <a:spcBef>
                <a:spcPts val="0"/>
              </a:spcBef>
              <a:spcAft>
                <a:spcPts val="0"/>
              </a:spcAft>
              <a:buClr>
                <a:srgbClr val="92D050"/>
              </a:buClr>
              <a:buSzPts val="2800"/>
              <a:buFont typeface="Arial"/>
              <a:buNone/>
            </a:pPr>
            <a:endParaRPr lang="en-US" sz="1100">
              <a:solidFill>
                <a:srgbClr val="D9D9D9"/>
              </a:solidFill>
              <a:latin typeface="Arial"/>
              <a:ea typeface="Arial"/>
              <a:cs typeface="Arial"/>
            </a:endParaRPr>
          </a:p>
          <a:p>
            <a:pPr marL="0" marR="0" lvl="0" indent="0" algn="l" rtl="0">
              <a:lnSpc>
                <a:spcPct val="100000"/>
              </a:lnSpc>
              <a:spcBef>
                <a:spcPts val="0"/>
              </a:spcBef>
              <a:spcAft>
                <a:spcPts val="0"/>
              </a:spcAft>
              <a:buClr>
                <a:srgbClr val="000000"/>
              </a:buClr>
              <a:buSzPts val="2800"/>
              <a:buFont typeface="Arial"/>
              <a:buNone/>
            </a:pPr>
            <a:endParaRPr sz="2400" b="0" i="0" u="none" strike="noStrike" cap="none">
              <a:solidFill>
                <a:srgbClr val="00B0F0"/>
              </a:solidFill>
              <a:ea typeface="Arial"/>
            </a:endParaRPr>
          </a:p>
          <a:p>
            <a:pPr marL="0" marR="0" lvl="0" indent="0" algn="l" rtl="0">
              <a:lnSpc>
                <a:spcPct val="100000"/>
              </a:lnSpc>
              <a:spcBef>
                <a:spcPts val="0"/>
              </a:spcBef>
              <a:spcAft>
                <a:spcPts val="0"/>
              </a:spcAft>
              <a:buSzPts val="2800"/>
              <a:buFont typeface="Arial"/>
              <a:buNone/>
            </a:pPr>
            <a:endParaRPr sz="1100" b="0" i="0" u="none" strike="noStrike" cap="none">
              <a:solidFill>
                <a:srgbClr val="FF0000"/>
              </a:solidFill>
              <a:cs typeface="Arial"/>
            </a:endParaRPr>
          </a:p>
          <a:p>
            <a:pPr marL="0" marR="0" lvl="0" indent="0" algn="l" rtl="0">
              <a:lnSpc>
                <a:spcPct val="100000"/>
              </a:lnSpc>
              <a:spcBef>
                <a:spcPts val="0"/>
              </a:spcBef>
              <a:spcAft>
                <a:spcPts val="0"/>
              </a:spcAft>
              <a:buClr>
                <a:srgbClr val="92D050"/>
              </a:buClr>
              <a:buSzPts val="2800"/>
              <a:buFont typeface="Arial"/>
              <a:buNone/>
            </a:pPr>
            <a:endParaRPr sz="1100" b="0" i="0" u="none" strike="noStrike" cap="none">
              <a:solidFill>
                <a:srgbClr val="D9D9D9"/>
              </a:solidFill>
              <a:latin typeface="Arial"/>
              <a:ea typeface="Arial"/>
              <a:cs typeface="Arial"/>
            </a:endParaRPr>
          </a:p>
          <a:p>
            <a:pPr marL="0" marR="0" lvl="0" indent="0" algn="l" rtl="0">
              <a:lnSpc>
                <a:spcPct val="100000"/>
              </a:lnSpc>
              <a:spcBef>
                <a:spcPts val="0"/>
              </a:spcBef>
              <a:spcAft>
                <a:spcPts val="0"/>
              </a:spcAft>
              <a:buClr>
                <a:srgbClr val="92D050"/>
              </a:buClr>
              <a:buSzPts val="2800"/>
              <a:buFont typeface="Arial"/>
              <a:buNone/>
            </a:pPr>
            <a:endParaRPr sz="1100" b="0" i="0" u="none" strike="noStrike" cap="none">
              <a:solidFill>
                <a:srgbClr val="D9D9D9"/>
              </a:solidFill>
              <a:latin typeface="Arial"/>
              <a:ea typeface="Arial"/>
              <a:cs typeface="Arial"/>
              <a:sym typeface="Arial"/>
            </a:endParaRPr>
          </a:p>
          <a:p>
            <a:pPr marL="0" marR="0" lvl="0" indent="0" algn="l" rtl="0">
              <a:lnSpc>
                <a:spcPct val="100000"/>
              </a:lnSpc>
              <a:spcBef>
                <a:spcPts val="0"/>
              </a:spcBef>
              <a:spcAft>
                <a:spcPts val="0"/>
              </a:spcAft>
              <a:buClr>
                <a:srgbClr val="92D050"/>
              </a:buClr>
              <a:buSzPts val="2800"/>
              <a:buFont typeface="Arial"/>
              <a:buNone/>
            </a:pPr>
            <a:endParaRPr sz="1100" b="0" i="0" u="none" strike="noStrike" cap="none">
              <a:solidFill>
                <a:srgbClr val="D9D9D9"/>
              </a:solidFill>
              <a:latin typeface="Arial"/>
              <a:ea typeface="Arial"/>
              <a:cs typeface="Arial"/>
              <a:sym typeface="Arial"/>
            </a:endParaRPr>
          </a:p>
          <a:p>
            <a:pPr marL="0" marR="0" lvl="0" indent="0" algn="l" rtl="0">
              <a:lnSpc>
                <a:spcPct val="100000"/>
              </a:lnSpc>
              <a:spcBef>
                <a:spcPts val="0"/>
              </a:spcBef>
              <a:spcAft>
                <a:spcPts val="0"/>
              </a:spcAft>
              <a:buClr>
                <a:srgbClr val="92D050"/>
              </a:buClr>
              <a:buSzPts val="2800"/>
              <a:buFont typeface="Arial"/>
              <a:buNone/>
            </a:pPr>
            <a:endParaRPr sz="1100" b="0" i="0" u="none" strike="noStrike" cap="none">
              <a:solidFill>
                <a:srgbClr val="FF0000"/>
              </a:solidFill>
              <a:latin typeface="Arial"/>
              <a:ea typeface="Arial"/>
              <a:cs typeface="Arial"/>
            </a:endParaRPr>
          </a:p>
          <a:p>
            <a:pPr marL="0" marR="0" lvl="0" indent="0" algn="l" rtl="0">
              <a:lnSpc>
                <a:spcPct val="100000"/>
              </a:lnSpc>
              <a:spcBef>
                <a:spcPts val="0"/>
              </a:spcBef>
              <a:spcAft>
                <a:spcPts val="0"/>
              </a:spcAft>
              <a:buClr>
                <a:srgbClr val="92D050"/>
              </a:buClr>
              <a:buSzPts val="2800"/>
              <a:buFont typeface="Arial"/>
              <a:buNone/>
            </a:pPr>
            <a:endParaRPr sz="1200" b="0" i="0" u="none" strike="noStrike" cap="none">
              <a:solidFill>
                <a:srgbClr val="FFFFFF"/>
              </a:solidFill>
              <a:ea typeface="Arial"/>
            </a:endParaRPr>
          </a:p>
          <a:p>
            <a:pPr marL="177800" marR="0" lvl="0" indent="-165100" algn="l" rtl="0">
              <a:lnSpc>
                <a:spcPct val="100000"/>
              </a:lnSpc>
              <a:spcBef>
                <a:spcPts val="0"/>
              </a:spcBef>
              <a:spcAft>
                <a:spcPts val="0"/>
              </a:spcAft>
              <a:buClr>
                <a:srgbClr val="000000"/>
              </a:buClr>
              <a:buSzPts val="2800"/>
              <a:buFont typeface="Arial"/>
              <a:buNone/>
            </a:pPr>
            <a:endParaRPr lang="en-US" sz="2400" b="0" i="0" u="none" strike="noStrike" cap="none">
              <a:solidFill>
                <a:srgbClr val="00B0F0"/>
              </a:solidFill>
              <a:cs typeface="Calibri"/>
            </a:endParaRPr>
          </a:p>
        </p:txBody>
      </p:sp>
      <p:pic>
        <p:nvPicPr>
          <p:cNvPr id="3" name="Picture 2">
            <a:extLst>
              <a:ext uri="{FF2B5EF4-FFF2-40B4-BE49-F238E27FC236}">
                <a16:creationId xmlns:a16="http://schemas.microsoft.com/office/drawing/2014/main" id="{6BB2A6ED-7261-48B1-91D2-4ED34D49B477}"/>
              </a:ext>
            </a:extLst>
          </p:cNvPr>
          <p:cNvPicPr>
            <a:picLocks noChangeAspect="1"/>
          </p:cNvPicPr>
          <p:nvPr/>
        </p:nvPicPr>
        <p:blipFill rotWithShape="1">
          <a:blip r:embed="rId3"/>
          <a:srcRect l="4792" r="3172" b="23103"/>
          <a:stretch/>
        </p:blipFill>
        <p:spPr>
          <a:xfrm>
            <a:off x="3566165" y="2466011"/>
            <a:ext cx="4368019" cy="1987032"/>
          </a:xfrm>
          <a:prstGeom prst="rect">
            <a:avLst/>
          </a:prstGeom>
          <a:ln w="19050">
            <a:solidFill>
              <a:srgbClr val="00B0F0"/>
            </a:solidFill>
          </a:ln>
        </p:spPr>
      </p:pic>
      <p:sp>
        <p:nvSpPr>
          <p:cNvPr id="6" name="Google Shape;221;p35">
            <a:extLst>
              <a:ext uri="{FF2B5EF4-FFF2-40B4-BE49-F238E27FC236}">
                <a16:creationId xmlns:a16="http://schemas.microsoft.com/office/drawing/2014/main" id="{A0DB19DB-A045-4295-A2CC-AB1CA76A3039}"/>
              </a:ext>
            </a:extLst>
          </p:cNvPr>
          <p:cNvSpPr txBox="1"/>
          <p:nvPr/>
        </p:nvSpPr>
        <p:spPr>
          <a:xfrm>
            <a:off x="3458824" y="4419415"/>
            <a:ext cx="3378079" cy="283500"/>
          </a:xfrm>
          <a:prstGeom prst="rect">
            <a:avLst/>
          </a:prstGeom>
          <a:noFill/>
          <a:ln>
            <a:noFill/>
          </a:ln>
        </p:spPr>
        <p:txBody>
          <a:bodyPr spcFirstLastPara="1" wrap="square" lIns="91425" tIns="91425" rIns="91425" bIns="91425" anchor="t" anchorCtr="0">
            <a:noAutofit/>
          </a:bodyPr>
          <a:lstStyle/>
          <a:p>
            <a:pPr lvl="0">
              <a:buClr>
                <a:srgbClr val="B7B7B7"/>
              </a:buClr>
              <a:buSzPts val="900"/>
            </a:pPr>
            <a:r>
              <a:rPr lang="en-AU" sz="900">
                <a:solidFill>
                  <a:srgbClr val="B7B7B7"/>
                </a:solidFill>
                <a:latin typeface="Roboto"/>
                <a:ea typeface="Roboto"/>
                <a:cs typeface="Roboto"/>
                <a:sym typeface="Roboto"/>
              </a:rPr>
              <a:t>Stylized Dungeon Environment by Tobias Koepp</a:t>
            </a:r>
          </a:p>
        </p:txBody>
      </p:sp>
    </p:spTree>
    <p:extLst>
      <p:ext uri="{BB962C8B-B14F-4D97-AF65-F5344CB8AC3E}">
        <p14:creationId xmlns:p14="http://schemas.microsoft.com/office/powerpoint/2010/main" val="126887351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Shape 327"/>
        <p:cNvGrpSpPr/>
        <p:nvPr/>
      </p:nvGrpSpPr>
      <p:grpSpPr>
        <a:xfrm>
          <a:off x="0" y="0"/>
          <a:ext cx="0" cy="0"/>
          <a:chOff x="0" y="0"/>
          <a:chExt cx="0" cy="0"/>
        </a:xfrm>
      </p:grpSpPr>
      <p:sp>
        <p:nvSpPr>
          <p:cNvPr id="328" name="Google Shape;328;p52"/>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sz="3600" i="0" u="none" strike="noStrike" cap="none">
                <a:solidFill>
                  <a:srgbClr val="00B0F0"/>
                </a:solidFill>
                <a:latin typeface="Roboto"/>
                <a:ea typeface="Roboto"/>
                <a:cs typeface="Roboto"/>
                <a:sym typeface="Roboto"/>
              </a:rPr>
              <a:t>Br</a:t>
            </a:r>
            <a:r>
              <a:rPr lang="en-AU">
                <a:latin typeface="Roboto"/>
                <a:ea typeface="Roboto"/>
                <a:cs typeface="Roboto"/>
                <a:sym typeface="Roboto"/>
              </a:rPr>
              <a:t>ie</a:t>
            </a:r>
            <a:r>
              <a:rPr lang="en-AU" sz="3600" i="0" u="none" strike="noStrike" cap="none">
                <a:solidFill>
                  <a:srgbClr val="00B0F0"/>
                </a:solidFill>
                <a:latin typeface="Roboto"/>
                <a:ea typeface="Roboto"/>
                <a:cs typeface="Roboto"/>
                <a:sym typeface="Roboto"/>
              </a:rPr>
              <a:t>f</a:t>
            </a:r>
            <a:r>
              <a:rPr lang="en-AU">
                <a:latin typeface="Roboto"/>
                <a:ea typeface="Roboto"/>
                <a:cs typeface="Roboto"/>
                <a:sym typeface="Roboto"/>
              </a:rPr>
              <a:t> </a:t>
            </a:r>
            <a:r>
              <a:rPr lang="en-AU" sz="3600" i="0" u="none" strike="noStrike" cap="none">
                <a:solidFill>
                  <a:srgbClr val="00B0F0"/>
                </a:solidFill>
                <a:latin typeface="Roboto"/>
                <a:ea typeface="Roboto"/>
                <a:cs typeface="Roboto"/>
                <a:sym typeface="Roboto"/>
              </a:rPr>
              <a:t>|</a:t>
            </a:r>
            <a:r>
              <a:rPr lang="en-AU">
                <a:latin typeface="Roboto"/>
                <a:ea typeface="Roboto"/>
                <a:cs typeface="Roboto"/>
                <a:sym typeface="Roboto"/>
              </a:rPr>
              <a:t> </a:t>
            </a:r>
            <a:r>
              <a:rPr lang="en-AU" sz="3000" b="0" i="0" u="none" strike="noStrike" cap="none">
                <a:solidFill>
                  <a:srgbClr val="8CB3E3"/>
                </a:solidFill>
                <a:latin typeface="Roboto"/>
                <a:ea typeface="Roboto"/>
                <a:cs typeface="Roboto"/>
                <a:sym typeface="Roboto"/>
              </a:rPr>
              <a:t>Requirements</a:t>
            </a:r>
            <a:r>
              <a:rPr lang="en-AU">
                <a:ea typeface="Roboto"/>
              </a:rPr>
              <a:t>  </a:t>
            </a:r>
            <a:endParaRPr/>
          </a:p>
        </p:txBody>
      </p:sp>
      <p:sp>
        <p:nvSpPr>
          <p:cNvPr id="329" name="Google Shape;329;p52"/>
          <p:cNvSpPr txBox="1">
            <a:spLocks noGrp="1"/>
          </p:cNvSpPr>
          <p:nvPr>
            <p:ph type="body" idx="1"/>
          </p:nvPr>
        </p:nvSpPr>
        <p:spPr>
          <a:xfrm>
            <a:off x="323524" y="1063375"/>
            <a:ext cx="8110500" cy="3384300"/>
          </a:xfrm>
          <a:prstGeom prst="rect">
            <a:avLst/>
          </a:prstGeom>
          <a:noFill/>
          <a:ln>
            <a:noFill/>
          </a:ln>
        </p:spPr>
        <p:txBody>
          <a:bodyPr spcFirstLastPara="1" wrap="square" lIns="91425" tIns="45700" rIns="91425" bIns="45700" anchor="t" anchorCtr="0">
            <a:noAutofit/>
          </a:bodyPr>
          <a:lstStyle/>
          <a:p>
            <a:pPr marL="0" lvl="0" indent="0">
              <a:lnSpc>
                <a:spcPct val="115000"/>
              </a:lnSpc>
              <a:spcBef>
                <a:spcPts val="0"/>
              </a:spcBef>
              <a:buClr>
                <a:srgbClr val="00B0F0"/>
              </a:buClr>
              <a:buNone/>
            </a:pPr>
            <a:r>
              <a:rPr lang="en-AU" sz="900" b="1" i="0" u="none" strike="noStrike" cap="none">
                <a:solidFill>
                  <a:srgbClr val="D9D9D9"/>
                </a:solidFill>
                <a:latin typeface="Roboto"/>
                <a:ea typeface="Roboto"/>
                <a:cs typeface="Roboto"/>
                <a:sym typeface="Roboto"/>
              </a:rPr>
              <a:t>Pre-production:</a:t>
            </a:r>
            <a:endParaRPr lang="en-GB" sz="900">
              <a:latin typeface="Roboto"/>
              <a:ea typeface="Roboto"/>
              <a:cs typeface="Roboto"/>
              <a:sym typeface="Roboto"/>
            </a:endParaRPr>
          </a:p>
          <a:p>
            <a:pPr indent="-292100">
              <a:lnSpc>
                <a:spcPct val="115000"/>
              </a:lnSpc>
              <a:spcBef>
                <a:spcPts val="0"/>
              </a:spcBef>
              <a:buClr>
                <a:srgbClr val="00B0F0"/>
              </a:buClr>
              <a:buSzPts val="900"/>
              <a:buFont typeface="Roboto"/>
              <a:buChar char="•"/>
            </a:pPr>
            <a:r>
              <a:rPr lang="en-GB" sz="900">
                <a:solidFill>
                  <a:srgbClr val="B7B7B7"/>
                </a:solidFill>
                <a:latin typeface="Roboto"/>
                <a:ea typeface="Roboto"/>
                <a:cs typeface="Roboto"/>
                <a:sym typeface="Roboto"/>
              </a:rPr>
              <a:t>The thumbnails, </a:t>
            </a:r>
            <a:r>
              <a:rPr lang="en-AU" sz="900">
                <a:solidFill>
                  <a:srgbClr val="B7B7B7"/>
                </a:solidFill>
                <a:latin typeface="Roboto"/>
                <a:ea typeface="Roboto"/>
                <a:cs typeface="Roboto"/>
                <a:sym typeface="Roboto"/>
              </a:rPr>
              <a:t>greybox,</a:t>
            </a:r>
            <a:r>
              <a:rPr lang="en-GB" sz="900" i="0" u="none" strike="noStrike" cap="none">
                <a:solidFill>
                  <a:srgbClr val="B7B7B7"/>
                </a:solidFill>
                <a:latin typeface="Roboto"/>
                <a:ea typeface="Roboto"/>
                <a:cs typeface="Roboto"/>
                <a:sym typeface="Roboto"/>
              </a:rPr>
              <a:t> lighting </a:t>
            </a:r>
            <a:r>
              <a:rPr lang="en-GB" sz="900">
                <a:solidFill>
                  <a:srgbClr val="B7B7B7"/>
                </a:solidFill>
                <a:latin typeface="Roboto"/>
                <a:ea typeface="Roboto"/>
                <a:cs typeface="Roboto"/>
                <a:sym typeface="Roboto"/>
              </a:rPr>
              <a:t>previsualisation</a:t>
            </a:r>
            <a:r>
              <a:rPr lang="en-GB" sz="900" i="0" u="none" strike="noStrike" cap="none">
                <a:solidFill>
                  <a:srgbClr val="B7B7B7"/>
                </a:solidFill>
                <a:latin typeface="Roboto"/>
                <a:ea typeface="Roboto"/>
                <a:cs typeface="Roboto"/>
                <a:sym typeface="Roboto"/>
              </a:rPr>
              <a:t> and paint </a:t>
            </a:r>
            <a:r>
              <a:rPr lang="en-GB" sz="900">
                <a:solidFill>
                  <a:srgbClr val="B7B7B7"/>
                </a:solidFill>
                <a:latin typeface="Roboto"/>
                <a:ea typeface="Roboto"/>
                <a:cs typeface="Roboto"/>
                <a:sym typeface="Roboto"/>
              </a:rPr>
              <a:t>over</a:t>
            </a:r>
            <a:r>
              <a:rPr lang="en-GB" sz="900" i="0" u="none" strike="noStrike" cap="none">
                <a:solidFill>
                  <a:srgbClr val="B7B7B7"/>
                </a:solidFill>
                <a:latin typeface="Roboto"/>
                <a:ea typeface="Roboto"/>
                <a:cs typeface="Roboto"/>
                <a:sym typeface="Roboto"/>
              </a:rPr>
              <a:t> must be </a:t>
            </a:r>
            <a:r>
              <a:rPr lang="en-US" sz="900" i="0" u="none" strike="noStrike" cap="none">
                <a:solidFill>
                  <a:srgbClr val="B7B7B7"/>
                </a:solidFill>
                <a:latin typeface="Roboto"/>
                <a:ea typeface="Roboto"/>
                <a:cs typeface="Roboto"/>
                <a:sym typeface="Roboto"/>
              </a:rPr>
              <a:t>in-line with the brief and your environment description.</a:t>
            </a:r>
            <a:endParaRPr lang="en-AU" sz="900" i="0" u="none" strike="noStrike" cap="none">
              <a:solidFill>
                <a:srgbClr val="D9D9D9"/>
              </a:solidFill>
              <a:latin typeface="Roboto"/>
              <a:ea typeface="Roboto"/>
              <a:cs typeface="Roboto"/>
              <a:sym typeface="Roboto"/>
            </a:endParaRPr>
          </a:p>
          <a:p>
            <a:pPr indent="-292100">
              <a:lnSpc>
                <a:spcPct val="114999"/>
              </a:lnSpc>
              <a:spcBef>
                <a:spcPts val="0"/>
              </a:spcBef>
              <a:buClr>
                <a:srgbClr val="00B0F0"/>
              </a:buClr>
              <a:buSzPts val="900"/>
              <a:buFont typeface="Roboto"/>
              <a:buChar char="•"/>
            </a:pPr>
            <a:r>
              <a:rPr lang="en-US" sz="900">
                <a:solidFill>
                  <a:srgbClr val="B7B7B7"/>
                </a:solidFill>
                <a:latin typeface="Roboto"/>
                <a:ea typeface="Roboto"/>
                <a:cs typeface="Roboto"/>
              </a:rPr>
              <a:t>Concepts and work created must adhere to copyright and intellectual property legislation.</a:t>
            </a:r>
            <a:endParaRPr lang="en-US" sz="900" i="0" u="none" strike="noStrike" cap="none">
              <a:solidFill>
                <a:srgbClr val="B7B7B7"/>
              </a:solidFill>
              <a:latin typeface="Roboto"/>
              <a:ea typeface="Roboto"/>
              <a:cs typeface="Roboto"/>
            </a:endParaRPr>
          </a:p>
          <a:p>
            <a:pPr marL="0" indent="0">
              <a:lnSpc>
                <a:spcPct val="115000"/>
              </a:lnSpc>
              <a:spcBef>
                <a:spcPts val="0"/>
              </a:spcBef>
              <a:buClr>
                <a:srgbClr val="00B0F0"/>
              </a:buClr>
              <a:buNone/>
            </a:pPr>
            <a:endParaRPr lang="en-AU" sz="900" b="1">
              <a:solidFill>
                <a:srgbClr val="D9D9D9"/>
              </a:solidFill>
              <a:latin typeface="Roboto"/>
              <a:ea typeface="Roboto"/>
              <a:cs typeface="Roboto"/>
              <a:sym typeface="Roboto"/>
            </a:endParaRPr>
          </a:p>
          <a:p>
            <a:pPr marL="0" indent="0">
              <a:lnSpc>
                <a:spcPct val="115000"/>
              </a:lnSpc>
              <a:spcBef>
                <a:spcPts val="0"/>
              </a:spcBef>
              <a:buClr>
                <a:srgbClr val="00B0F0"/>
              </a:buClr>
              <a:buNone/>
            </a:pPr>
            <a:r>
              <a:rPr lang="en-AU" sz="900" b="1" i="0" u="none" strike="noStrike" cap="none">
                <a:solidFill>
                  <a:srgbClr val="D9D9D9"/>
                </a:solidFill>
                <a:latin typeface="Roboto"/>
                <a:ea typeface="Roboto"/>
                <a:cs typeface="Roboto"/>
                <a:sym typeface="Roboto"/>
              </a:rPr>
              <a:t>M</a:t>
            </a:r>
            <a:r>
              <a:rPr lang="en-AU" sz="900" b="1">
                <a:solidFill>
                  <a:srgbClr val="D9D9D9"/>
                </a:solidFill>
                <a:latin typeface="Roboto"/>
                <a:ea typeface="Roboto"/>
                <a:cs typeface="Roboto"/>
                <a:sym typeface="Roboto"/>
              </a:rPr>
              <a:t>odelling</a:t>
            </a:r>
            <a:r>
              <a:rPr lang="en-AU" sz="900" b="1" i="0" u="none" strike="noStrike" cap="none">
                <a:solidFill>
                  <a:srgbClr val="D9D9D9"/>
                </a:solidFill>
                <a:latin typeface="Roboto"/>
                <a:ea typeface="Roboto"/>
                <a:cs typeface="Roboto"/>
                <a:sym typeface="Roboto"/>
              </a:rPr>
              <a:t>:</a:t>
            </a:r>
            <a:r>
              <a:rPr lang="en-AU" sz="900" b="1">
                <a:solidFill>
                  <a:srgbClr val="00B0F0"/>
                </a:solidFill>
                <a:latin typeface="Roboto"/>
                <a:ea typeface="Roboto"/>
                <a:cs typeface="Roboto"/>
                <a:sym typeface="Roboto"/>
              </a:rPr>
              <a:t> </a:t>
            </a:r>
            <a:endParaRPr sz="900">
              <a:latin typeface="Roboto"/>
              <a:ea typeface="Roboto"/>
              <a:cs typeface="Roboto"/>
              <a:sym typeface="Roboto"/>
            </a:endParaRPr>
          </a:p>
          <a:p>
            <a:pPr indent="-292100">
              <a:lnSpc>
                <a:spcPct val="115000"/>
              </a:lnSpc>
              <a:spcBef>
                <a:spcPts val="0"/>
              </a:spcBef>
              <a:buClr>
                <a:srgbClr val="00B0F0"/>
              </a:buClr>
              <a:buSzPts val="900"/>
              <a:buFont typeface="Roboto"/>
              <a:buChar char="•"/>
            </a:pPr>
            <a:r>
              <a:rPr lang="en-US" sz="900">
                <a:solidFill>
                  <a:srgbClr val="B7B7B7"/>
                </a:solidFill>
                <a:latin typeface="Roboto"/>
                <a:ea typeface="Roboto"/>
                <a:cs typeface="Roboto"/>
                <a:sym typeface="Roboto"/>
              </a:rPr>
              <a:t>Each mesh should have a polycount suitable for a real time engine.</a:t>
            </a:r>
            <a:endParaRPr lang="en-AU" sz="900">
              <a:solidFill>
                <a:srgbClr val="B7B7B7"/>
              </a:solidFill>
              <a:latin typeface="Roboto"/>
              <a:ea typeface="Roboto"/>
              <a:cs typeface="Roboto"/>
              <a:sym typeface="Roboto"/>
            </a:endParaRPr>
          </a:p>
          <a:p>
            <a:pPr marL="457200" marR="0" lvl="0" indent="-292100" algn="l" rtl="0">
              <a:lnSpc>
                <a:spcPct val="115000"/>
              </a:lnSpc>
              <a:spcBef>
                <a:spcPts val="0"/>
              </a:spcBef>
              <a:spcAft>
                <a:spcPts val="0"/>
              </a:spcAft>
              <a:buClr>
                <a:srgbClr val="00B0F0"/>
              </a:buClr>
              <a:buSzPts val="900"/>
              <a:buFont typeface="Roboto"/>
              <a:buChar char="•"/>
            </a:pPr>
            <a:r>
              <a:rPr lang="en-AU" sz="900">
                <a:solidFill>
                  <a:srgbClr val="B7B7B7"/>
                </a:solidFill>
                <a:latin typeface="Roboto"/>
                <a:ea typeface="Roboto"/>
                <a:cs typeface="Roboto"/>
                <a:sym typeface="Roboto"/>
              </a:rPr>
              <a:t>Mesh </a:t>
            </a:r>
            <a:r>
              <a:rPr lang="en-AU" sz="900" i="0" u="none" strike="noStrike" cap="none">
                <a:solidFill>
                  <a:srgbClr val="B7B7B7"/>
                </a:solidFill>
                <a:latin typeface="Roboto"/>
                <a:ea typeface="Roboto"/>
                <a:cs typeface="Roboto"/>
                <a:sym typeface="Roboto"/>
              </a:rPr>
              <a:t>topology must be clean and efficient.</a:t>
            </a:r>
            <a:endParaRPr sz="900" i="0" u="none" strike="noStrike" cap="none">
              <a:solidFill>
                <a:srgbClr val="B7B7B7"/>
              </a:solidFill>
              <a:latin typeface="Roboto"/>
              <a:ea typeface="Roboto"/>
              <a:cs typeface="Roboto"/>
              <a:sym typeface="Roboto"/>
            </a:endParaRPr>
          </a:p>
          <a:p>
            <a:pPr indent="-292100">
              <a:lnSpc>
                <a:spcPct val="115000"/>
              </a:lnSpc>
              <a:spcBef>
                <a:spcPts val="0"/>
              </a:spcBef>
              <a:buClr>
                <a:srgbClr val="00B0F0"/>
              </a:buClr>
              <a:buSzPts val="900"/>
              <a:buFont typeface="Roboto"/>
              <a:buChar char="•"/>
            </a:pPr>
            <a:r>
              <a:rPr lang="en-US" sz="900">
                <a:solidFill>
                  <a:srgbClr val="B7B7B7"/>
                </a:solidFill>
                <a:latin typeface="Roboto"/>
                <a:ea typeface="Roboto"/>
                <a:cs typeface="Roboto"/>
                <a:sym typeface="Roboto"/>
              </a:rPr>
              <a:t>Each stage of the project must be approved by your trainer before moving on to the next (Pre-production, Production).</a:t>
            </a:r>
            <a:endParaRPr lang="en-US" sz="900">
              <a:solidFill>
                <a:srgbClr val="B7B7B7"/>
              </a:solidFill>
              <a:latin typeface="Roboto"/>
              <a:ea typeface="Roboto"/>
              <a:cs typeface="Roboto"/>
            </a:endParaRPr>
          </a:p>
          <a:p>
            <a:pPr indent="-292100">
              <a:lnSpc>
                <a:spcPct val="115000"/>
              </a:lnSpc>
              <a:spcBef>
                <a:spcPts val="0"/>
              </a:spcBef>
              <a:buClr>
                <a:srgbClr val="00B0F0"/>
              </a:buClr>
              <a:buSzPts val="900"/>
              <a:buFont typeface="Roboto"/>
              <a:buChar char="•"/>
            </a:pPr>
            <a:r>
              <a:rPr lang="en-AU" sz="900">
                <a:solidFill>
                  <a:srgbClr val="B7B7B7"/>
                </a:solidFill>
                <a:latin typeface="Roboto"/>
                <a:ea typeface="Roboto"/>
                <a:cs typeface="Roboto"/>
                <a:sym typeface="Roboto"/>
              </a:rPr>
              <a:t>Appropriate </a:t>
            </a:r>
            <a:r>
              <a:rPr lang="en-US" sz="900">
                <a:solidFill>
                  <a:srgbClr val="B7B7B7"/>
                </a:solidFill>
                <a:latin typeface="Roboto"/>
                <a:ea typeface="Roboto"/>
                <a:cs typeface="Roboto"/>
                <a:sym typeface="Roboto"/>
              </a:rPr>
              <a:t>backups must be made throughout production (incremental saves).</a:t>
            </a:r>
            <a:endParaRPr lang="en-US" sz="900">
              <a:solidFill>
                <a:srgbClr val="B7B7B7"/>
              </a:solidFill>
              <a:latin typeface="Roboto"/>
              <a:ea typeface="Roboto"/>
              <a:cs typeface="Roboto"/>
            </a:endParaRPr>
          </a:p>
          <a:p>
            <a:pPr marL="0" marR="0" lvl="0" indent="0" algn="l" rtl="0">
              <a:lnSpc>
                <a:spcPct val="115000"/>
              </a:lnSpc>
              <a:spcBef>
                <a:spcPts val="0"/>
              </a:spcBef>
              <a:spcAft>
                <a:spcPts val="0"/>
              </a:spcAft>
              <a:buNone/>
            </a:pPr>
            <a:endParaRPr sz="900">
              <a:solidFill>
                <a:srgbClr val="B7B7B7"/>
              </a:solidFill>
              <a:latin typeface="Roboto"/>
              <a:ea typeface="Roboto"/>
              <a:cs typeface="Roboto"/>
              <a:sym typeface="Roboto"/>
            </a:endParaRPr>
          </a:p>
          <a:p>
            <a:pPr marL="0" marR="0" lvl="0" indent="0" algn="l" rtl="0">
              <a:lnSpc>
                <a:spcPct val="115000"/>
              </a:lnSpc>
              <a:spcBef>
                <a:spcPts val="0"/>
              </a:spcBef>
              <a:spcAft>
                <a:spcPts val="0"/>
              </a:spcAft>
              <a:buClr>
                <a:srgbClr val="92D050"/>
              </a:buClr>
              <a:buSzPts val="2800"/>
              <a:buFont typeface="Arial"/>
              <a:buNone/>
            </a:pPr>
            <a:r>
              <a:rPr lang="en-AU" sz="900" b="1" i="0" u="none" strike="noStrike" cap="none">
                <a:solidFill>
                  <a:srgbClr val="D9D9D9"/>
                </a:solidFill>
                <a:latin typeface="Roboto"/>
                <a:ea typeface="Roboto"/>
                <a:cs typeface="Roboto"/>
                <a:sym typeface="Roboto"/>
              </a:rPr>
              <a:t>Textures:</a:t>
            </a:r>
            <a:endParaRPr sz="900" b="1">
              <a:solidFill>
                <a:srgbClr val="D9D9D9"/>
              </a:solidFill>
              <a:latin typeface="Roboto"/>
              <a:ea typeface="Roboto"/>
              <a:cs typeface="Roboto"/>
              <a:sym typeface="Roboto"/>
            </a:endParaRPr>
          </a:p>
          <a:p>
            <a:pPr indent="-292100">
              <a:lnSpc>
                <a:spcPct val="115000"/>
              </a:lnSpc>
              <a:spcBef>
                <a:spcPts val="0"/>
              </a:spcBef>
              <a:buClr>
                <a:srgbClr val="00B0F0"/>
              </a:buClr>
              <a:buSzPts val="900"/>
              <a:buFont typeface="Roboto"/>
              <a:buChar char="•"/>
            </a:pPr>
            <a:r>
              <a:rPr lang="en-US" sz="900">
                <a:solidFill>
                  <a:srgbClr val="B7B7B7"/>
                </a:solidFill>
                <a:latin typeface="Roboto"/>
                <a:ea typeface="Roboto"/>
                <a:cs typeface="Roboto"/>
                <a:sym typeface="Roboto"/>
              </a:rPr>
              <a:t>Where possible assets should share materials.</a:t>
            </a:r>
            <a:endParaRPr lang="en-US" sz="900">
              <a:solidFill>
                <a:srgbClr val="B7B7B7"/>
              </a:solidFill>
              <a:latin typeface="Roboto"/>
              <a:ea typeface="Roboto"/>
              <a:cs typeface="Roboto"/>
            </a:endParaRPr>
          </a:p>
          <a:p>
            <a:pPr indent="-292100">
              <a:lnSpc>
                <a:spcPct val="115000"/>
              </a:lnSpc>
              <a:spcBef>
                <a:spcPts val="0"/>
              </a:spcBef>
              <a:buClr>
                <a:srgbClr val="00B0F0"/>
              </a:buClr>
              <a:buSzPts val="900"/>
              <a:buFont typeface="Roboto"/>
              <a:buChar char="•"/>
            </a:pPr>
            <a:r>
              <a:rPr lang="en-US" sz="900">
                <a:solidFill>
                  <a:srgbClr val="B7B7B7"/>
                </a:solidFill>
                <a:latin typeface="Roboto"/>
                <a:ea typeface="Roboto"/>
                <a:cs typeface="Roboto"/>
                <a:sym typeface="Roboto"/>
              </a:rPr>
              <a:t>Texel density should be consistent across all assets.</a:t>
            </a:r>
            <a:endParaRPr lang="en-AU" sz="900">
              <a:solidFill>
                <a:srgbClr val="B7B7B7"/>
              </a:solidFill>
              <a:latin typeface="Roboto"/>
              <a:ea typeface="Roboto"/>
              <a:cs typeface="Roboto"/>
              <a:sym typeface="Roboto"/>
            </a:endParaRPr>
          </a:p>
          <a:p>
            <a:pPr marL="457200" marR="0" lvl="0" indent="-292100" algn="l" rtl="0">
              <a:lnSpc>
                <a:spcPct val="115000"/>
              </a:lnSpc>
              <a:spcBef>
                <a:spcPts val="0"/>
              </a:spcBef>
              <a:spcAft>
                <a:spcPts val="0"/>
              </a:spcAft>
              <a:buClr>
                <a:srgbClr val="00B0F0"/>
              </a:buClr>
              <a:buSzPts val="900"/>
              <a:buFont typeface="Roboto"/>
              <a:buChar char="•"/>
            </a:pPr>
            <a:r>
              <a:rPr lang="en-AU" sz="900" i="0" u="none" strike="noStrike" cap="none">
                <a:solidFill>
                  <a:srgbClr val="B7B7B7"/>
                </a:solidFill>
                <a:latin typeface="Roboto"/>
                <a:ea typeface="Roboto"/>
                <a:cs typeface="Roboto"/>
                <a:sym typeface="Roboto"/>
              </a:rPr>
              <a:t>UV layouts must be clean and efficient.</a:t>
            </a:r>
            <a:endParaRPr lang="en-AU" sz="900" i="0" u="none" strike="noStrike" cap="none">
              <a:solidFill>
                <a:srgbClr val="B7B7B7"/>
              </a:solidFill>
              <a:latin typeface="Roboto"/>
              <a:ea typeface="Roboto"/>
              <a:cs typeface="Roboto"/>
            </a:endParaRPr>
          </a:p>
          <a:p>
            <a:pPr marL="457200" marR="0" lvl="0" indent="-292100" algn="l" rtl="0">
              <a:lnSpc>
                <a:spcPct val="115000"/>
              </a:lnSpc>
              <a:spcBef>
                <a:spcPts val="0"/>
              </a:spcBef>
              <a:spcAft>
                <a:spcPts val="0"/>
              </a:spcAft>
              <a:buClr>
                <a:srgbClr val="00B0F0"/>
              </a:buClr>
              <a:buSzPts val="900"/>
              <a:buFont typeface="Roboto"/>
              <a:buChar char="•"/>
            </a:pPr>
            <a:r>
              <a:rPr lang="en-AU" sz="900">
                <a:solidFill>
                  <a:srgbClr val="B7B7B7"/>
                </a:solidFill>
                <a:latin typeface="Roboto"/>
                <a:ea typeface="Roboto"/>
                <a:cs typeface="Roboto"/>
                <a:sym typeface="Roboto"/>
              </a:rPr>
              <a:t>Must make use of at least one tiling texture.</a:t>
            </a:r>
            <a:endParaRPr lang="en-AU" sz="900">
              <a:solidFill>
                <a:srgbClr val="B7B7B7"/>
              </a:solidFill>
              <a:latin typeface="Roboto"/>
              <a:ea typeface="Roboto"/>
              <a:cs typeface="Roboto"/>
            </a:endParaRPr>
          </a:p>
          <a:p>
            <a:pPr lvl="0" indent="-292100">
              <a:lnSpc>
                <a:spcPct val="115000"/>
              </a:lnSpc>
              <a:spcBef>
                <a:spcPts val="0"/>
              </a:spcBef>
              <a:buClr>
                <a:srgbClr val="00B0F0"/>
              </a:buClr>
              <a:buSzPts val="900"/>
              <a:buFont typeface="Roboto"/>
              <a:buChar char="•"/>
            </a:pPr>
            <a:r>
              <a:rPr lang="en-US" sz="900">
                <a:solidFill>
                  <a:srgbClr val="B7B7B7"/>
                </a:solidFill>
                <a:latin typeface="Roboto"/>
                <a:ea typeface="Roboto"/>
                <a:cs typeface="Roboto"/>
                <a:sym typeface="Roboto"/>
              </a:rPr>
              <a:t>Textures must use a non-destructive workflow </a:t>
            </a:r>
            <a:r>
              <a:rPr lang="en-AU" sz="900">
                <a:solidFill>
                  <a:srgbClr val="B7B7B7"/>
                </a:solidFill>
                <a:latin typeface="Roboto"/>
                <a:ea typeface="Roboto"/>
                <a:cs typeface="Roboto"/>
                <a:sym typeface="Roboto"/>
              </a:rPr>
              <a:t>utilising</a:t>
            </a:r>
            <a:r>
              <a:rPr lang="en-US" sz="900">
                <a:solidFill>
                  <a:srgbClr val="B7B7B7"/>
                </a:solidFill>
                <a:latin typeface="Roboto"/>
                <a:ea typeface="Roboto"/>
                <a:cs typeface="Roboto"/>
                <a:sym typeface="Roboto"/>
              </a:rPr>
              <a:t> layers, masks and blend modes where appropriate.</a:t>
            </a:r>
            <a:endParaRPr lang="en-US" sz="900">
              <a:latin typeface="Roboto"/>
              <a:ea typeface="Roboto"/>
              <a:cs typeface="Roboto"/>
              <a:sym typeface="Roboto"/>
            </a:endParaRPr>
          </a:p>
          <a:p>
            <a:pPr indent="-292100">
              <a:lnSpc>
                <a:spcPct val="115000"/>
              </a:lnSpc>
              <a:spcBef>
                <a:spcPts val="0"/>
              </a:spcBef>
              <a:buClr>
                <a:srgbClr val="00B0F0"/>
              </a:buClr>
              <a:buSzPts val="900"/>
              <a:buFont typeface="Roboto"/>
              <a:buChar char="•"/>
            </a:pPr>
            <a:r>
              <a:rPr lang="en-US" sz="900">
                <a:solidFill>
                  <a:srgbClr val="B7B7B7"/>
                </a:solidFill>
                <a:latin typeface="Roboto"/>
                <a:ea typeface="Roboto"/>
                <a:cs typeface="Roboto"/>
                <a:sym typeface="Roboto"/>
              </a:rPr>
              <a:t>All textures are to be exported in the resolution defined in the asset list in .</a:t>
            </a:r>
            <a:r>
              <a:rPr lang="en-US" sz="900" err="1">
                <a:solidFill>
                  <a:srgbClr val="B7B7B7"/>
                </a:solidFill>
                <a:latin typeface="Roboto"/>
                <a:ea typeface="Roboto"/>
                <a:cs typeface="Roboto"/>
                <a:sym typeface="Roboto"/>
              </a:rPr>
              <a:t>tga</a:t>
            </a:r>
            <a:r>
              <a:rPr lang="en-US" sz="900">
                <a:solidFill>
                  <a:srgbClr val="B7B7B7"/>
                </a:solidFill>
                <a:latin typeface="Roboto"/>
                <a:ea typeface="Roboto"/>
                <a:cs typeface="Roboto"/>
                <a:sym typeface="Roboto"/>
              </a:rPr>
              <a:t> format.</a:t>
            </a:r>
            <a:br>
              <a:rPr lang="en-AU" sz="900">
                <a:latin typeface="Roboto"/>
                <a:ea typeface="Roboto"/>
                <a:cs typeface="Roboto"/>
              </a:rPr>
            </a:br>
            <a:endParaRPr sz="900" b="1">
              <a:solidFill>
                <a:srgbClr val="D9D9D9"/>
              </a:solidFill>
              <a:latin typeface="Roboto"/>
              <a:ea typeface="Roboto"/>
              <a:cs typeface="Roboto"/>
              <a:sym typeface="Roboto"/>
            </a:endParaRPr>
          </a:p>
          <a:p>
            <a:pPr marL="0" marR="0" lvl="0" indent="0" algn="l" rtl="0">
              <a:lnSpc>
                <a:spcPct val="115000"/>
              </a:lnSpc>
              <a:spcBef>
                <a:spcPts val="0"/>
              </a:spcBef>
              <a:spcAft>
                <a:spcPts val="0"/>
              </a:spcAft>
              <a:buClr>
                <a:srgbClr val="92D050"/>
              </a:buClr>
              <a:buSzPts val="2800"/>
              <a:buFont typeface="Arial"/>
              <a:buNone/>
            </a:pPr>
            <a:r>
              <a:rPr lang="en-AU" sz="900" b="1" i="0" u="none" strike="noStrike" cap="none">
                <a:solidFill>
                  <a:srgbClr val="D9D9D9"/>
                </a:solidFill>
                <a:latin typeface="Roboto"/>
                <a:ea typeface="Roboto"/>
                <a:cs typeface="Roboto"/>
                <a:sym typeface="Roboto"/>
              </a:rPr>
              <a:t>Presentation:</a:t>
            </a:r>
            <a:endParaRPr sz="900">
              <a:latin typeface="Roboto"/>
              <a:ea typeface="Roboto"/>
              <a:cs typeface="Roboto"/>
              <a:sym typeface="Roboto"/>
            </a:endParaRPr>
          </a:p>
          <a:p>
            <a:pPr indent="-292100">
              <a:lnSpc>
                <a:spcPct val="115000"/>
              </a:lnSpc>
              <a:spcBef>
                <a:spcPts val="0"/>
              </a:spcBef>
              <a:buClr>
                <a:srgbClr val="00B0F0"/>
              </a:buClr>
              <a:buSzPts val="900"/>
              <a:buFont typeface="Roboto"/>
              <a:buChar char="•"/>
            </a:pPr>
            <a:r>
              <a:rPr lang="en-AU" sz="900" i="0" u="none" strike="noStrike" cap="none">
                <a:solidFill>
                  <a:srgbClr val="B7B7B7"/>
                </a:solidFill>
                <a:latin typeface="Roboto"/>
                <a:ea typeface="Roboto"/>
                <a:cs typeface="Roboto"/>
                <a:sym typeface="Roboto"/>
              </a:rPr>
              <a:t>The final </a:t>
            </a:r>
            <a:r>
              <a:rPr lang="en-AU" sz="900">
                <a:solidFill>
                  <a:srgbClr val="B7B7B7"/>
                </a:solidFill>
                <a:latin typeface="Roboto"/>
                <a:ea typeface="Roboto"/>
                <a:cs typeface="Roboto"/>
                <a:sym typeface="Roboto"/>
              </a:rPr>
              <a:t>environments must</a:t>
            </a:r>
            <a:r>
              <a:rPr lang="en-AU" sz="900" i="0" u="none" strike="noStrike" cap="none">
                <a:solidFill>
                  <a:srgbClr val="B7B7B7"/>
                </a:solidFill>
                <a:latin typeface="Roboto"/>
                <a:ea typeface="Roboto"/>
                <a:cs typeface="Roboto"/>
                <a:sym typeface="Roboto"/>
              </a:rPr>
              <a:t> </a:t>
            </a:r>
            <a:r>
              <a:rPr lang="en-AU" sz="900">
                <a:solidFill>
                  <a:srgbClr val="B7B7B7"/>
                </a:solidFill>
                <a:latin typeface="Roboto"/>
                <a:ea typeface="Roboto"/>
                <a:cs typeface="Roboto"/>
                <a:sym typeface="Roboto"/>
              </a:rPr>
              <a:t>be</a:t>
            </a:r>
            <a:r>
              <a:rPr lang="en-AU" sz="900" i="0" u="none" strike="noStrike" cap="none">
                <a:solidFill>
                  <a:srgbClr val="B7B7B7"/>
                </a:solidFill>
                <a:latin typeface="Roboto"/>
                <a:ea typeface="Roboto"/>
                <a:cs typeface="Roboto"/>
                <a:sym typeface="Roboto"/>
              </a:rPr>
              <a:t> </a:t>
            </a:r>
            <a:r>
              <a:rPr lang="en-AU" sz="900">
                <a:solidFill>
                  <a:srgbClr val="B7B7B7"/>
                </a:solidFill>
                <a:latin typeface="Roboto"/>
                <a:ea typeface="Roboto"/>
                <a:cs typeface="Roboto"/>
                <a:sym typeface="Roboto"/>
              </a:rPr>
              <a:t>lit and presented in a real-time engine.</a:t>
            </a:r>
            <a:endParaRPr sz="900">
              <a:solidFill>
                <a:srgbClr val="B7B7B7"/>
              </a:solidFill>
              <a:latin typeface="Roboto"/>
              <a:ea typeface="Roboto"/>
              <a:cs typeface="Roboto"/>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Shape 418"/>
        <p:cNvGrpSpPr/>
        <p:nvPr/>
      </p:nvGrpSpPr>
      <p:grpSpPr>
        <a:xfrm>
          <a:off x="0" y="0"/>
          <a:ext cx="0" cy="0"/>
          <a:chOff x="0" y="0"/>
          <a:chExt cx="0" cy="0"/>
        </a:xfrm>
      </p:grpSpPr>
      <p:sp>
        <p:nvSpPr>
          <p:cNvPr id="419" name="Google Shape;419;p55"/>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sz="3600" b="0" i="0" u="none" strike="noStrike" cap="none">
                <a:solidFill>
                  <a:srgbClr val="00B0F0"/>
                </a:solidFill>
                <a:latin typeface="Roboto"/>
                <a:ea typeface="Roboto"/>
                <a:cs typeface="Roboto"/>
                <a:sym typeface="Roboto"/>
              </a:rPr>
              <a:t>Submission</a:t>
            </a:r>
            <a:r>
              <a:rPr lang="en-AU">
                <a:latin typeface="Roboto"/>
                <a:ea typeface="Roboto"/>
                <a:cs typeface="Roboto"/>
                <a:sym typeface="Roboto"/>
              </a:rPr>
              <a:t> | </a:t>
            </a:r>
            <a:r>
              <a:rPr lang="en-AU" sz="3000">
                <a:solidFill>
                  <a:srgbClr val="8CB3E3"/>
                </a:solidFill>
                <a:latin typeface="Roboto"/>
                <a:ea typeface="Roboto"/>
                <a:cs typeface="Roboto"/>
                <a:sym typeface="Roboto"/>
              </a:rPr>
              <a:t>Guidelines</a:t>
            </a:r>
            <a:endParaRPr/>
          </a:p>
        </p:txBody>
      </p:sp>
      <p:sp>
        <p:nvSpPr>
          <p:cNvPr id="420" name="Google Shape;420;p55"/>
          <p:cNvSpPr txBox="1">
            <a:spLocks noGrp="1"/>
          </p:cNvSpPr>
          <p:nvPr>
            <p:ph type="body" idx="1"/>
          </p:nvPr>
        </p:nvSpPr>
        <p:spPr>
          <a:xfrm>
            <a:off x="597242" y="892230"/>
            <a:ext cx="7973837" cy="3757396"/>
          </a:xfrm>
          <a:prstGeom prst="rect">
            <a:avLst/>
          </a:prstGeom>
          <a:noFill/>
          <a:ln>
            <a:noFill/>
          </a:ln>
        </p:spPr>
        <p:txBody>
          <a:bodyPr spcFirstLastPara="1" wrap="square" lIns="91425" tIns="45700" rIns="91425" bIns="45700" anchor="t" anchorCtr="0">
            <a:noAutofit/>
          </a:bodyPr>
          <a:lstStyle/>
          <a:p>
            <a:pPr marL="0" indent="0">
              <a:spcBef>
                <a:spcPts val="0"/>
              </a:spcBef>
              <a:buNone/>
            </a:pPr>
            <a:r>
              <a:rPr lang="en-US" sz="900" b="1" dirty="0">
                <a:solidFill>
                  <a:schemeClr val="bg1">
                    <a:lumMod val="85000"/>
                  </a:schemeClr>
                </a:solidFill>
                <a:latin typeface="Roboto"/>
                <a:ea typeface="Roboto"/>
                <a:sym typeface="Roboto"/>
              </a:rPr>
              <a:t>The following files must be uploaded to Canvas for assessment. Ensure files are in appropriate folders and folders are zipped. All folders and submitted files must adhere to the provided naming conventions. Naming convention is </a:t>
            </a:r>
            <a:r>
              <a:rPr lang="en-US" sz="900" b="1" dirty="0" err="1">
                <a:solidFill>
                  <a:schemeClr val="bg1">
                    <a:lumMod val="85000"/>
                  </a:schemeClr>
                </a:solidFill>
                <a:latin typeface="Roboto"/>
                <a:ea typeface="Roboto"/>
                <a:sym typeface="Roboto"/>
              </a:rPr>
              <a:t>SubjectName_AssetName_FirstNameLastName</a:t>
            </a:r>
            <a:r>
              <a:rPr lang="en-US" sz="900" b="1" dirty="0">
                <a:solidFill>
                  <a:schemeClr val="bg1">
                    <a:lumMod val="85000"/>
                  </a:schemeClr>
                </a:solidFill>
                <a:latin typeface="Roboto"/>
                <a:ea typeface="Roboto"/>
                <a:sym typeface="Roboto"/>
              </a:rPr>
              <a:t>.</a:t>
            </a:r>
            <a:endParaRPr lang="en-US" dirty="0">
              <a:solidFill>
                <a:schemeClr val="bg1">
                  <a:lumMod val="85000"/>
                </a:schemeClr>
              </a:solidFill>
              <a:latin typeface="Roboto"/>
            </a:endParaRPr>
          </a:p>
          <a:p>
            <a:pPr marL="0" marR="0" lvl="0" indent="0" algn="l">
              <a:lnSpc>
                <a:spcPct val="100000"/>
              </a:lnSpc>
              <a:spcBef>
                <a:spcPts val="0"/>
              </a:spcBef>
              <a:spcAft>
                <a:spcPts val="0"/>
              </a:spcAft>
              <a:buSzPts val="2800"/>
              <a:buFont typeface="Arial"/>
              <a:buNone/>
            </a:pPr>
            <a:endParaRPr lang="en-US" sz="900" i="0" u="none" strike="noStrike" cap="none">
              <a:solidFill>
                <a:srgbClr val="B7B7B7"/>
              </a:solidFill>
              <a:latin typeface="Roboto"/>
              <a:ea typeface="Roboto"/>
              <a:cs typeface="Roboto"/>
            </a:endParaRPr>
          </a:p>
          <a:p>
            <a:pPr marL="0" indent="0">
              <a:spcBef>
                <a:spcPts val="0"/>
              </a:spcBef>
              <a:buNone/>
            </a:pPr>
            <a:r>
              <a:rPr lang="en-US" sz="900" b="1" dirty="0">
                <a:solidFill>
                  <a:schemeClr val="bg1">
                    <a:lumMod val="95000"/>
                  </a:schemeClr>
                </a:solidFill>
                <a:latin typeface="Roboto"/>
                <a:ea typeface="Roboto"/>
              </a:rPr>
              <a:t>Example folder structure is below:</a:t>
            </a:r>
          </a:p>
          <a:p>
            <a:pPr marL="0" indent="0">
              <a:spcBef>
                <a:spcPts val="280"/>
              </a:spcBef>
              <a:buNone/>
            </a:pPr>
            <a:endParaRPr lang="en-AU" sz="900" b="1">
              <a:solidFill>
                <a:srgbClr val="D9D9D9"/>
              </a:solidFill>
              <a:latin typeface="Roboto"/>
              <a:ea typeface="Roboto"/>
            </a:endParaRPr>
          </a:p>
          <a:p>
            <a:pPr marL="0" indent="0">
              <a:spcBef>
                <a:spcPts val="280"/>
              </a:spcBef>
              <a:buNone/>
            </a:pPr>
            <a:endParaRPr lang="en-AU" sz="900" b="1">
              <a:solidFill>
                <a:srgbClr val="D9D9D9"/>
              </a:solidFill>
              <a:latin typeface="Roboto"/>
              <a:ea typeface="Roboto"/>
            </a:endParaRPr>
          </a:p>
          <a:p>
            <a:pPr marL="0" indent="0">
              <a:spcBef>
                <a:spcPts val="280"/>
              </a:spcBef>
              <a:buNone/>
            </a:pPr>
            <a:endParaRPr lang="en-AU" sz="900">
              <a:solidFill>
                <a:srgbClr val="00B0F0"/>
              </a:solidFill>
              <a:latin typeface="Roboto"/>
              <a:ea typeface="Roboto"/>
            </a:endParaRPr>
          </a:p>
          <a:p>
            <a:pPr marL="0" indent="0">
              <a:spcBef>
                <a:spcPts val="280"/>
              </a:spcBef>
              <a:buNone/>
            </a:pPr>
            <a:endParaRPr lang="en-AU" sz="900" b="1">
              <a:solidFill>
                <a:srgbClr val="D9D9D9"/>
              </a:solidFill>
              <a:latin typeface="Roboto"/>
              <a:ea typeface="Roboto"/>
            </a:endParaRPr>
          </a:p>
          <a:p>
            <a:pPr marL="0" indent="0">
              <a:spcBef>
                <a:spcPts val="0"/>
              </a:spcBef>
              <a:buNone/>
            </a:pPr>
            <a:endParaRPr lang="en-US">
              <a:latin typeface="Roboto"/>
              <a:ea typeface="Roboto"/>
              <a:cs typeface="Roboto"/>
            </a:endParaRPr>
          </a:p>
        </p:txBody>
      </p:sp>
      <p:sp>
        <p:nvSpPr>
          <p:cNvPr id="5" name="TextBox 4">
            <a:extLst>
              <a:ext uri="{FF2B5EF4-FFF2-40B4-BE49-F238E27FC236}">
                <a16:creationId xmlns:a16="http://schemas.microsoft.com/office/drawing/2014/main" id="{7CC2A167-665B-4844-AF42-C94D388384EA}"/>
              </a:ext>
            </a:extLst>
          </p:cNvPr>
          <p:cNvSpPr txBox="1"/>
          <p:nvPr/>
        </p:nvSpPr>
        <p:spPr>
          <a:xfrm>
            <a:off x="4426488" y="1339485"/>
            <a:ext cx="4427618" cy="244682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900" b="1" dirty="0">
                <a:solidFill>
                  <a:schemeClr val="bg1">
                    <a:lumMod val="95000"/>
                  </a:schemeClr>
                </a:solidFill>
                <a:ea typeface="Roboto"/>
              </a:rPr>
              <a:t>Submit the PowerPoint Workbook for the subject and any associated assessment files using the folder structure shown on this slide.</a:t>
            </a:r>
            <a:endParaRPr lang="en-US" sz="900" dirty="0">
              <a:solidFill>
                <a:schemeClr val="bg1">
                  <a:lumMod val="95000"/>
                </a:schemeClr>
              </a:solidFill>
              <a:ea typeface="Roboto"/>
            </a:endParaRPr>
          </a:p>
          <a:p>
            <a:endParaRPr lang="en-US" sz="900" dirty="0">
              <a:ea typeface="Roboto"/>
            </a:endParaRPr>
          </a:p>
          <a:p>
            <a:r>
              <a:rPr lang="en-US" sz="900" b="1" dirty="0">
                <a:solidFill>
                  <a:schemeClr val="bg1">
                    <a:lumMod val="95000"/>
                  </a:schemeClr>
                </a:solidFill>
                <a:ea typeface="Roboto"/>
              </a:rPr>
              <a:t>Within each folder, please submit relevant files:</a:t>
            </a:r>
            <a:endParaRPr lang="en-US" dirty="0">
              <a:solidFill>
                <a:schemeClr val="bg1">
                  <a:lumMod val="95000"/>
                </a:schemeClr>
              </a:solidFill>
            </a:endParaRPr>
          </a:p>
          <a:p>
            <a:pPr marL="171450" indent="-171450">
              <a:buFont typeface="Arial"/>
              <a:buChar char="•"/>
            </a:pPr>
            <a:endParaRPr lang="en-US" sz="900">
              <a:solidFill>
                <a:srgbClr val="B7B7B7"/>
              </a:solidFill>
              <a:latin typeface="Roboto"/>
            </a:endParaRPr>
          </a:p>
          <a:p>
            <a:r>
              <a:rPr lang="en-US" sz="900" b="1" dirty="0">
                <a:solidFill>
                  <a:schemeClr val="bg1">
                    <a:lumMod val="95000"/>
                  </a:schemeClr>
                </a:solidFill>
                <a:latin typeface="Roboto"/>
                <a:ea typeface="Roboto"/>
              </a:rPr>
              <a:t>    Pre-Production Folder</a:t>
            </a:r>
            <a:endParaRPr lang="en-US" sz="900" dirty="0">
              <a:solidFill>
                <a:schemeClr val="bg1">
                  <a:lumMod val="95000"/>
                </a:schemeClr>
              </a:solidFill>
              <a:latin typeface="Roboto"/>
              <a:ea typeface="Roboto"/>
            </a:endParaRPr>
          </a:p>
          <a:p>
            <a:pPr marL="171450" lvl="4" indent="-171450">
              <a:buClr>
                <a:srgbClr val="00B0F0"/>
              </a:buClr>
              <a:buFont typeface="Arial"/>
              <a:buChar char="•"/>
            </a:pPr>
            <a:r>
              <a:rPr lang="en-US" sz="900" dirty="0">
                <a:solidFill>
                  <a:srgbClr val="B7B7B7"/>
                </a:solidFill>
                <a:latin typeface="Roboto"/>
                <a:ea typeface="Roboto"/>
              </a:rPr>
              <a:t>Thumbnail concepts </a:t>
            </a:r>
            <a:r>
              <a:rPr lang="en-US" sz="900" dirty="0" err="1">
                <a:solidFill>
                  <a:srgbClr val="B7B7B7"/>
                </a:solidFill>
                <a:latin typeface="Roboto"/>
                <a:ea typeface="Roboto"/>
              </a:rPr>
              <a:t>psd</a:t>
            </a:r>
            <a:r>
              <a:rPr lang="en-US" sz="900" dirty="0">
                <a:solidFill>
                  <a:srgbClr val="B7B7B7"/>
                </a:solidFill>
                <a:latin typeface="Roboto"/>
                <a:ea typeface="Roboto"/>
              </a:rPr>
              <a:t> file</a:t>
            </a:r>
          </a:p>
          <a:p>
            <a:pPr marL="171450" lvl="4" indent="-171450">
              <a:buClr>
                <a:srgbClr val="00B0F0"/>
              </a:buClr>
              <a:buFont typeface="Arial"/>
              <a:buChar char="•"/>
            </a:pPr>
            <a:r>
              <a:rPr lang="en-US" sz="900" dirty="0" err="1">
                <a:solidFill>
                  <a:srgbClr val="B7B7B7"/>
                </a:solidFill>
                <a:latin typeface="Roboto"/>
                <a:ea typeface="Roboto"/>
              </a:rPr>
              <a:t>Greybox</a:t>
            </a:r>
            <a:r>
              <a:rPr lang="en-US" sz="900" dirty="0">
                <a:solidFill>
                  <a:srgbClr val="B7B7B7"/>
                </a:solidFill>
                <a:latin typeface="Roboto"/>
                <a:ea typeface="Roboto"/>
              </a:rPr>
              <a:t> maya scene</a:t>
            </a:r>
            <a:endParaRPr lang="en-US" dirty="0">
              <a:latin typeface="Roboto"/>
            </a:endParaRPr>
          </a:p>
          <a:p>
            <a:pPr marL="171450" lvl="4" indent="-171450">
              <a:buFont typeface="Arial"/>
              <a:buChar char="•"/>
            </a:pPr>
            <a:endParaRPr lang="en-US" sz="900">
              <a:solidFill>
                <a:srgbClr val="B7B7B7"/>
              </a:solidFill>
              <a:latin typeface="Roboto"/>
              <a:ea typeface="Roboto"/>
            </a:endParaRPr>
          </a:p>
          <a:p>
            <a:pPr lvl="4"/>
            <a:r>
              <a:rPr lang="en-US" sz="900" b="1" dirty="0">
                <a:solidFill>
                  <a:schemeClr val="bg1">
                    <a:lumMod val="95000"/>
                  </a:schemeClr>
                </a:solidFill>
                <a:latin typeface="Roboto"/>
                <a:ea typeface="Roboto"/>
              </a:rPr>
              <a:t>    Production Folder </a:t>
            </a:r>
            <a:endParaRPr lang="en-US" sz="900" dirty="0">
              <a:solidFill>
                <a:schemeClr val="bg1">
                  <a:lumMod val="95000"/>
                </a:schemeClr>
              </a:solidFill>
              <a:latin typeface="Roboto"/>
              <a:ea typeface="Roboto"/>
            </a:endParaRPr>
          </a:p>
          <a:p>
            <a:pPr marL="171450" lvl="4" indent="-171450">
              <a:buClr>
                <a:srgbClr val="00B0F0"/>
              </a:buClr>
              <a:buFont typeface="Arial,Sans-Serif"/>
              <a:buChar char="•"/>
            </a:pPr>
            <a:r>
              <a:rPr lang="en-US" sz="900" dirty="0">
                <a:solidFill>
                  <a:srgbClr val="B7B7B7"/>
                </a:solidFill>
                <a:latin typeface="Roboto"/>
                <a:ea typeface="Roboto"/>
              </a:rPr>
              <a:t>Model and texture source files</a:t>
            </a:r>
            <a:endParaRPr lang="en-US" dirty="0">
              <a:latin typeface="Roboto"/>
            </a:endParaRPr>
          </a:p>
          <a:p>
            <a:pPr marL="171450" lvl="4" indent="-171450">
              <a:buFont typeface="Arial,Sans-Serif"/>
              <a:buChar char="•"/>
            </a:pPr>
            <a:endParaRPr lang="en-US" sz="900">
              <a:solidFill>
                <a:srgbClr val="B7B7B7"/>
              </a:solidFill>
              <a:latin typeface="Roboto"/>
              <a:ea typeface="Roboto"/>
            </a:endParaRPr>
          </a:p>
          <a:p>
            <a:pPr lvl="4"/>
            <a:r>
              <a:rPr lang="en-US" sz="900" b="1" dirty="0">
                <a:solidFill>
                  <a:schemeClr val="bg1">
                    <a:lumMod val="95000"/>
                  </a:schemeClr>
                </a:solidFill>
                <a:latin typeface="Roboto"/>
                <a:ea typeface="Roboto"/>
              </a:rPr>
              <a:t>    Completed Production Folder </a:t>
            </a:r>
            <a:endParaRPr lang="en-US" sz="900" dirty="0">
              <a:solidFill>
                <a:schemeClr val="bg1">
                  <a:lumMod val="95000"/>
                </a:schemeClr>
              </a:solidFill>
              <a:latin typeface="Roboto"/>
              <a:ea typeface="Roboto"/>
            </a:endParaRPr>
          </a:p>
          <a:p>
            <a:pPr marL="171450" lvl="4" indent="-171450">
              <a:buClr>
                <a:srgbClr val="00B0F0"/>
              </a:buClr>
              <a:buFont typeface="Arial,Sans-Serif"/>
              <a:buChar char="•"/>
            </a:pPr>
            <a:r>
              <a:rPr lang="en-US" sz="900" dirty="0">
                <a:solidFill>
                  <a:schemeClr val="bg1">
                    <a:lumMod val="75000"/>
                  </a:schemeClr>
                </a:solidFill>
                <a:latin typeface="Roboto"/>
                <a:ea typeface="Roboto"/>
              </a:rPr>
              <a:t>Environment final high quality beauty render saved as a jpg</a:t>
            </a:r>
            <a:endParaRPr lang="en-US">
              <a:solidFill>
                <a:schemeClr val="bg1">
                  <a:lumMod val="75000"/>
                </a:schemeClr>
              </a:solidFill>
              <a:latin typeface="Roboto"/>
            </a:endParaRPr>
          </a:p>
          <a:p>
            <a:pPr marL="171450" lvl="4" indent="-171450">
              <a:buClr>
                <a:srgbClr val="00B0F0"/>
              </a:buClr>
              <a:buFont typeface="Arial,Sans-Serif"/>
              <a:buChar char="•"/>
            </a:pPr>
            <a:r>
              <a:rPr lang="en-US" sz="900" dirty="0">
                <a:solidFill>
                  <a:schemeClr val="bg1">
                    <a:lumMod val="75000"/>
                  </a:schemeClr>
                </a:solidFill>
                <a:latin typeface="Roboto"/>
                <a:ea typeface="Roboto"/>
              </a:rPr>
              <a:t>Packaged final Marmoset </a:t>
            </a:r>
            <a:r>
              <a:rPr lang="en-US" sz="900" dirty="0" err="1">
                <a:solidFill>
                  <a:schemeClr val="bg1">
                    <a:lumMod val="75000"/>
                  </a:schemeClr>
                </a:solidFill>
                <a:latin typeface="Roboto"/>
                <a:ea typeface="Roboto"/>
              </a:rPr>
              <a:t>Toolbag</a:t>
            </a:r>
            <a:r>
              <a:rPr lang="en-US" sz="900" dirty="0">
                <a:solidFill>
                  <a:schemeClr val="bg1">
                    <a:lumMod val="75000"/>
                  </a:schemeClr>
                </a:solidFill>
                <a:latin typeface="Roboto"/>
                <a:ea typeface="Roboto"/>
              </a:rPr>
              <a:t> scene</a:t>
            </a:r>
          </a:p>
          <a:p>
            <a:pPr lvl="4"/>
            <a:endParaRPr lang="en-US" sz="900">
              <a:solidFill>
                <a:srgbClr val="B7B7B7"/>
              </a:solidFill>
              <a:latin typeface="Roboto"/>
              <a:ea typeface="Roboto"/>
            </a:endParaRPr>
          </a:p>
        </p:txBody>
      </p:sp>
      <p:sp>
        <p:nvSpPr>
          <p:cNvPr id="3" name="Rectangle 2">
            <a:extLst>
              <a:ext uri="{FF2B5EF4-FFF2-40B4-BE49-F238E27FC236}">
                <a16:creationId xmlns:a16="http://schemas.microsoft.com/office/drawing/2014/main" id="{A8005696-7426-4234-A057-3EA082CB9110}"/>
              </a:ext>
            </a:extLst>
          </p:cNvPr>
          <p:cNvSpPr/>
          <p:nvPr/>
        </p:nvSpPr>
        <p:spPr>
          <a:xfrm>
            <a:off x="4293422" y="1389957"/>
            <a:ext cx="45719" cy="3491587"/>
          </a:xfrm>
          <a:prstGeom prst="rect">
            <a:avLst/>
          </a:prstGeom>
          <a:solidFill>
            <a:schemeClr val="bg1">
              <a:lumMod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AU"/>
          </a:p>
        </p:txBody>
      </p:sp>
      <p:grpSp>
        <p:nvGrpSpPr>
          <p:cNvPr id="7" name="Group 6">
            <a:extLst>
              <a:ext uri="{FF2B5EF4-FFF2-40B4-BE49-F238E27FC236}">
                <a16:creationId xmlns:a16="http://schemas.microsoft.com/office/drawing/2014/main" id="{1170DA83-7246-4714-A157-6CB30CD9A1E3}"/>
              </a:ext>
            </a:extLst>
          </p:cNvPr>
          <p:cNvGrpSpPr/>
          <p:nvPr/>
        </p:nvGrpSpPr>
        <p:grpSpPr>
          <a:xfrm>
            <a:off x="242025" y="1592275"/>
            <a:ext cx="3981058" cy="3031374"/>
            <a:chOff x="323668" y="1592275"/>
            <a:chExt cx="3850069" cy="3031374"/>
          </a:xfrm>
        </p:grpSpPr>
        <p:sp>
          <p:nvSpPr>
            <p:cNvPr id="8" name="Rectangle 7">
              <a:extLst>
                <a:ext uri="{FF2B5EF4-FFF2-40B4-BE49-F238E27FC236}">
                  <a16:creationId xmlns:a16="http://schemas.microsoft.com/office/drawing/2014/main" id="{0C5703B8-A7C0-4DB7-983C-B58EF190EAAB}"/>
                </a:ext>
              </a:extLst>
            </p:cNvPr>
            <p:cNvSpPr/>
            <p:nvPr/>
          </p:nvSpPr>
          <p:spPr>
            <a:xfrm>
              <a:off x="323668" y="1592275"/>
              <a:ext cx="3850069" cy="3031374"/>
            </a:xfrm>
            <a:prstGeom prst="rect">
              <a:avLst/>
            </a:prstGeom>
            <a:ln>
              <a:solidFill>
                <a:srgbClr val="00B0F0"/>
              </a:solidFill>
            </a:ln>
          </p:spPr>
          <p:style>
            <a:lnRef idx="2">
              <a:schemeClr val="accent1"/>
            </a:lnRef>
            <a:fillRef idx="1">
              <a:schemeClr val="lt1"/>
            </a:fillRef>
            <a:effectRef idx="0">
              <a:schemeClr val="accent1"/>
            </a:effectRef>
            <a:fontRef idx="minor">
              <a:schemeClr val="dk1"/>
            </a:fontRef>
          </p:style>
          <p:txBody>
            <a:bodyPr rtlCol="0" anchor="ct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1pPr>
              <a:lvl2pPr marR="0" lvl="1"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2pPr>
              <a:lvl3pPr marR="0" lvl="2"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3pPr>
              <a:lvl4pPr marR="0" lvl="3"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4pPr>
              <a:lvl5pPr marR="0" lvl="4"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5pPr>
              <a:lvl6pPr marR="0" lvl="5"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6pPr>
              <a:lvl7pPr marR="0" lvl="6"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7pPr>
              <a:lvl8pPr marR="0" lvl="7"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8pPr>
              <a:lvl9pPr marR="0" lvl="8" algn="l" rtl="0">
                <a:lnSpc>
                  <a:spcPct val="100000"/>
                </a:lnSpc>
                <a:spcBef>
                  <a:spcPts val="0"/>
                </a:spcBef>
                <a:spcAft>
                  <a:spcPts val="0"/>
                </a:spcAft>
                <a:buClr>
                  <a:srgbClr val="000000"/>
                </a:buClr>
                <a:buFont typeface="Arial"/>
                <a:defRPr sz="1400" b="0" i="0" u="none" strike="noStrike" cap="none">
                  <a:solidFill>
                    <a:schemeClr val="dk1"/>
                  </a:solidFill>
                  <a:latin typeface="+mn-lt"/>
                  <a:ea typeface="+mn-ea"/>
                  <a:cs typeface="+mn-cs"/>
                  <a:sym typeface="Arial"/>
                </a:defRPr>
              </a:lvl9pPr>
            </a:lstStyle>
            <a:p>
              <a:pPr algn="ctr"/>
              <a:endParaRPr lang="en-AU">
                <a:latin typeface="Roboto" panose="02000000000000000000" pitchFamily="2" charset="0"/>
              </a:endParaRPr>
            </a:p>
          </p:txBody>
        </p:sp>
        <p:pic>
          <p:nvPicPr>
            <p:cNvPr id="9" name="Picture 8" descr="Icon&#10;&#10;Description automatically generated">
              <a:extLst>
                <a:ext uri="{FF2B5EF4-FFF2-40B4-BE49-F238E27FC236}">
                  <a16:creationId xmlns:a16="http://schemas.microsoft.com/office/drawing/2014/main" id="{0B082035-BD5B-42C3-9C53-0FD7ABBAB7FC}"/>
                </a:ext>
              </a:extLst>
            </p:cNvPr>
            <p:cNvPicPr>
              <a:picLocks noChangeAspect="1"/>
            </p:cNvPicPr>
            <p:nvPr/>
          </p:nvPicPr>
          <p:blipFill>
            <a:blip r:embed="rId3"/>
            <a:stretch>
              <a:fillRect/>
            </a:stretch>
          </p:blipFill>
          <p:spPr>
            <a:xfrm>
              <a:off x="504775" y="2238796"/>
              <a:ext cx="477607" cy="477607"/>
            </a:xfrm>
            <a:prstGeom prst="rect">
              <a:avLst/>
            </a:prstGeom>
          </p:spPr>
        </p:pic>
        <p:pic>
          <p:nvPicPr>
            <p:cNvPr id="10" name="Picture 9" descr="A picture containing text, sign, clipart&#10;&#10;Description automatically generated">
              <a:extLst>
                <a:ext uri="{FF2B5EF4-FFF2-40B4-BE49-F238E27FC236}">
                  <a16:creationId xmlns:a16="http://schemas.microsoft.com/office/drawing/2014/main" id="{D1222330-B16A-47EF-973B-4B4F8ED0BD8B}"/>
                </a:ext>
              </a:extLst>
            </p:cNvPr>
            <p:cNvPicPr>
              <a:picLocks noChangeAspect="1"/>
            </p:cNvPicPr>
            <p:nvPr/>
          </p:nvPicPr>
          <p:blipFill>
            <a:blip r:embed="rId4"/>
            <a:stretch>
              <a:fillRect/>
            </a:stretch>
          </p:blipFill>
          <p:spPr>
            <a:xfrm>
              <a:off x="486428" y="1673824"/>
              <a:ext cx="477607" cy="477607"/>
            </a:xfrm>
            <a:prstGeom prst="rect">
              <a:avLst/>
            </a:prstGeom>
          </p:spPr>
        </p:pic>
        <p:pic>
          <p:nvPicPr>
            <p:cNvPr id="11" name="Picture 10" descr="Icon&#10;&#10;Description automatically generated">
              <a:extLst>
                <a:ext uri="{FF2B5EF4-FFF2-40B4-BE49-F238E27FC236}">
                  <a16:creationId xmlns:a16="http://schemas.microsoft.com/office/drawing/2014/main" id="{AAE61441-5333-44AE-888D-D3EB2F85F5E6}"/>
                </a:ext>
              </a:extLst>
            </p:cNvPr>
            <p:cNvPicPr>
              <a:picLocks noChangeAspect="1"/>
            </p:cNvPicPr>
            <p:nvPr/>
          </p:nvPicPr>
          <p:blipFill>
            <a:blip r:embed="rId3"/>
            <a:stretch>
              <a:fillRect/>
            </a:stretch>
          </p:blipFill>
          <p:spPr>
            <a:xfrm>
              <a:off x="1186173" y="3400612"/>
              <a:ext cx="477607" cy="477607"/>
            </a:xfrm>
            <a:prstGeom prst="rect">
              <a:avLst/>
            </a:prstGeom>
          </p:spPr>
        </p:pic>
        <p:pic>
          <p:nvPicPr>
            <p:cNvPr id="12" name="Picture 11" descr="Icon&#10;&#10;Description automatically generated">
              <a:extLst>
                <a:ext uri="{FF2B5EF4-FFF2-40B4-BE49-F238E27FC236}">
                  <a16:creationId xmlns:a16="http://schemas.microsoft.com/office/drawing/2014/main" id="{180BDE43-6EA0-4113-A2E3-E763C518E5B4}"/>
                </a:ext>
              </a:extLst>
            </p:cNvPr>
            <p:cNvPicPr>
              <a:picLocks noChangeAspect="1"/>
            </p:cNvPicPr>
            <p:nvPr/>
          </p:nvPicPr>
          <p:blipFill>
            <a:blip r:embed="rId3"/>
            <a:stretch>
              <a:fillRect/>
            </a:stretch>
          </p:blipFill>
          <p:spPr>
            <a:xfrm>
              <a:off x="1186173" y="2845754"/>
              <a:ext cx="477607" cy="477607"/>
            </a:xfrm>
            <a:prstGeom prst="rect">
              <a:avLst/>
            </a:prstGeom>
          </p:spPr>
        </p:pic>
        <p:cxnSp>
          <p:nvCxnSpPr>
            <p:cNvPr id="13" name="Connector: Elbow 12">
              <a:extLst>
                <a:ext uri="{FF2B5EF4-FFF2-40B4-BE49-F238E27FC236}">
                  <a16:creationId xmlns:a16="http://schemas.microsoft.com/office/drawing/2014/main" id="{32B89695-D599-460F-BBB4-80213D3D2079}"/>
                </a:ext>
              </a:extLst>
            </p:cNvPr>
            <p:cNvCxnSpPr>
              <a:cxnSpLocks/>
            </p:cNvCxnSpPr>
            <p:nvPr/>
          </p:nvCxnSpPr>
          <p:spPr>
            <a:xfrm rot="16200000" flipH="1">
              <a:off x="772015" y="2657199"/>
              <a:ext cx="365441" cy="462876"/>
            </a:xfrm>
            <a:prstGeom prst="bentConnector2">
              <a:avLst/>
            </a:prstGeom>
            <a:ln w="28575"/>
          </p:spPr>
          <p:style>
            <a:lnRef idx="1">
              <a:schemeClr val="dk1"/>
            </a:lnRef>
            <a:fillRef idx="0">
              <a:schemeClr val="dk1"/>
            </a:fillRef>
            <a:effectRef idx="0">
              <a:schemeClr val="dk1"/>
            </a:effectRef>
            <a:fontRef idx="minor">
              <a:schemeClr val="tx1"/>
            </a:fontRef>
          </p:style>
        </p:cxnSp>
        <p:cxnSp>
          <p:nvCxnSpPr>
            <p:cNvPr id="14" name="Connector: Elbow 13">
              <a:extLst>
                <a:ext uri="{FF2B5EF4-FFF2-40B4-BE49-F238E27FC236}">
                  <a16:creationId xmlns:a16="http://schemas.microsoft.com/office/drawing/2014/main" id="{64EF7BFC-1B1E-4C8D-936A-78023692AB27}"/>
                </a:ext>
              </a:extLst>
            </p:cNvPr>
            <p:cNvCxnSpPr>
              <a:cxnSpLocks/>
            </p:cNvCxnSpPr>
            <p:nvPr/>
          </p:nvCxnSpPr>
          <p:spPr>
            <a:xfrm rot="16200000" flipH="1">
              <a:off x="484906" y="2933818"/>
              <a:ext cx="939657" cy="462877"/>
            </a:xfrm>
            <a:prstGeom prst="bentConnector2">
              <a:avLst/>
            </a:prstGeom>
            <a:ln w="28575"/>
          </p:spPr>
          <p:style>
            <a:lnRef idx="1">
              <a:schemeClr val="dk1"/>
            </a:lnRef>
            <a:fillRef idx="0">
              <a:schemeClr val="dk1"/>
            </a:fillRef>
            <a:effectRef idx="0">
              <a:schemeClr val="dk1"/>
            </a:effectRef>
            <a:fontRef idx="minor">
              <a:schemeClr val="tx1"/>
            </a:fontRef>
          </p:style>
        </p:cxnSp>
        <p:cxnSp>
          <p:nvCxnSpPr>
            <p:cNvPr id="15" name="Connector: Elbow 14">
              <a:extLst>
                <a:ext uri="{FF2B5EF4-FFF2-40B4-BE49-F238E27FC236}">
                  <a16:creationId xmlns:a16="http://schemas.microsoft.com/office/drawing/2014/main" id="{B600DDB9-2AFA-4A77-8A8D-3C273293E4E9}"/>
                </a:ext>
              </a:extLst>
            </p:cNvPr>
            <p:cNvCxnSpPr>
              <a:cxnSpLocks/>
            </p:cNvCxnSpPr>
            <p:nvPr/>
          </p:nvCxnSpPr>
          <p:spPr>
            <a:xfrm rot="16200000" flipH="1">
              <a:off x="207478" y="3164059"/>
              <a:ext cx="1494514" cy="462877"/>
            </a:xfrm>
            <a:prstGeom prst="bentConnector2">
              <a:avLst/>
            </a:prstGeom>
            <a:ln w="28575"/>
          </p:spPr>
          <p:style>
            <a:lnRef idx="1">
              <a:schemeClr val="dk1"/>
            </a:lnRef>
            <a:fillRef idx="0">
              <a:schemeClr val="dk1"/>
            </a:fillRef>
            <a:effectRef idx="0">
              <a:schemeClr val="dk1"/>
            </a:effectRef>
            <a:fontRef idx="minor">
              <a:schemeClr val="tx1"/>
            </a:fontRef>
          </p:style>
        </p:cxnSp>
        <p:sp>
          <p:nvSpPr>
            <p:cNvPr id="16" name="TextBox 10">
              <a:extLst>
                <a:ext uri="{FF2B5EF4-FFF2-40B4-BE49-F238E27FC236}">
                  <a16:creationId xmlns:a16="http://schemas.microsoft.com/office/drawing/2014/main" id="{3F6733A5-B594-4F52-A74E-B6C6276D291D}"/>
                </a:ext>
              </a:extLst>
            </p:cNvPr>
            <p:cNvSpPr txBox="1"/>
            <p:nvPr/>
          </p:nvSpPr>
          <p:spPr>
            <a:xfrm>
              <a:off x="900535" y="1813199"/>
              <a:ext cx="2048202" cy="215444"/>
            </a:xfrm>
            <a:prstGeom prst="rect">
              <a:avLst/>
            </a:prstGeom>
            <a:noFill/>
          </p:spPr>
          <p:txBody>
            <a:bodyPr wrap="none" lIns="91440" tIns="45720" rIns="91440" bIns="4572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AU" sz="800" dirty="0" err="1">
                  <a:latin typeface="Roboto"/>
                  <a:ea typeface="Roboto"/>
                </a:rPr>
                <a:t>EnvironmentPipeline_FirstNameLastName</a:t>
              </a:r>
              <a:endParaRPr lang="en-AU" sz="800" dirty="0">
                <a:latin typeface="Roboto"/>
                <a:ea typeface="Roboto"/>
              </a:endParaRPr>
            </a:p>
          </p:txBody>
        </p:sp>
        <p:sp>
          <p:nvSpPr>
            <p:cNvPr id="17" name="TextBox 11">
              <a:extLst>
                <a:ext uri="{FF2B5EF4-FFF2-40B4-BE49-F238E27FC236}">
                  <a16:creationId xmlns:a16="http://schemas.microsoft.com/office/drawing/2014/main" id="{A4C83121-FEAC-44EB-A89E-433D4B9E3B03}"/>
                </a:ext>
              </a:extLst>
            </p:cNvPr>
            <p:cNvSpPr txBox="1"/>
            <p:nvPr/>
          </p:nvSpPr>
          <p:spPr>
            <a:xfrm>
              <a:off x="1005160" y="2358566"/>
              <a:ext cx="2406313" cy="215444"/>
            </a:xfrm>
            <a:prstGeom prst="rect">
              <a:avLst/>
            </a:prstGeom>
            <a:noFill/>
          </p:spPr>
          <p:txBody>
            <a:bodyPr wrap="none" lIns="91440" tIns="45720" rIns="91440" bIns="4572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AU" sz="800" err="1">
                  <a:latin typeface="Roboto"/>
                  <a:ea typeface="Roboto"/>
                </a:rPr>
                <a:t>EnvironmentPipeline_Game_FirstNameLastName</a:t>
              </a:r>
            </a:p>
          </p:txBody>
        </p:sp>
        <p:sp>
          <p:nvSpPr>
            <p:cNvPr id="18" name="TextBox 12">
              <a:extLst>
                <a:ext uri="{FF2B5EF4-FFF2-40B4-BE49-F238E27FC236}">
                  <a16:creationId xmlns:a16="http://schemas.microsoft.com/office/drawing/2014/main" id="{376F7AFE-5258-4696-A735-969BCBF3AB0E}"/>
                </a:ext>
              </a:extLst>
            </p:cNvPr>
            <p:cNvSpPr txBox="1"/>
            <p:nvPr/>
          </p:nvSpPr>
          <p:spPr>
            <a:xfrm>
              <a:off x="1552785" y="2983164"/>
              <a:ext cx="840551" cy="215444"/>
            </a:xfrm>
            <a:prstGeom prst="rect">
              <a:avLst/>
            </a:prstGeom>
            <a:noFill/>
          </p:spPr>
          <p:txBody>
            <a:bodyPr wrap="none" lIns="91440" tIns="45720" rIns="91440" bIns="4572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AU" sz="800">
                  <a:latin typeface="Roboto"/>
                  <a:ea typeface="Roboto"/>
                </a:rPr>
                <a:t>Pre-Production</a:t>
              </a:r>
              <a:endParaRPr lang="en-AU" sz="800">
                <a:latin typeface="Roboto" panose="02000000000000000000" pitchFamily="2" charset="0"/>
                <a:ea typeface="Roboto" panose="02000000000000000000" pitchFamily="2" charset="0"/>
              </a:endParaRPr>
            </a:p>
          </p:txBody>
        </p:sp>
        <p:sp>
          <p:nvSpPr>
            <p:cNvPr id="19" name="TextBox 13">
              <a:extLst>
                <a:ext uri="{FF2B5EF4-FFF2-40B4-BE49-F238E27FC236}">
                  <a16:creationId xmlns:a16="http://schemas.microsoft.com/office/drawing/2014/main" id="{6246AD62-27E6-4AB0-B455-85C144C36C8D}"/>
                </a:ext>
              </a:extLst>
            </p:cNvPr>
            <p:cNvSpPr txBox="1"/>
            <p:nvPr/>
          </p:nvSpPr>
          <p:spPr>
            <a:xfrm>
              <a:off x="1552785" y="3529587"/>
              <a:ext cx="663821" cy="215444"/>
            </a:xfrm>
            <a:prstGeom prst="rect">
              <a:avLst/>
            </a:prstGeom>
            <a:noFill/>
          </p:spPr>
          <p:txBody>
            <a:bodyPr wrap="none" lIns="91440" tIns="45720" rIns="91440" bIns="4572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AU" sz="800">
                  <a:latin typeface="Roboto"/>
                  <a:ea typeface="Roboto"/>
                </a:rPr>
                <a:t>Production</a:t>
              </a:r>
              <a:endParaRPr lang="en-AU" sz="800">
                <a:latin typeface="Roboto" panose="02000000000000000000" pitchFamily="2" charset="0"/>
                <a:ea typeface="Roboto" panose="02000000000000000000" pitchFamily="2" charset="0"/>
              </a:endParaRPr>
            </a:p>
          </p:txBody>
        </p:sp>
      </p:grpSp>
      <p:pic>
        <p:nvPicPr>
          <p:cNvPr id="6" name="Picture 5" descr="Icon&#10;&#10;Description automatically generated">
            <a:extLst>
              <a:ext uri="{FF2B5EF4-FFF2-40B4-BE49-F238E27FC236}">
                <a16:creationId xmlns:a16="http://schemas.microsoft.com/office/drawing/2014/main" id="{2CD1E999-73C0-478D-AE1A-7790AA435A54}"/>
              </a:ext>
            </a:extLst>
          </p:cNvPr>
          <p:cNvPicPr>
            <a:picLocks noChangeAspect="1"/>
          </p:cNvPicPr>
          <p:nvPr/>
        </p:nvPicPr>
        <p:blipFill>
          <a:blip r:embed="rId3"/>
          <a:stretch>
            <a:fillRect/>
          </a:stretch>
        </p:blipFill>
        <p:spPr>
          <a:xfrm>
            <a:off x="1131970" y="3924487"/>
            <a:ext cx="493856" cy="477607"/>
          </a:xfrm>
          <a:prstGeom prst="rect">
            <a:avLst/>
          </a:prstGeom>
        </p:spPr>
      </p:pic>
      <p:sp>
        <p:nvSpPr>
          <p:cNvPr id="24" name="TextBox 13">
            <a:extLst>
              <a:ext uri="{FF2B5EF4-FFF2-40B4-BE49-F238E27FC236}">
                <a16:creationId xmlns:a16="http://schemas.microsoft.com/office/drawing/2014/main" id="{1C670152-5436-4650-98E3-F89BC142190A}"/>
              </a:ext>
            </a:extLst>
          </p:cNvPr>
          <p:cNvSpPr txBox="1"/>
          <p:nvPr/>
        </p:nvSpPr>
        <p:spPr>
          <a:xfrm>
            <a:off x="1511055" y="4053462"/>
            <a:ext cx="1186543" cy="215444"/>
          </a:xfrm>
          <a:prstGeom prst="rect">
            <a:avLst/>
          </a:prstGeom>
          <a:noFill/>
        </p:spPr>
        <p:txBody>
          <a:bodyPr wrap="none" lIns="91440" tIns="45720" rIns="91440" bIns="45720" rtlCol="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r>
              <a:rPr lang="en-AU" sz="800" err="1">
                <a:latin typeface="Roboto"/>
                <a:ea typeface="Roboto"/>
              </a:rPr>
              <a:t>CompletedProduction</a:t>
            </a:r>
            <a:endParaRPr lang="en-AU" sz="800">
              <a:latin typeface="Roboto"/>
              <a:ea typeface="Roboto"/>
            </a:endParaRPr>
          </a:p>
        </p:txBody>
      </p:sp>
    </p:spTree>
    <p:extLst>
      <p:ext uri="{BB962C8B-B14F-4D97-AF65-F5344CB8AC3E}">
        <p14:creationId xmlns:p14="http://schemas.microsoft.com/office/powerpoint/2010/main" val="3365681332"/>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Shape 217"/>
        <p:cNvGrpSpPr/>
        <p:nvPr/>
      </p:nvGrpSpPr>
      <p:grpSpPr>
        <a:xfrm>
          <a:off x="0" y="0"/>
          <a:ext cx="0" cy="0"/>
          <a:chOff x="0" y="0"/>
          <a:chExt cx="0" cy="0"/>
        </a:xfrm>
      </p:grpSpPr>
      <p:sp>
        <p:nvSpPr>
          <p:cNvPr id="12" name="Google Shape;218;p35">
            <a:extLst>
              <a:ext uri="{FF2B5EF4-FFF2-40B4-BE49-F238E27FC236}">
                <a16:creationId xmlns:a16="http://schemas.microsoft.com/office/drawing/2014/main" id="{3D500476-D913-472A-8738-F5A8974D9199}"/>
              </a:ext>
            </a:extLst>
          </p:cNvPr>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sym typeface="Roboto"/>
              </a:rPr>
              <a:t>Examples</a:t>
            </a:r>
            <a:r>
              <a:rPr lang="en-AU" b="0" i="0" u="none" strike="noStrike" cap="none">
                <a:latin typeface="Roboto"/>
                <a:ea typeface="Roboto"/>
                <a:sym typeface="Roboto"/>
              </a:rPr>
              <a:t> </a:t>
            </a:r>
            <a:r>
              <a:rPr lang="en-AU">
                <a:latin typeface="Roboto"/>
                <a:ea typeface="Roboto"/>
                <a:sym typeface="Roboto"/>
              </a:rPr>
              <a:t>|</a:t>
            </a:r>
            <a:r>
              <a:rPr lang="en-AU">
                <a:solidFill>
                  <a:srgbClr val="8CB3E3"/>
                </a:solidFill>
                <a:latin typeface="Roboto"/>
                <a:ea typeface="Roboto"/>
                <a:sym typeface="Roboto"/>
              </a:rPr>
              <a:t> </a:t>
            </a:r>
            <a:r>
              <a:rPr lang="en-AU" sz="3000">
                <a:solidFill>
                  <a:srgbClr val="8CB3E3"/>
                </a:solidFill>
                <a:latin typeface="Roboto"/>
                <a:ea typeface="Roboto"/>
                <a:sym typeface="Roboto"/>
              </a:rPr>
              <a:t>Student Work</a:t>
            </a:r>
            <a:endParaRPr lang="en-US">
              <a:latin typeface="Roboto"/>
            </a:endParaRPr>
          </a:p>
        </p:txBody>
      </p:sp>
      <p:sp>
        <p:nvSpPr>
          <p:cNvPr id="3" name="TextBox 2">
            <a:extLst>
              <a:ext uri="{FF2B5EF4-FFF2-40B4-BE49-F238E27FC236}">
                <a16:creationId xmlns:a16="http://schemas.microsoft.com/office/drawing/2014/main" id="{FCA8D31C-A7DE-4B15-9528-B1198F38D4BB}"/>
              </a:ext>
            </a:extLst>
          </p:cNvPr>
          <p:cNvSpPr txBox="1"/>
          <p:nvPr/>
        </p:nvSpPr>
        <p:spPr>
          <a:xfrm>
            <a:off x="203506" y="2848094"/>
            <a:ext cx="2843852" cy="253547"/>
          </a:xfrm>
          <a:prstGeom prst="rect">
            <a:avLst/>
          </a:prstGeom>
          <a:noFill/>
        </p:spPr>
        <p:txBody>
          <a:bodyPr wrap="square" lIns="91440" tIns="45720" rIns="91440" bIns="45720" rtlCol="0" anchor="t">
            <a:spAutoFit/>
          </a:bodyPr>
          <a:lstStyle/>
          <a:p>
            <a:r>
              <a:rPr lang="en-AU" sz="1000">
                <a:solidFill>
                  <a:schemeClr val="bg1">
                    <a:lumMod val="85000"/>
                  </a:schemeClr>
                </a:solidFill>
                <a:latin typeface="Roboto"/>
                <a:ea typeface="Roboto"/>
                <a:hlinkClick r:id="rId3">
                  <a:extLst>
                    <a:ext uri="{A12FA001-AC4F-418D-AE19-62706E023703}">
                      <ahyp:hlinkClr xmlns:ahyp="http://schemas.microsoft.com/office/drawing/2018/hyperlinkcolor" val="tx"/>
                    </a:ext>
                  </a:extLst>
                </a:hlinkClick>
              </a:rPr>
              <a:t>James Cocks</a:t>
            </a:r>
            <a:endParaRPr lang="en-AU" sz="1000">
              <a:solidFill>
                <a:schemeClr val="bg1">
                  <a:lumMod val="85000"/>
                </a:schemeClr>
              </a:solidFill>
              <a:latin typeface="Roboto"/>
              <a:ea typeface="Roboto"/>
            </a:endParaRPr>
          </a:p>
        </p:txBody>
      </p:sp>
      <p:sp>
        <p:nvSpPr>
          <p:cNvPr id="10" name="TextBox 9">
            <a:extLst>
              <a:ext uri="{FF2B5EF4-FFF2-40B4-BE49-F238E27FC236}">
                <a16:creationId xmlns:a16="http://schemas.microsoft.com/office/drawing/2014/main" id="{BA669CF1-9F9C-453F-B2CD-51725C991CCD}"/>
              </a:ext>
            </a:extLst>
          </p:cNvPr>
          <p:cNvSpPr txBox="1"/>
          <p:nvPr/>
        </p:nvSpPr>
        <p:spPr>
          <a:xfrm>
            <a:off x="3235042" y="2845998"/>
            <a:ext cx="2795704" cy="246221"/>
          </a:xfrm>
          <a:prstGeom prst="rect">
            <a:avLst/>
          </a:prstGeom>
          <a:noFill/>
        </p:spPr>
        <p:txBody>
          <a:bodyPr wrap="square" lIns="91440" tIns="45720" rIns="91440" bIns="45720" rtlCol="0" anchor="ctr">
            <a:spAutoFit/>
          </a:bodyPr>
          <a:lstStyle/>
          <a:p>
            <a:r>
              <a:rPr lang="en-AU" sz="1000">
                <a:solidFill>
                  <a:schemeClr val="bg1">
                    <a:lumMod val="85000"/>
                  </a:schemeClr>
                </a:solidFill>
                <a:latin typeface="Roboto"/>
                <a:ea typeface="Roboto"/>
                <a:hlinkClick r:id="rId4">
                  <a:extLst>
                    <a:ext uri="{A12FA001-AC4F-418D-AE19-62706E023703}">
                      <ahyp:hlinkClr xmlns:ahyp="http://schemas.microsoft.com/office/drawing/2018/hyperlinkcolor" val="tx"/>
                    </a:ext>
                  </a:extLst>
                </a:hlinkClick>
              </a:rPr>
              <a:t>Alica Brown</a:t>
            </a:r>
            <a:endParaRPr lang="en-US"/>
          </a:p>
        </p:txBody>
      </p:sp>
      <p:sp>
        <p:nvSpPr>
          <p:cNvPr id="19" name="TextBox 18">
            <a:extLst>
              <a:ext uri="{FF2B5EF4-FFF2-40B4-BE49-F238E27FC236}">
                <a16:creationId xmlns:a16="http://schemas.microsoft.com/office/drawing/2014/main" id="{1AB3F67D-EA42-49A3-87A3-EDA1741AE36D}"/>
              </a:ext>
            </a:extLst>
          </p:cNvPr>
          <p:cNvSpPr txBox="1"/>
          <p:nvPr/>
        </p:nvSpPr>
        <p:spPr>
          <a:xfrm>
            <a:off x="6190482" y="2845998"/>
            <a:ext cx="2750009" cy="246221"/>
          </a:xfrm>
          <a:prstGeom prst="rect">
            <a:avLst/>
          </a:prstGeom>
          <a:noFill/>
        </p:spPr>
        <p:txBody>
          <a:bodyPr wrap="square" lIns="91440" tIns="45720" rIns="91440" bIns="45720" rtlCol="0" anchor="t">
            <a:spAutoFit/>
          </a:bodyPr>
          <a:lstStyle/>
          <a:p>
            <a:r>
              <a:rPr lang="en-AU" sz="1000">
                <a:solidFill>
                  <a:schemeClr val="bg1">
                    <a:lumMod val="85000"/>
                  </a:schemeClr>
                </a:solidFill>
                <a:latin typeface="Roboto"/>
                <a:ea typeface="Roboto"/>
                <a:hlinkClick r:id="rId5">
                  <a:extLst>
                    <a:ext uri="{A12FA001-AC4F-418D-AE19-62706E023703}">
                      <ahyp:hlinkClr xmlns:ahyp="http://schemas.microsoft.com/office/drawing/2018/hyperlinkcolor" val="tx"/>
                    </a:ext>
                  </a:extLst>
                </a:hlinkClick>
              </a:rPr>
              <a:t>Ben Lindridge</a:t>
            </a:r>
            <a:endParaRPr lang="en-AU" sz="1000">
              <a:solidFill>
                <a:schemeClr val="bg1">
                  <a:lumMod val="85000"/>
                </a:schemeClr>
              </a:solidFill>
              <a:latin typeface="Roboto"/>
              <a:ea typeface="Roboto"/>
            </a:endParaRPr>
          </a:p>
        </p:txBody>
      </p:sp>
      <p:pic>
        <p:nvPicPr>
          <p:cNvPr id="2" name="Picture 3" descr="A picture containing indoor, appliance&#10;&#10;Description automatically generated">
            <a:extLst>
              <a:ext uri="{FF2B5EF4-FFF2-40B4-BE49-F238E27FC236}">
                <a16:creationId xmlns:a16="http://schemas.microsoft.com/office/drawing/2014/main" id="{08939534-38B3-440C-A038-000667F59B51}"/>
              </a:ext>
            </a:extLst>
          </p:cNvPr>
          <p:cNvPicPr>
            <a:picLocks noChangeAspect="1"/>
          </p:cNvPicPr>
          <p:nvPr/>
        </p:nvPicPr>
        <p:blipFill>
          <a:blip r:embed="rId6"/>
          <a:stretch>
            <a:fillRect/>
          </a:stretch>
        </p:blipFill>
        <p:spPr>
          <a:xfrm>
            <a:off x="199970" y="1177940"/>
            <a:ext cx="2857679" cy="1607444"/>
          </a:xfrm>
          <a:prstGeom prst="rect">
            <a:avLst/>
          </a:prstGeom>
          <a:ln w="28575">
            <a:solidFill>
              <a:srgbClr val="00B0F0"/>
            </a:solidFill>
          </a:ln>
        </p:spPr>
      </p:pic>
      <p:pic>
        <p:nvPicPr>
          <p:cNvPr id="4" name="Picture 4">
            <a:extLst>
              <a:ext uri="{FF2B5EF4-FFF2-40B4-BE49-F238E27FC236}">
                <a16:creationId xmlns:a16="http://schemas.microsoft.com/office/drawing/2014/main" id="{B153E2A2-B391-43DA-95BF-A0AEBA646E61}"/>
              </a:ext>
            </a:extLst>
          </p:cNvPr>
          <p:cNvPicPr>
            <a:picLocks noChangeAspect="1"/>
          </p:cNvPicPr>
          <p:nvPr/>
        </p:nvPicPr>
        <p:blipFill rotWithShape="1">
          <a:blip r:embed="rId7"/>
          <a:srcRect l="88" t="146" r="1057" b="-52"/>
          <a:stretch/>
        </p:blipFill>
        <p:spPr>
          <a:xfrm>
            <a:off x="3231630" y="1173570"/>
            <a:ext cx="2798262" cy="1611098"/>
          </a:xfrm>
          <a:prstGeom prst="rect">
            <a:avLst/>
          </a:prstGeom>
          <a:ln w="28575">
            <a:solidFill>
              <a:srgbClr val="00B0F0"/>
            </a:solidFill>
          </a:ln>
        </p:spPr>
      </p:pic>
      <p:pic>
        <p:nvPicPr>
          <p:cNvPr id="5" name="Picture 10" descr="A picture containing indoor, building, basement, floor&#10;&#10;Description automatically generated">
            <a:extLst>
              <a:ext uri="{FF2B5EF4-FFF2-40B4-BE49-F238E27FC236}">
                <a16:creationId xmlns:a16="http://schemas.microsoft.com/office/drawing/2014/main" id="{86A7B254-18A9-4754-A76F-3C20182D7244}"/>
              </a:ext>
            </a:extLst>
          </p:cNvPr>
          <p:cNvPicPr>
            <a:picLocks noChangeAspect="1"/>
          </p:cNvPicPr>
          <p:nvPr/>
        </p:nvPicPr>
        <p:blipFill rotWithShape="1">
          <a:blip r:embed="rId8"/>
          <a:srcRect l="2517" t="-27" r="2636" b="1648"/>
          <a:stretch/>
        </p:blipFill>
        <p:spPr>
          <a:xfrm>
            <a:off x="6190688" y="1173029"/>
            <a:ext cx="2755754" cy="1613731"/>
          </a:xfrm>
          <a:prstGeom prst="rect">
            <a:avLst/>
          </a:prstGeom>
          <a:ln w="28575">
            <a:solidFill>
              <a:srgbClr val="00B0F0"/>
            </a:solidFill>
          </a:ln>
        </p:spPr>
      </p:pic>
      <p:pic>
        <p:nvPicPr>
          <p:cNvPr id="6" name="Picture 6" descr="A picture containing indoor&#10;&#10;Description automatically generated">
            <a:extLst>
              <a:ext uri="{FF2B5EF4-FFF2-40B4-BE49-F238E27FC236}">
                <a16:creationId xmlns:a16="http://schemas.microsoft.com/office/drawing/2014/main" id="{4B6ED455-8DF4-4072-AE86-83BF76E6D380}"/>
              </a:ext>
            </a:extLst>
          </p:cNvPr>
          <p:cNvPicPr>
            <a:picLocks noChangeAspect="1"/>
          </p:cNvPicPr>
          <p:nvPr/>
        </p:nvPicPr>
        <p:blipFill rotWithShape="1">
          <a:blip r:embed="rId9"/>
          <a:srcRect l="4946" r="4329" b="427"/>
          <a:stretch/>
        </p:blipFill>
        <p:spPr>
          <a:xfrm>
            <a:off x="3218374" y="3190421"/>
            <a:ext cx="2800019" cy="1545638"/>
          </a:xfrm>
          <a:prstGeom prst="rect">
            <a:avLst/>
          </a:prstGeom>
          <a:ln w="28575">
            <a:solidFill>
              <a:srgbClr val="00B0F0"/>
            </a:solidFill>
          </a:ln>
        </p:spPr>
      </p:pic>
      <p:pic>
        <p:nvPicPr>
          <p:cNvPr id="8" name="Picture 8" descr="A picture containing light, outdoor, dark, lit&#10;&#10;Description automatically generated">
            <a:extLst>
              <a:ext uri="{FF2B5EF4-FFF2-40B4-BE49-F238E27FC236}">
                <a16:creationId xmlns:a16="http://schemas.microsoft.com/office/drawing/2014/main" id="{20F8F23D-5A77-442F-AD50-CDDA761C10A6}"/>
              </a:ext>
            </a:extLst>
          </p:cNvPr>
          <p:cNvPicPr>
            <a:picLocks noChangeAspect="1"/>
          </p:cNvPicPr>
          <p:nvPr/>
        </p:nvPicPr>
        <p:blipFill rotWithShape="1">
          <a:blip r:embed="rId10"/>
          <a:srcRect t="1489" b="1489"/>
          <a:stretch/>
        </p:blipFill>
        <p:spPr>
          <a:xfrm>
            <a:off x="6193958" y="3190107"/>
            <a:ext cx="2741634" cy="1547651"/>
          </a:xfrm>
          <a:prstGeom prst="rect">
            <a:avLst/>
          </a:prstGeom>
          <a:ln w="28575">
            <a:solidFill>
              <a:srgbClr val="00B0F0"/>
            </a:solidFill>
          </a:ln>
        </p:spPr>
      </p:pic>
      <p:pic>
        <p:nvPicPr>
          <p:cNvPr id="14" name="Picture 14" descr="A picture containing light, dark, lamp&#10;&#10;Description automatically generated">
            <a:extLst>
              <a:ext uri="{FF2B5EF4-FFF2-40B4-BE49-F238E27FC236}">
                <a16:creationId xmlns:a16="http://schemas.microsoft.com/office/drawing/2014/main" id="{D79D36A6-BAB0-4338-B3ED-142260BA7658}"/>
              </a:ext>
            </a:extLst>
          </p:cNvPr>
          <p:cNvPicPr>
            <a:picLocks noChangeAspect="1"/>
          </p:cNvPicPr>
          <p:nvPr/>
        </p:nvPicPr>
        <p:blipFill rotWithShape="1">
          <a:blip r:embed="rId11"/>
          <a:srcRect t="3759" b="3759"/>
          <a:stretch/>
        </p:blipFill>
        <p:spPr>
          <a:xfrm>
            <a:off x="208368" y="3189943"/>
            <a:ext cx="2842918" cy="1538054"/>
          </a:xfrm>
          <a:prstGeom prst="rect">
            <a:avLst/>
          </a:prstGeom>
          <a:ln w="28575">
            <a:solidFill>
              <a:srgbClr val="00B0F0"/>
            </a:solidFill>
          </a:ln>
        </p:spPr>
      </p:pic>
      <p:sp>
        <p:nvSpPr>
          <p:cNvPr id="16" name="TextBox 15">
            <a:extLst>
              <a:ext uri="{FF2B5EF4-FFF2-40B4-BE49-F238E27FC236}">
                <a16:creationId xmlns:a16="http://schemas.microsoft.com/office/drawing/2014/main" id="{61AEFF07-167F-495C-9D4E-8928F3A0CF1D}"/>
              </a:ext>
            </a:extLst>
          </p:cNvPr>
          <p:cNvSpPr txBox="1"/>
          <p:nvPr/>
        </p:nvSpPr>
        <p:spPr>
          <a:xfrm>
            <a:off x="3231379" y="4776518"/>
            <a:ext cx="2788376" cy="246221"/>
          </a:xfrm>
          <a:prstGeom prst="rect">
            <a:avLst/>
          </a:prstGeom>
          <a:noFill/>
        </p:spPr>
        <p:txBody>
          <a:bodyPr wrap="square" lIns="91440" tIns="45720" rIns="91440" bIns="45720" rtlCol="0" anchor="ctr">
            <a:spAutoFit/>
          </a:bodyPr>
          <a:lstStyle/>
          <a:p>
            <a:r>
              <a:rPr lang="en-AU" sz="1000">
                <a:solidFill>
                  <a:schemeClr val="bg1">
                    <a:lumMod val="85000"/>
                  </a:schemeClr>
                </a:solidFill>
                <a:latin typeface="Roboto"/>
                <a:ea typeface="Roboto"/>
                <a:hlinkClick r:id="rId12">
                  <a:extLst>
                    <a:ext uri="{A12FA001-AC4F-418D-AE19-62706E023703}">
                      <ahyp:hlinkClr xmlns:ahyp="http://schemas.microsoft.com/office/drawing/2018/hyperlinkcolor" val="tx"/>
                    </a:ext>
                  </a:extLst>
                </a:hlinkClick>
              </a:rPr>
              <a:t>Molly Broadstock</a:t>
            </a:r>
            <a:endParaRPr lang="en-US"/>
          </a:p>
        </p:txBody>
      </p:sp>
      <p:sp>
        <p:nvSpPr>
          <p:cNvPr id="17" name="TextBox 16">
            <a:extLst>
              <a:ext uri="{FF2B5EF4-FFF2-40B4-BE49-F238E27FC236}">
                <a16:creationId xmlns:a16="http://schemas.microsoft.com/office/drawing/2014/main" id="{2F6C7BB7-9B1E-4A6F-9B9D-6173268D8932}"/>
              </a:ext>
            </a:extLst>
          </p:cNvPr>
          <p:cNvSpPr txBox="1"/>
          <p:nvPr/>
        </p:nvSpPr>
        <p:spPr>
          <a:xfrm>
            <a:off x="207975" y="4776517"/>
            <a:ext cx="2839664" cy="246221"/>
          </a:xfrm>
          <a:prstGeom prst="rect">
            <a:avLst/>
          </a:prstGeom>
          <a:noFill/>
        </p:spPr>
        <p:txBody>
          <a:bodyPr wrap="square" lIns="91440" tIns="45720" rIns="91440" bIns="45720" rtlCol="0" anchor="t">
            <a:spAutoFit/>
          </a:bodyPr>
          <a:lstStyle/>
          <a:p>
            <a:r>
              <a:rPr lang="en-AU" sz="1000">
                <a:solidFill>
                  <a:schemeClr val="bg1">
                    <a:lumMod val="85000"/>
                  </a:schemeClr>
                </a:solidFill>
                <a:latin typeface="Roboto"/>
                <a:ea typeface="Roboto"/>
                <a:hlinkClick r:id="rId13">
                  <a:extLst>
                    <a:ext uri="{A12FA001-AC4F-418D-AE19-62706E023703}">
                      <ahyp:hlinkClr xmlns:ahyp="http://schemas.microsoft.com/office/drawing/2018/hyperlinkcolor" val="tx"/>
                    </a:ext>
                  </a:extLst>
                </a:hlinkClick>
              </a:rPr>
              <a:t>Jessica Murphy</a:t>
            </a:r>
            <a:endParaRPr lang="en-US"/>
          </a:p>
        </p:txBody>
      </p:sp>
      <p:sp>
        <p:nvSpPr>
          <p:cNvPr id="18" name="TextBox 17">
            <a:extLst>
              <a:ext uri="{FF2B5EF4-FFF2-40B4-BE49-F238E27FC236}">
                <a16:creationId xmlns:a16="http://schemas.microsoft.com/office/drawing/2014/main" id="{18C301C4-4DE6-4D93-9B3F-7A1BEAC217B6}"/>
              </a:ext>
            </a:extLst>
          </p:cNvPr>
          <p:cNvSpPr txBox="1"/>
          <p:nvPr/>
        </p:nvSpPr>
        <p:spPr>
          <a:xfrm>
            <a:off x="6188836" y="4776518"/>
            <a:ext cx="2751743" cy="246221"/>
          </a:xfrm>
          <a:prstGeom prst="rect">
            <a:avLst/>
          </a:prstGeom>
          <a:noFill/>
        </p:spPr>
        <p:txBody>
          <a:bodyPr wrap="square" lIns="91440" tIns="45720" rIns="91440" bIns="45720" rtlCol="0" anchor="ctr">
            <a:spAutoFit/>
          </a:bodyPr>
          <a:lstStyle/>
          <a:p>
            <a:r>
              <a:rPr lang="en-AU" sz="1000">
                <a:solidFill>
                  <a:schemeClr val="bg1">
                    <a:lumMod val="85000"/>
                  </a:schemeClr>
                </a:solidFill>
                <a:latin typeface="Roboto"/>
                <a:ea typeface="Roboto"/>
                <a:hlinkClick r:id="rId14">
                  <a:extLst>
                    <a:ext uri="{A12FA001-AC4F-418D-AE19-62706E023703}">
                      <ahyp:hlinkClr xmlns:ahyp="http://schemas.microsoft.com/office/drawing/2018/hyperlinkcolor" val="tx"/>
                    </a:ext>
                  </a:extLst>
                </a:hlinkClick>
              </a:rPr>
              <a:t>Brett Murphy</a:t>
            </a:r>
            <a:endParaRPr lang="en-US">
              <a:solidFill>
                <a:schemeClr val="bg1">
                  <a:lumMod val="85000"/>
                </a:schemeClr>
              </a:solidFill>
            </a:endParaRPr>
          </a:p>
        </p:txBody>
      </p:sp>
      <p:sp>
        <p:nvSpPr>
          <p:cNvPr id="7" name="Rectangle 6">
            <a:extLst>
              <a:ext uri="{FF2B5EF4-FFF2-40B4-BE49-F238E27FC236}">
                <a16:creationId xmlns:a16="http://schemas.microsoft.com/office/drawing/2014/main" id="{C71D1DE4-CA04-2137-BDE0-F2D095990304}"/>
              </a:ext>
            </a:extLst>
          </p:cNvPr>
          <p:cNvSpPr/>
          <p:nvPr/>
        </p:nvSpPr>
        <p:spPr>
          <a:xfrm>
            <a:off x="1943109" y="878999"/>
            <a:ext cx="5150472" cy="230832"/>
          </a:xfrm>
          <a:prstGeom prst="rect">
            <a:avLst/>
          </a:prstGeom>
        </p:spPr>
        <p:txBody>
          <a:bodyPr wrap="square" lIns="91440" tIns="45720" rIns="91440" bIns="45720" anchor="t">
            <a:sp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algn="ctr"/>
            <a:r>
              <a:rPr lang="en-AU" sz="900" dirty="0">
                <a:solidFill>
                  <a:schemeClr val="bg1">
                    <a:lumMod val="85000"/>
                  </a:schemeClr>
                </a:solidFill>
                <a:latin typeface="Roboto"/>
                <a:ea typeface="Roboto"/>
              </a:rPr>
              <a:t>Below are examples of high-quality submissions from ex-student for inspiration.</a:t>
            </a:r>
            <a:endParaRPr lang="en-US" sz="900" dirty="0">
              <a:solidFill>
                <a:schemeClr val="bg1">
                  <a:lumMod val="85000"/>
                </a:schemeClr>
              </a:solidFill>
              <a:latin typeface="Roboto"/>
              <a:ea typeface="Roboto"/>
            </a:endParaRPr>
          </a:p>
        </p:txBody>
      </p:sp>
    </p:spTree>
    <p:extLst>
      <p:ext uri="{BB962C8B-B14F-4D97-AF65-F5344CB8AC3E}">
        <p14:creationId xmlns:p14="http://schemas.microsoft.com/office/powerpoint/2010/main" val="1686705670"/>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9" name="Google Shape;409;p66"/>
          <p:cNvSpPr txBox="1"/>
          <p:nvPr/>
        </p:nvSpPr>
        <p:spPr>
          <a:xfrm>
            <a:off x="323528" y="1063375"/>
            <a:ext cx="8064900" cy="3394500"/>
          </a:xfrm>
          <a:prstGeom prst="rect">
            <a:avLst/>
          </a:prstGeom>
          <a:noFill/>
          <a:ln>
            <a:noFill/>
          </a:ln>
        </p:spPr>
        <p:txBody>
          <a:bodyPr spcFirstLastPara="1" wrap="square" lIns="91425" tIns="45700" rIns="91425" bIns="45700" anchor="t" anchorCtr="0">
            <a:noAutofit/>
          </a:bodyPr>
          <a:lstStyle/>
          <a:p>
            <a:pPr marL="0" lvl="0" indent="0" rtl="0">
              <a:lnSpc>
                <a:spcPct val="115000"/>
              </a:lnSpc>
              <a:spcBef>
                <a:spcPts val="0"/>
              </a:spcBef>
              <a:spcAft>
                <a:spcPts val="0"/>
              </a:spcAft>
              <a:buClr>
                <a:schemeClr val="dk1"/>
              </a:buClr>
              <a:buSzPts val="1100"/>
              <a:buFont typeface="Arial"/>
              <a:buNone/>
            </a:pPr>
            <a:endParaRPr lang="en-US" sz="900">
              <a:solidFill>
                <a:srgbClr val="B7B7B7"/>
              </a:solidFill>
              <a:latin typeface="Roboto"/>
              <a:ea typeface="Roboto"/>
              <a:cs typeface="Roboto"/>
              <a:sym typeface="Roboto"/>
            </a:endParaRPr>
          </a:p>
        </p:txBody>
      </p:sp>
      <p:sp>
        <p:nvSpPr>
          <p:cNvPr id="4" name="Google Shape;173;p27">
            <a:extLst>
              <a:ext uri="{FF2B5EF4-FFF2-40B4-BE49-F238E27FC236}">
                <a16:creationId xmlns:a16="http://schemas.microsoft.com/office/drawing/2014/main" id="{44FB46B9-0317-4CEF-861A-A36F8E349EA6}"/>
              </a:ext>
            </a:extLst>
          </p:cNvPr>
          <p:cNvSpPr/>
          <p:nvPr/>
        </p:nvSpPr>
        <p:spPr>
          <a:xfrm>
            <a:off x="0" y="1666864"/>
            <a:ext cx="9143999" cy="1415772"/>
          </a:xfrm>
          <a:prstGeom prst="roundRect">
            <a:avLst>
              <a:gd name="adj" fmla="val 3186"/>
            </a:avLst>
          </a:prstGeom>
          <a:gradFill>
            <a:gsLst>
              <a:gs pos="0">
                <a:srgbClr val="1F3D5F"/>
              </a:gs>
              <a:gs pos="60000">
                <a:srgbClr val="1F3D5F"/>
              </a:gs>
              <a:gs pos="100000">
                <a:srgbClr val="1F3D5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 name="Google Shape;174;p27">
            <a:extLst>
              <a:ext uri="{FF2B5EF4-FFF2-40B4-BE49-F238E27FC236}">
                <a16:creationId xmlns:a16="http://schemas.microsoft.com/office/drawing/2014/main" id="{1C8796AF-8B06-4F1B-A618-25F3C7D00C9D}"/>
              </a:ext>
            </a:extLst>
          </p:cNvPr>
          <p:cNvSpPr/>
          <p:nvPr/>
        </p:nvSpPr>
        <p:spPr>
          <a:xfrm>
            <a:off x="755071" y="2051584"/>
            <a:ext cx="7633855" cy="646331"/>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B0F0"/>
              </a:buClr>
              <a:buSzPts val="3600"/>
              <a:buFont typeface="Roboto"/>
              <a:buNone/>
            </a:pPr>
            <a:r>
              <a:rPr lang="en-AU" sz="3600" b="1" i="0" u="none" strike="noStrike" cap="none">
                <a:solidFill>
                  <a:srgbClr val="00B0F0"/>
                </a:solidFill>
                <a:latin typeface="Roboto"/>
                <a:ea typeface="Roboto"/>
                <a:sym typeface="Roboto"/>
              </a:rPr>
              <a:t>Maintain healthy work practice</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13201056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53"/>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Maintain Healthy Work Practices | </a:t>
            </a:r>
            <a:r>
              <a:rPr lang="en-AU" sz="3000">
                <a:solidFill>
                  <a:srgbClr val="8CB3E3"/>
                </a:solidFill>
                <a:latin typeface="Roboto"/>
                <a:ea typeface="Roboto"/>
                <a:cs typeface="Roboto"/>
                <a:sym typeface="Roboto"/>
              </a:rPr>
              <a:t>WHS</a:t>
            </a:r>
            <a:endParaRPr lang="en-US" sz="3000"/>
          </a:p>
        </p:txBody>
      </p:sp>
      <p:sp>
        <p:nvSpPr>
          <p:cNvPr id="335" name="Google Shape;335;p53"/>
          <p:cNvSpPr txBox="1"/>
          <p:nvPr/>
        </p:nvSpPr>
        <p:spPr>
          <a:xfrm>
            <a:off x="351775" y="1063375"/>
            <a:ext cx="8242800" cy="575302"/>
          </a:xfrm>
          <a:prstGeom prst="rect">
            <a:avLst/>
          </a:prstGeom>
          <a:noFill/>
          <a:ln>
            <a:noFill/>
          </a:ln>
        </p:spPr>
        <p:txBody>
          <a:bodyPr spcFirstLastPara="1" wrap="square" lIns="91425" tIns="45700" rIns="91425" bIns="45700" anchor="t" anchorCtr="0">
            <a:noAutofit/>
          </a:bodyPr>
          <a:lstStyle/>
          <a:p>
            <a:pPr lvl="0">
              <a:buClr>
                <a:schemeClr val="dk1"/>
              </a:buClr>
              <a:buSzPts val="1100"/>
            </a:pPr>
            <a:r>
              <a:rPr lang="en-US" sz="900">
                <a:solidFill>
                  <a:srgbClr val="B7B7B7"/>
                </a:solidFill>
                <a:latin typeface="Roboto"/>
                <a:ea typeface="Roboto"/>
                <a:cs typeface="Roboto"/>
                <a:sym typeface="Roboto"/>
              </a:rPr>
              <a:t>When working in a studio environment it is important to maintain healthy and safe work practices. Before starting the assessment ensure that the following safe work practices are being maintained by evaluating your work environment using the checklist below.</a:t>
            </a:r>
            <a:endParaRPr sz="900">
              <a:solidFill>
                <a:srgbClr val="92D050"/>
              </a:solidFill>
              <a:latin typeface="Roboto"/>
              <a:ea typeface="Roboto"/>
              <a:cs typeface="Roboto"/>
              <a:sym typeface="Roboto"/>
            </a:endParaRPr>
          </a:p>
          <a:p>
            <a:pPr marL="0" lvl="0" indent="0" rtl="0">
              <a:spcBef>
                <a:spcPts val="0"/>
              </a:spcBef>
              <a:spcAft>
                <a:spcPts val="0"/>
              </a:spcAft>
              <a:buClr>
                <a:srgbClr val="92D050"/>
              </a:buClr>
              <a:buSzPts val="2800"/>
              <a:buFont typeface="Arial"/>
              <a:buNone/>
            </a:pPr>
            <a:endParaRPr sz="900">
              <a:solidFill>
                <a:srgbClr val="888888"/>
              </a:solidFill>
              <a:latin typeface="Roboto"/>
              <a:ea typeface="Roboto"/>
              <a:cs typeface="Roboto"/>
              <a:sym typeface="Roboto"/>
            </a:endParaRPr>
          </a:p>
        </p:txBody>
      </p:sp>
      <p:sp>
        <p:nvSpPr>
          <p:cNvPr id="4" name="Google Shape;484;p70">
            <a:extLst>
              <a:ext uri="{FF2B5EF4-FFF2-40B4-BE49-F238E27FC236}">
                <a16:creationId xmlns:a16="http://schemas.microsoft.com/office/drawing/2014/main" id="{BF3C929F-DC02-4440-A414-113BB6BE8204}"/>
              </a:ext>
            </a:extLst>
          </p:cNvPr>
          <p:cNvSpPr txBox="1">
            <a:spLocks noGrp="1"/>
          </p:cNvSpPr>
          <p:nvPr>
            <p:ph type="body" idx="1"/>
          </p:nvPr>
        </p:nvSpPr>
        <p:spPr>
          <a:xfrm>
            <a:off x="881150" y="1506071"/>
            <a:ext cx="7507200" cy="2951803"/>
          </a:xfrm>
          <a:prstGeom prst="rect">
            <a:avLst/>
          </a:prstGeom>
          <a:noFill/>
          <a:ln>
            <a:noFill/>
          </a:ln>
        </p:spPr>
        <p:txBody>
          <a:bodyPr spcFirstLastPara="1" wrap="square" lIns="91425" tIns="45700" rIns="91425" bIns="45700" anchor="t" anchorCtr="0">
            <a:noAutofit/>
          </a:bodyPr>
          <a:lstStyle/>
          <a:p>
            <a:pPr marL="0" indent="0">
              <a:spcBef>
                <a:spcPts val="0"/>
              </a:spcBef>
              <a:buNone/>
            </a:pPr>
            <a:r>
              <a:rPr lang="en-AU" sz="900" b="1" dirty="0">
                <a:solidFill>
                  <a:srgbClr val="D9D9D9"/>
                </a:solidFill>
                <a:latin typeface="Roboto"/>
                <a:ea typeface="Roboto"/>
                <a:cs typeface="Roboto"/>
                <a:sym typeface="Roboto"/>
              </a:rPr>
              <a:t>The workstation is setup ergonomically:</a:t>
            </a:r>
          </a:p>
          <a:p>
            <a:pPr marL="0" lvl="0" indent="0">
              <a:spcBef>
                <a:spcPts val="280"/>
              </a:spcBef>
              <a:buNone/>
            </a:pPr>
            <a:r>
              <a:rPr lang="en-AU" sz="900" dirty="0">
                <a:solidFill>
                  <a:srgbClr val="B7B7B7"/>
                </a:solidFill>
                <a:latin typeface="Roboto"/>
                <a:ea typeface="Roboto"/>
                <a:cs typeface="Roboto"/>
                <a:sym typeface="Roboto"/>
              </a:rPr>
              <a:t>An ergonomic workstation requires that the position/height and angle of the monitors, chair, keyboard, mouse and desk can be adjusted to maintain a healthy posture and that there is an appropriate level of lighting in the room.</a:t>
            </a:r>
            <a:br>
              <a:rPr lang="en-AU" sz="900" dirty="0">
                <a:latin typeface="Roboto"/>
                <a:ea typeface="Roboto"/>
                <a:cs typeface="Roboto"/>
              </a:rPr>
            </a:br>
            <a:br>
              <a:rPr lang="en-AU" sz="900" dirty="0">
                <a:latin typeface="Roboto"/>
                <a:ea typeface="Roboto"/>
                <a:cs typeface="Roboto"/>
              </a:rPr>
            </a:br>
            <a:r>
              <a:rPr lang="en-AU" sz="900" b="1" dirty="0">
                <a:latin typeface="Roboto"/>
                <a:ea typeface="Roboto"/>
                <a:cs typeface="Roboto"/>
                <a:sym typeface="Roboto"/>
              </a:rPr>
              <a:t>R</a:t>
            </a:r>
            <a:r>
              <a:rPr lang="en-AU" sz="900" b="1" dirty="0">
                <a:solidFill>
                  <a:srgbClr val="D9D9D9"/>
                </a:solidFill>
                <a:latin typeface="Roboto"/>
                <a:ea typeface="Roboto"/>
                <a:cs typeface="Roboto"/>
                <a:sym typeface="Roboto"/>
              </a:rPr>
              <a:t>egular breaks have been scheduled:</a:t>
            </a:r>
            <a:endParaRPr lang="en-AU" sz="900" b="1" dirty="0">
              <a:solidFill>
                <a:srgbClr val="D9D9D9"/>
              </a:solidFill>
              <a:latin typeface="Roboto"/>
              <a:ea typeface="Roboto"/>
              <a:cs typeface="Roboto"/>
            </a:endParaRPr>
          </a:p>
          <a:p>
            <a:pPr marL="0" lvl="0" indent="0">
              <a:spcBef>
                <a:spcPts val="280"/>
              </a:spcBef>
              <a:buNone/>
            </a:pPr>
            <a:r>
              <a:rPr lang="en-AU" sz="900" dirty="0">
                <a:solidFill>
                  <a:srgbClr val="B7B7B7"/>
                </a:solidFill>
                <a:latin typeface="Roboto"/>
                <a:ea typeface="Roboto"/>
                <a:cs typeface="Roboto"/>
                <a:sym typeface="Roboto"/>
              </a:rPr>
              <a:t>It is important to take regular breaks when working at a computer for any long period of time.</a:t>
            </a:r>
            <a:br>
              <a:rPr lang="en-AU" sz="900" dirty="0">
                <a:latin typeface="Roboto"/>
                <a:ea typeface="Roboto"/>
                <a:cs typeface="Roboto"/>
              </a:rPr>
            </a:br>
            <a:endParaRPr lang="en-AU" sz="900" b="1" dirty="0">
              <a:solidFill>
                <a:srgbClr val="D9D9D9"/>
              </a:solidFill>
              <a:latin typeface="Roboto"/>
              <a:ea typeface="Roboto"/>
              <a:cs typeface="Roboto"/>
              <a:sym typeface="Roboto"/>
            </a:endParaRPr>
          </a:p>
          <a:p>
            <a:pPr marL="0" marR="0" lvl="0" indent="0" algn="l" rtl="0">
              <a:lnSpc>
                <a:spcPct val="100000"/>
              </a:lnSpc>
              <a:spcBef>
                <a:spcPts val="280"/>
              </a:spcBef>
              <a:spcAft>
                <a:spcPts val="0"/>
              </a:spcAft>
              <a:buClr>
                <a:srgbClr val="92D050"/>
              </a:buClr>
              <a:buSzPts val="2800"/>
              <a:buFont typeface="Arial"/>
              <a:buNone/>
            </a:pPr>
            <a:r>
              <a:rPr lang="en-AU" sz="900" b="1" dirty="0">
                <a:solidFill>
                  <a:srgbClr val="D9D9D9"/>
                </a:solidFill>
                <a:latin typeface="Roboto"/>
                <a:ea typeface="Roboto"/>
                <a:cs typeface="Roboto"/>
                <a:sym typeface="Roboto"/>
              </a:rPr>
              <a:t>The work environment is free of hazards:</a:t>
            </a:r>
            <a:endParaRPr lang="en-AU" sz="900" b="1" dirty="0">
              <a:solidFill>
                <a:srgbClr val="D9D9D9"/>
              </a:solidFill>
              <a:latin typeface="Roboto"/>
              <a:ea typeface="Roboto"/>
              <a:cs typeface="Roboto"/>
            </a:endParaRPr>
          </a:p>
          <a:p>
            <a:pPr marL="0" lvl="0" indent="0">
              <a:spcBef>
                <a:spcPts val="280"/>
              </a:spcBef>
              <a:buNone/>
            </a:pPr>
            <a:r>
              <a:rPr lang="en-AU" sz="900" dirty="0">
                <a:solidFill>
                  <a:srgbClr val="B7B7B7"/>
                </a:solidFill>
                <a:latin typeface="Roboto"/>
                <a:ea typeface="Roboto"/>
                <a:cs typeface="Roboto"/>
                <a:sym typeface="Roboto"/>
              </a:rPr>
              <a:t>Hazards are potential sources of injury or ill-health which may include mechanical, physical, chemical, psychological and electrical hazards.</a:t>
            </a:r>
            <a:endParaRPr lang="en-AU" sz="900" dirty="0">
              <a:solidFill>
                <a:srgbClr val="B7B7B7"/>
              </a:solidFill>
              <a:latin typeface="Roboto"/>
              <a:ea typeface="Roboto"/>
              <a:cs typeface="Roboto"/>
            </a:endParaRPr>
          </a:p>
        </p:txBody>
      </p:sp>
      <p:sp>
        <p:nvSpPr>
          <p:cNvPr id="5" name="Google Shape;485;p70">
            <a:extLst>
              <a:ext uri="{FF2B5EF4-FFF2-40B4-BE49-F238E27FC236}">
                <a16:creationId xmlns:a16="http://schemas.microsoft.com/office/drawing/2014/main" id="{EED6A5E4-658B-4FBA-8A42-9CB78417F345}"/>
              </a:ext>
            </a:extLst>
          </p:cNvPr>
          <p:cNvSpPr txBox="1"/>
          <p:nvPr/>
        </p:nvSpPr>
        <p:spPr>
          <a:xfrm>
            <a:off x="469038" y="1581441"/>
            <a:ext cx="309000" cy="294300"/>
          </a:xfrm>
          <a:prstGeom prst="rect">
            <a:avLst/>
          </a:prstGeom>
          <a:solidFill>
            <a:schemeClr val="bg1"/>
          </a:solidFill>
          <a:ln w="19050" cap="flat" cmpd="sng">
            <a:solidFill>
              <a:srgbClr val="599C34"/>
            </a:solidFill>
            <a:prstDash val="solid"/>
            <a:round/>
            <a:headEnd type="none" w="sm" len="sm"/>
            <a:tailEnd type="none" w="sm" len="sm"/>
          </a:ln>
        </p:spPr>
        <p:txBody>
          <a:bodyPr spcFirstLastPara="1" wrap="square" lIns="91425" tIns="91425" rIns="91425" bIns="91425" anchor="ctr" anchorCtr="0">
            <a:noAutofit/>
          </a:bodyPr>
          <a:lstStyle/>
          <a:p>
            <a:pPr algn="ctr">
              <a:buSzPts val="1400"/>
            </a:pPr>
            <a:r>
              <a:rPr lang="en-AU" b="1" i="0" dirty="0">
                <a:solidFill>
                  <a:srgbClr val="000000"/>
                </a:solidFill>
                <a:effectLst/>
                <a:latin typeface="Times New Roman" panose="02020603050405020304" pitchFamily="18" charset="0"/>
              </a:rPr>
              <a:t>✓</a:t>
            </a:r>
            <a:endParaRPr lang="en-AU" sz="1400" b="1" i="0" u="none" strike="noStrike" cap="none" dirty="0">
              <a:solidFill>
                <a:srgbClr val="1F497D"/>
              </a:solidFill>
              <a:latin typeface="Roboto"/>
              <a:ea typeface="Roboto"/>
              <a:cs typeface="Roboto"/>
              <a:sym typeface="Roboto"/>
            </a:endParaRPr>
          </a:p>
        </p:txBody>
      </p:sp>
      <p:sp>
        <p:nvSpPr>
          <p:cNvPr id="6" name="Google Shape;486;p70">
            <a:extLst>
              <a:ext uri="{FF2B5EF4-FFF2-40B4-BE49-F238E27FC236}">
                <a16:creationId xmlns:a16="http://schemas.microsoft.com/office/drawing/2014/main" id="{F1D419E8-F26F-4BF7-A85B-45E7C97B3676}"/>
              </a:ext>
            </a:extLst>
          </p:cNvPr>
          <p:cNvSpPr txBox="1"/>
          <p:nvPr/>
        </p:nvSpPr>
        <p:spPr>
          <a:xfrm>
            <a:off x="469038" y="2158929"/>
            <a:ext cx="309000" cy="294300"/>
          </a:xfrm>
          <a:prstGeom prst="rect">
            <a:avLst/>
          </a:prstGeom>
          <a:solidFill>
            <a:srgbClr val="EFEFEF"/>
          </a:solidFill>
          <a:ln w="19050" cap="flat" cmpd="sng">
            <a:solidFill>
              <a:srgbClr val="599C3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AU" b="1" i="0">
                <a:solidFill>
                  <a:srgbClr val="000000"/>
                </a:solidFill>
                <a:effectLst/>
                <a:latin typeface="Times New Roman" panose="02020603050405020304" pitchFamily="18" charset="0"/>
              </a:rPr>
              <a:t>✓</a:t>
            </a:r>
            <a:endParaRPr sz="1400" b="1" i="0" u="none" strike="noStrike" cap="none">
              <a:solidFill>
                <a:srgbClr val="1F497D"/>
              </a:solidFill>
              <a:latin typeface="Roboto"/>
              <a:ea typeface="Roboto"/>
              <a:cs typeface="Roboto"/>
              <a:sym typeface="Roboto"/>
            </a:endParaRPr>
          </a:p>
        </p:txBody>
      </p:sp>
      <p:sp>
        <p:nvSpPr>
          <p:cNvPr id="7" name="Google Shape;487;p70">
            <a:extLst>
              <a:ext uri="{FF2B5EF4-FFF2-40B4-BE49-F238E27FC236}">
                <a16:creationId xmlns:a16="http://schemas.microsoft.com/office/drawing/2014/main" id="{EE2122EE-E666-4D39-B521-F265625FD367}"/>
              </a:ext>
            </a:extLst>
          </p:cNvPr>
          <p:cNvSpPr txBox="1"/>
          <p:nvPr/>
        </p:nvSpPr>
        <p:spPr>
          <a:xfrm>
            <a:off x="469038" y="2647496"/>
            <a:ext cx="309000" cy="294300"/>
          </a:xfrm>
          <a:prstGeom prst="rect">
            <a:avLst/>
          </a:prstGeom>
          <a:solidFill>
            <a:srgbClr val="EFEFEF"/>
          </a:solidFill>
          <a:ln w="19050" cap="flat" cmpd="sng">
            <a:solidFill>
              <a:srgbClr val="599C3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r>
              <a:rPr lang="en-AU" b="1" i="0">
                <a:solidFill>
                  <a:srgbClr val="000000"/>
                </a:solidFill>
                <a:effectLst/>
                <a:latin typeface="Times New Roman" panose="02020603050405020304" pitchFamily="18" charset="0"/>
              </a:rPr>
              <a:t>✓</a:t>
            </a:r>
            <a:endParaRPr sz="1400" b="1" i="0" u="none" strike="noStrike" cap="none">
              <a:solidFill>
                <a:srgbClr val="1F497D"/>
              </a:solidFill>
              <a:latin typeface="Roboto"/>
              <a:ea typeface="Roboto"/>
              <a:cs typeface="Roboto"/>
              <a:sym typeface="Roboto"/>
            </a:endParaRPr>
          </a:p>
        </p:txBody>
      </p:sp>
      <p:sp>
        <p:nvSpPr>
          <p:cNvPr id="8" name="Google Shape;342;p50">
            <a:extLst>
              <a:ext uri="{FF2B5EF4-FFF2-40B4-BE49-F238E27FC236}">
                <a16:creationId xmlns:a16="http://schemas.microsoft.com/office/drawing/2014/main" id="{7FE299F0-A2E0-4ADD-AD38-8CC92B916771}"/>
              </a:ext>
            </a:extLst>
          </p:cNvPr>
          <p:cNvSpPr txBox="1">
            <a:spLocks/>
          </p:cNvSpPr>
          <p:nvPr/>
        </p:nvSpPr>
        <p:spPr>
          <a:xfrm>
            <a:off x="359700" y="3207123"/>
            <a:ext cx="8424600" cy="1240551"/>
          </a:xfrm>
          <a:prstGeom prst="rect">
            <a:avLst/>
          </a:prstGeom>
          <a:noFill/>
          <a:ln>
            <a:noFill/>
          </a:ln>
        </p:spPr>
        <p:txBody>
          <a:bodyPr spcFirstLastPara="1" wrap="square" lIns="91425" tIns="45700" rIns="91425" bIns="45700" anchor="t" anchorCtr="0">
            <a:noAutofit/>
          </a:bodyPr>
          <a:lstStyle>
            <a:defPPr marR="0" lvl="0" algn="l" rtl="0">
              <a:lnSpc>
                <a:spcPct val="100000"/>
              </a:lnSpc>
              <a:spcBef>
                <a:spcPts val="0"/>
              </a:spcBef>
              <a:spcAft>
                <a:spcPts val="0"/>
              </a:spcAft>
            </a:defPPr>
            <a:lvl1pPr marL="457200" marR="0" lvl="0" indent="-406400" algn="l" rtl="0">
              <a:lnSpc>
                <a:spcPct val="100000"/>
              </a:lnSpc>
              <a:spcBef>
                <a:spcPts val="560"/>
              </a:spcBef>
              <a:spcAft>
                <a:spcPts val="0"/>
              </a:spcAft>
              <a:buClr>
                <a:srgbClr val="92D050"/>
              </a:buClr>
              <a:buSzPts val="2800"/>
              <a:buFont typeface="Arial"/>
              <a:buChar char="•"/>
              <a:defRPr sz="2800" b="0" i="0" u="none" strike="noStrike" cap="none">
                <a:solidFill>
                  <a:schemeClr val="lt1"/>
                </a:solidFill>
                <a:latin typeface="Calibri"/>
                <a:ea typeface="Calibri"/>
                <a:cs typeface="Calibri"/>
                <a:sym typeface="Calibri"/>
              </a:defRPr>
            </a:lvl1pPr>
            <a:lvl2pPr marL="914400" marR="0" lvl="1" indent="-381000" algn="l" rtl="0">
              <a:lnSpc>
                <a:spcPct val="100000"/>
              </a:lnSpc>
              <a:spcBef>
                <a:spcPts val="480"/>
              </a:spcBef>
              <a:spcAft>
                <a:spcPts val="0"/>
              </a:spcAft>
              <a:buClr>
                <a:srgbClr val="00B0F0"/>
              </a:buClr>
              <a:buSzPts val="2400"/>
              <a:buFont typeface="Arial"/>
              <a:buChar char="–"/>
              <a:defRPr sz="2400" b="0" i="0" u="none" strike="noStrike" cap="none">
                <a:solidFill>
                  <a:schemeClr val="lt1"/>
                </a:solidFill>
                <a:latin typeface="Calibri"/>
                <a:ea typeface="Calibri"/>
                <a:cs typeface="Calibri"/>
                <a:sym typeface="Calibri"/>
              </a:defRPr>
            </a:lvl2pPr>
            <a:lvl3pPr marL="1371600" marR="0" lvl="2" indent="-355600" algn="l" rtl="0">
              <a:lnSpc>
                <a:spcPct val="100000"/>
              </a:lnSpc>
              <a:spcBef>
                <a:spcPts val="400"/>
              </a:spcBef>
              <a:spcAft>
                <a:spcPts val="0"/>
              </a:spcAft>
              <a:buClr>
                <a:schemeClr val="lt1"/>
              </a:buClr>
              <a:buSzPts val="2000"/>
              <a:buFont typeface="Arial"/>
              <a:buChar char="•"/>
              <a:defRPr sz="2000" b="0" i="0" u="none" strike="noStrike" cap="none">
                <a:solidFill>
                  <a:schemeClr val="lt1"/>
                </a:solidFill>
                <a:latin typeface="Calibri"/>
                <a:ea typeface="Calibri"/>
                <a:cs typeface="Calibri"/>
                <a:sym typeface="Calibri"/>
              </a:defRPr>
            </a:lvl3pPr>
            <a:lvl4pPr marL="1828800" marR="0" lvl="3"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4pPr>
            <a:lvl5pPr marL="2286000" marR="0" lvl="4" indent="-342900" algn="l" rtl="0">
              <a:lnSpc>
                <a:spcPct val="100000"/>
              </a:lnSpc>
              <a:spcBef>
                <a:spcPts val="360"/>
              </a:spcBef>
              <a:spcAft>
                <a:spcPts val="0"/>
              </a:spcAft>
              <a:buClr>
                <a:schemeClr val="lt1"/>
              </a:buClr>
              <a:buSzPts val="1800"/>
              <a:buFont typeface="Arial"/>
              <a:buChar char="»"/>
              <a:defRPr sz="1800" b="0" i="0" u="none" strike="noStrike" cap="none">
                <a:solidFill>
                  <a:schemeClr val="lt1"/>
                </a:solidFill>
                <a:latin typeface="Calibri"/>
                <a:ea typeface="Calibri"/>
                <a:cs typeface="Calibri"/>
                <a:sym typeface="Calibri"/>
              </a:defRPr>
            </a:lvl5pPr>
            <a:lvl6pPr marL="2743200" marR="0" lvl="5"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6pPr>
            <a:lvl7pPr marL="3200400" marR="0" lvl="6"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7pPr>
            <a:lvl8pPr marL="3657600" marR="0" lvl="7"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8pPr>
            <a:lvl9pPr marL="4114800" marR="0" lvl="8" indent="-342900" algn="l" rtl="0">
              <a:lnSpc>
                <a:spcPct val="100000"/>
              </a:lnSpc>
              <a:spcBef>
                <a:spcPts val="360"/>
              </a:spcBef>
              <a:spcAft>
                <a:spcPts val="0"/>
              </a:spcAft>
              <a:buClr>
                <a:schemeClr val="dk1"/>
              </a:buClr>
              <a:buSzPts val="1800"/>
              <a:buFont typeface="Arial"/>
              <a:buChar char="•"/>
              <a:defRPr sz="1800" b="0" i="0" u="none" strike="noStrike" cap="none">
                <a:solidFill>
                  <a:schemeClr val="dk1"/>
                </a:solidFill>
                <a:latin typeface="Calibri"/>
                <a:ea typeface="Calibri"/>
                <a:cs typeface="Calibri"/>
                <a:sym typeface="Calibri"/>
              </a:defRPr>
            </a:lvl9pPr>
          </a:lstStyle>
          <a:p>
            <a:pPr marL="0" indent="0">
              <a:spcBef>
                <a:spcPts val="0"/>
              </a:spcBef>
              <a:buClr>
                <a:schemeClr val="dk1"/>
              </a:buClr>
              <a:buFont typeface="Arial"/>
              <a:buNone/>
            </a:pPr>
            <a:r>
              <a:rPr lang="en-US" sz="900" dirty="0">
                <a:solidFill>
                  <a:srgbClr val="D9D9D9"/>
                </a:solidFill>
                <a:latin typeface="Roboto"/>
                <a:ea typeface="Roboto"/>
                <a:cs typeface="Roboto"/>
                <a:sym typeface="Roboto"/>
              </a:rPr>
              <a:t>Outline the work health and safety requirements that must be considered when creating concepts in an office environment. </a:t>
            </a:r>
            <a:br>
              <a:rPr lang="en-US" sz="900" dirty="0">
                <a:solidFill>
                  <a:srgbClr val="D9D9D9"/>
                </a:solidFill>
                <a:latin typeface="Roboto"/>
                <a:ea typeface="Roboto"/>
                <a:cs typeface="Roboto"/>
                <a:sym typeface="Roboto"/>
              </a:rPr>
            </a:br>
            <a:r>
              <a:rPr lang="en-US" sz="900" dirty="0">
                <a:solidFill>
                  <a:srgbClr val="92D050"/>
                </a:solidFill>
                <a:latin typeface="Roboto"/>
                <a:ea typeface="Roboto"/>
                <a:cs typeface="Roboto"/>
                <a:sym typeface="Roboto"/>
              </a:rPr>
              <a:t>There are many work health and safety requirements that must be considered in an office environment but some more prominent considerations for a studio may include:</a:t>
            </a:r>
          </a:p>
          <a:p>
            <a:pPr marL="0" indent="0">
              <a:spcBef>
                <a:spcPts val="0"/>
              </a:spcBef>
              <a:buClr>
                <a:schemeClr val="dk1"/>
              </a:buClr>
              <a:buFont typeface="Arial"/>
              <a:buNone/>
            </a:pPr>
            <a:r>
              <a:rPr lang="en-US" sz="900" dirty="0">
                <a:solidFill>
                  <a:srgbClr val="92D050"/>
                </a:solidFill>
                <a:latin typeface="Roboto"/>
                <a:ea typeface="Roboto"/>
                <a:cs typeface="Roboto"/>
                <a:sym typeface="Roboto"/>
              </a:rPr>
              <a:t>1. Ergonomics: Ensuring that office furniture and equipment, such as chairs, desks, and computer monitors, are set up in a way that minimizes the risk of injury or strain.  This includes ensuring that the graphical tablet is at a comfortable height and angle if present in the work environment.</a:t>
            </a:r>
          </a:p>
          <a:p>
            <a:pPr marL="0" indent="0">
              <a:spcBef>
                <a:spcPts val="0"/>
              </a:spcBef>
              <a:buClr>
                <a:schemeClr val="dk1"/>
              </a:buClr>
              <a:buFont typeface="Arial"/>
              <a:buNone/>
            </a:pPr>
            <a:r>
              <a:rPr lang="en-US" sz="900" dirty="0">
                <a:solidFill>
                  <a:srgbClr val="92D050"/>
                </a:solidFill>
                <a:latin typeface="Roboto"/>
                <a:ea typeface="Roboto"/>
                <a:cs typeface="Roboto"/>
                <a:sym typeface="Roboto"/>
              </a:rPr>
              <a:t>2. Avoid Eye strain: Working with a graphical tablet for extended periods can put a strain on the eyes, so it is important to take regular breaks and ensure that the workspace is adequately lit.</a:t>
            </a:r>
          </a:p>
          <a:p>
            <a:pPr marL="0" indent="0">
              <a:spcBef>
                <a:spcPts val="0"/>
              </a:spcBef>
              <a:buClr>
                <a:schemeClr val="dk1"/>
              </a:buClr>
              <a:buFont typeface="Arial"/>
              <a:buNone/>
            </a:pPr>
            <a:r>
              <a:rPr lang="en-US" sz="900" dirty="0">
                <a:solidFill>
                  <a:srgbClr val="92D050"/>
                </a:solidFill>
                <a:latin typeface="Roboto"/>
                <a:ea typeface="Roboto"/>
                <a:cs typeface="Roboto"/>
                <a:sym typeface="Roboto"/>
              </a:rPr>
              <a:t>3. Repetitive strain injury (RSI): Working with a graphical tablet can involve repetitive motions, such as moving the pen across the tablet surface. This can increase the risk of RSI, so it is important to take regular breaks and stretch the hands and arms to prevent injury.</a:t>
            </a:r>
          </a:p>
          <a:p>
            <a:pPr marL="0" indent="0">
              <a:spcBef>
                <a:spcPts val="0"/>
              </a:spcBef>
              <a:buClr>
                <a:schemeClr val="dk1"/>
              </a:buClr>
              <a:buFont typeface="Arial"/>
              <a:buNone/>
            </a:pPr>
            <a:r>
              <a:rPr lang="en-US" sz="900" dirty="0">
                <a:solidFill>
                  <a:srgbClr val="92D050"/>
                </a:solidFill>
                <a:latin typeface="Roboto"/>
                <a:ea typeface="Roboto"/>
                <a:cs typeface="Roboto"/>
                <a:sym typeface="Roboto"/>
              </a:rPr>
              <a:t>4. Mental health: Make sure you maintain a good work-life balance, take regular breaks and maintain an exercise regime. Communicate with your manager help to identify and address issues before they become problems. Take advantage of training opportunities provided by your employer.</a:t>
            </a:r>
          </a:p>
          <a:p>
            <a:pPr marL="0" indent="0">
              <a:spcBef>
                <a:spcPts val="0"/>
              </a:spcBef>
              <a:buClr>
                <a:schemeClr val="dk1"/>
              </a:buClr>
              <a:buFont typeface="Arial"/>
              <a:buNone/>
            </a:pPr>
            <a:endParaRPr lang="en-US" sz="900" dirty="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dirty="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dirty="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dirty="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dirty="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dirty="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dirty="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dirty="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dirty="0">
              <a:solidFill>
                <a:srgbClr val="92D050"/>
              </a:solidFill>
              <a:latin typeface="Roboto"/>
              <a:ea typeface="Roboto"/>
              <a:cs typeface="Roboto"/>
              <a:sym typeface="Roboto"/>
            </a:endParaRPr>
          </a:p>
          <a:p>
            <a:pPr marL="0" indent="0">
              <a:spcBef>
                <a:spcPts val="0"/>
              </a:spcBef>
              <a:buClr>
                <a:schemeClr val="dk1"/>
              </a:buClr>
              <a:buFont typeface="Arial"/>
              <a:buNone/>
            </a:pPr>
            <a:endParaRPr lang="en-US" sz="900" dirty="0">
              <a:solidFill>
                <a:srgbClr val="92D050"/>
              </a:solidFill>
              <a:latin typeface="Roboto"/>
              <a:ea typeface="Roboto"/>
              <a:cs typeface="Roboto"/>
              <a:sym typeface="Roboto"/>
            </a:endParaRPr>
          </a:p>
        </p:txBody>
      </p:sp>
    </p:spTree>
    <p:extLst>
      <p:ext uri="{BB962C8B-B14F-4D97-AF65-F5344CB8AC3E}">
        <p14:creationId xmlns:p14="http://schemas.microsoft.com/office/powerpoint/2010/main" val="106838299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9" name="Google Shape;409;p66"/>
          <p:cNvSpPr txBox="1"/>
          <p:nvPr/>
        </p:nvSpPr>
        <p:spPr>
          <a:xfrm>
            <a:off x="323528" y="1063375"/>
            <a:ext cx="8064900" cy="3394500"/>
          </a:xfrm>
          <a:prstGeom prst="rect">
            <a:avLst/>
          </a:prstGeom>
          <a:noFill/>
          <a:ln>
            <a:noFill/>
          </a:ln>
        </p:spPr>
        <p:txBody>
          <a:bodyPr spcFirstLastPara="1" wrap="square" lIns="91425" tIns="45700" rIns="91425" bIns="45700" anchor="t" anchorCtr="0">
            <a:noAutofit/>
          </a:bodyPr>
          <a:lstStyle/>
          <a:p>
            <a:pPr marL="0" lvl="0" indent="0" rtl="0">
              <a:lnSpc>
                <a:spcPct val="115000"/>
              </a:lnSpc>
              <a:spcBef>
                <a:spcPts val="0"/>
              </a:spcBef>
              <a:spcAft>
                <a:spcPts val="0"/>
              </a:spcAft>
              <a:buClr>
                <a:schemeClr val="dk1"/>
              </a:buClr>
              <a:buSzPts val="1100"/>
              <a:buFont typeface="Arial"/>
              <a:buNone/>
            </a:pPr>
            <a:endParaRPr lang="en-US" sz="900">
              <a:solidFill>
                <a:srgbClr val="B7B7B7"/>
              </a:solidFill>
              <a:latin typeface="Roboto"/>
              <a:ea typeface="Roboto"/>
              <a:cs typeface="Roboto"/>
              <a:sym typeface="Roboto"/>
            </a:endParaRPr>
          </a:p>
        </p:txBody>
      </p:sp>
      <p:sp>
        <p:nvSpPr>
          <p:cNvPr id="4" name="Google Shape;173;p27">
            <a:extLst>
              <a:ext uri="{FF2B5EF4-FFF2-40B4-BE49-F238E27FC236}">
                <a16:creationId xmlns:a16="http://schemas.microsoft.com/office/drawing/2014/main" id="{44FB46B9-0317-4CEF-861A-A36F8E349EA6}"/>
              </a:ext>
            </a:extLst>
          </p:cNvPr>
          <p:cNvSpPr/>
          <p:nvPr/>
        </p:nvSpPr>
        <p:spPr>
          <a:xfrm>
            <a:off x="0" y="1666864"/>
            <a:ext cx="9143999" cy="1415772"/>
          </a:xfrm>
          <a:prstGeom prst="roundRect">
            <a:avLst>
              <a:gd name="adj" fmla="val 3186"/>
            </a:avLst>
          </a:prstGeom>
          <a:gradFill>
            <a:gsLst>
              <a:gs pos="0">
                <a:srgbClr val="1F3D5F"/>
              </a:gs>
              <a:gs pos="60000">
                <a:srgbClr val="1F3D5F"/>
              </a:gs>
              <a:gs pos="100000">
                <a:srgbClr val="1F3D5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 name="Google Shape;174;p27">
            <a:extLst>
              <a:ext uri="{FF2B5EF4-FFF2-40B4-BE49-F238E27FC236}">
                <a16:creationId xmlns:a16="http://schemas.microsoft.com/office/drawing/2014/main" id="{1C8796AF-8B06-4F1B-A618-25F3C7D00C9D}"/>
              </a:ext>
            </a:extLst>
          </p:cNvPr>
          <p:cNvSpPr/>
          <p:nvPr/>
        </p:nvSpPr>
        <p:spPr>
          <a:xfrm>
            <a:off x="755071" y="2051584"/>
            <a:ext cx="7633855" cy="646331"/>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B0F0"/>
              </a:buClr>
              <a:buSzPts val="3600"/>
              <a:buFont typeface="Roboto"/>
              <a:buNone/>
            </a:pPr>
            <a:r>
              <a:rPr lang="en-AU" sz="3600" b="1" i="0" u="none" strike="noStrike" cap="none">
                <a:solidFill>
                  <a:srgbClr val="00B0F0"/>
                </a:solidFill>
                <a:latin typeface="Roboto"/>
                <a:ea typeface="Roboto"/>
                <a:sym typeface="Roboto"/>
              </a:rPr>
              <a:t>Pre-Production</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60425497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53"/>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Pre-Production | </a:t>
            </a:r>
            <a:r>
              <a:rPr lang="en-AU" sz="3000">
                <a:solidFill>
                  <a:srgbClr val="8CB3E3"/>
                </a:solidFill>
                <a:latin typeface="Roboto"/>
                <a:ea typeface="Roboto"/>
                <a:cs typeface="Roboto"/>
                <a:sym typeface="Roboto"/>
              </a:rPr>
              <a:t>Industry Research</a:t>
            </a:r>
            <a:endParaRPr sz="3000"/>
          </a:p>
        </p:txBody>
      </p:sp>
      <p:sp>
        <p:nvSpPr>
          <p:cNvPr id="335" name="Google Shape;335;p53"/>
          <p:cNvSpPr txBox="1"/>
          <p:nvPr/>
        </p:nvSpPr>
        <p:spPr>
          <a:xfrm>
            <a:off x="351775" y="1063375"/>
            <a:ext cx="8333599" cy="3777515"/>
          </a:xfrm>
          <a:prstGeom prst="rect">
            <a:avLst/>
          </a:prstGeom>
          <a:noFill/>
          <a:ln>
            <a:noFill/>
          </a:ln>
        </p:spPr>
        <p:txBody>
          <a:bodyPr spcFirstLastPara="1" wrap="square" lIns="91425" tIns="45700" rIns="91425" bIns="45700" anchor="t" anchorCtr="0">
            <a:noAutofit/>
          </a:bodyPr>
          <a:lstStyle/>
          <a:p>
            <a:r>
              <a:rPr lang="en-US" sz="900">
                <a:solidFill>
                  <a:schemeClr val="bg1">
                    <a:lumMod val="85000"/>
                  </a:schemeClr>
                </a:solidFill>
                <a:latin typeface="Roboto"/>
                <a:ea typeface="Roboto"/>
              </a:rPr>
              <a:t>Research and describe the role of an environment artist.</a:t>
            </a:r>
            <a:endParaRPr lang="en-US">
              <a:solidFill>
                <a:schemeClr val="bg1">
                  <a:lumMod val="85000"/>
                </a:schemeClr>
              </a:solidFill>
              <a:latin typeface="Roboto"/>
            </a:endParaRPr>
          </a:p>
          <a:p>
            <a:r>
              <a:rPr lang="en-US" sz="900">
                <a:solidFill>
                  <a:srgbClr val="92D050"/>
                </a:solidFill>
                <a:latin typeface="Roboto"/>
                <a:ea typeface="Roboto"/>
              </a:rPr>
              <a:t>Answer here</a:t>
            </a:r>
            <a:endParaRPr lang="en-US">
              <a:latin typeface="Roboto"/>
            </a:endParaRPr>
          </a:p>
          <a:p>
            <a:endParaRPr lang="en-US" sz="900">
              <a:solidFill>
                <a:srgbClr val="92D050"/>
              </a:solidFill>
              <a:ea typeface="Roboto"/>
              <a:sym typeface="Roboto"/>
            </a:endParaRPr>
          </a:p>
          <a:p>
            <a:endParaRPr lang="en-US" sz="900">
              <a:solidFill>
                <a:srgbClr val="92D050"/>
              </a:solidFill>
              <a:ea typeface="Roboto"/>
              <a:sym typeface="Roboto"/>
            </a:endParaRPr>
          </a:p>
          <a:p>
            <a:endParaRPr lang="en-US" sz="900">
              <a:solidFill>
                <a:srgbClr val="92D050"/>
              </a:solidFill>
              <a:ea typeface="Roboto"/>
              <a:sym typeface="Roboto"/>
            </a:endParaRPr>
          </a:p>
          <a:p>
            <a:endParaRPr lang="en-US" sz="900">
              <a:solidFill>
                <a:srgbClr val="92D050"/>
              </a:solidFill>
              <a:ea typeface="Roboto"/>
            </a:endParaRPr>
          </a:p>
          <a:p>
            <a:endParaRPr lang="en-US" sz="900">
              <a:solidFill>
                <a:srgbClr val="92D050"/>
              </a:solidFill>
              <a:ea typeface="Roboto"/>
            </a:endParaRPr>
          </a:p>
          <a:p>
            <a:pPr>
              <a:buSzPts val="2800"/>
            </a:pPr>
            <a:endParaRPr lang="en-US" sz="900">
              <a:solidFill>
                <a:srgbClr val="D9D9D9"/>
              </a:solidFill>
              <a:latin typeface="Roboto"/>
              <a:ea typeface="Roboto"/>
            </a:endParaRPr>
          </a:p>
          <a:p>
            <a:pPr>
              <a:buSzPts val="2800"/>
            </a:pPr>
            <a:r>
              <a:rPr lang="en-US" sz="900">
                <a:solidFill>
                  <a:schemeClr val="bg1">
                    <a:lumMod val="85000"/>
                  </a:schemeClr>
                </a:solidFill>
                <a:latin typeface="Roboto"/>
                <a:ea typeface="Roboto"/>
                <a:cs typeface="Roboto"/>
                <a:sym typeface="Roboto"/>
              </a:rPr>
              <a:t>Research and provide at least two links to environment concept art tutorials and describe what you learnt from each.</a:t>
            </a:r>
            <a:endParaRPr lang="en-US" sz="900">
              <a:solidFill>
                <a:schemeClr val="bg1">
                  <a:lumMod val="85000"/>
                </a:schemeClr>
              </a:solidFill>
              <a:latin typeface="Roboto"/>
              <a:ea typeface="Roboto"/>
              <a:cs typeface="Roboto"/>
            </a:endParaRPr>
          </a:p>
          <a:p>
            <a:pPr lvl="0">
              <a:buClr>
                <a:srgbClr val="92D050"/>
              </a:buClr>
              <a:buSzPct val="100000"/>
            </a:pPr>
            <a:r>
              <a:rPr lang="en-US" sz="900">
                <a:solidFill>
                  <a:srgbClr val="92D050"/>
                </a:solidFill>
                <a:latin typeface="Roboto"/>
                <a:ea typeface="Roboto"/>
                <a:cs typeface="Roboto"/>
                <a:sym typeface="Roboto"/>
              </a:rPr>
              <a:t>Answer here</a:t>
            </a:r>
            <a:endParaRPr lang="en-US" sz="900">
              <a:solidFill>
                <a:srgbClr val="92D050"/>
              </a:solidFill>
              <a:latin typeface="Roboto"/>
              <a:ea typeface="Roboto"/>
              <a:cs typeface="Roboto"/>
            </a:endParaRPr>
          </a:p>
          <a:p>
            <a:pPr lvl="0">
              <a:buClr>
                <a:srgbClr val="92D050"/>
              </a:buClr>
              <a:buSzPct val="100000"/>
            </a:pPr>
            <a:endParaRPr lang="en-US" sz="900">
              <a:solidFill>
                <a:srgbClr val="92D050"/>
              </a:solidFill>
              <a:latin typeface="Roboto"/>
              <a:ea typeface="Roboto"/>
              <a:cs typeface="Roboto"/>
            </a:endParaRPr>
          </a:p>
          <a:p>
            <a:pPr marL="0" lvl="0" indent="0" rtl="0">
              <a:spcBef>
                <a:spcPts val="0"/>
              </a:spcBef>
              <a:spcAft>
                <a:spcPts val="0"/>
              </a:spcAft>
              <a:buClr>
                <a:srgbClr val="92D050"/>
              </a:buClr>
              <a:buSzPct val="100000"/>
              <a:buFont typeface="Arial"/>
              <a:buNone/>
            </a:pPr>
            <a:endParaRPr lang="en-AU" sz="900">
              <a:solidFill>
                <a:srgbClr val="D9D9D9"/>
              </a:solidFill>
              <a:latin typeface="Roboto"/>
              <a:ea typeface="Roboto"/>
              <a:cs typeface="Roboto"/>
            </a:endParaRPr>
          </a:p>
          <a:p>
            <a:pPr lvl="0" rtl="0">
              <a:spcBef>
                <a:spcPts val="0"/>
              </a:spcBef>
              <a:spcAft>
                <a:spcPts val="0"/>
              </a:spcAft>
              <a:buSzPts val="1100"/>
            </a:pPr>
            <a:endParaRPr lang="en-AU" sz="900">
              <a:solidFill>
                <a:srgbClr val="D9D9D9"/>
              </a:solidFill>
              <a:latin typeface="Roboto"/>
              <a:ea typeface="Roboto"/>
              <a:cs typeface="Roboto"/>
            </a:endParaRPr>
          </a:p>
          <a:p>
            <a:pPr lvl="0" rtl="0">
              <a:spcBef>
                <a:spcPts val="0"/>
              </a:spcBef>
              <a:spcAft>
                <a:spcPts val="0"/>
              </a:spcAft>
              <a:buClr>
                <a:srgbClr val="92D050"/>
              </a:buClr>
              <a:buSzPct val="100000"/>
            </a:pPr>
            <a:endParaRPr lang="en-AU" sz="900">
              <a:solidFill>
                <a:srgbClr val="92D050"/>
              </a:solidFill>
              <a:latin typeface="Roboto"/>
              <a:ea typeface="Roboto"/>
              <a:cs typeface="Roboto"/>
              <a:sym typeface="Roboto"/>
            </a:endParaRPr>
          </a:p>
          <a:p>
            <a:endParaRPr lang="en-AU" sz="900">
              <a:solidFill>
                <a:srgbClr val="92D050"/>
              </a:solidFill>
              <a:latin typeface="Roboto"/>
              <a:ea typeface="Roboto"/>
              <a:cs typeface="Roboto"/>
            </a:endParaRPr>
          </a:p>
          <a:p>
            <a:pPr lvl="0">
              <a:buClr>
                <a:srgbClr val="92D050"/>
              </a:buClr>
              <a:buSzPct val="100000"/>
            </a:pPr>
            <a:endParaRPr lang="en-US" sz="900">
              <a:solidFill>
                <a:srgbClr val="F2F2F2"/>
              </a:solidFill>
              <a:latin typeface="Roboto"/>
              <a:ea typeface="Roboto"/>
              <a:cs typeface="Roboto"/>
            </a:endParaRPr>
          </a:p>
          <a:p>
            <a:pPr>
              <a:buClr>
                <a:srgbClr val="92D050"/>
              </a:buClr>
              <a:buSzPct val="100000"/>
            </a:pPr>
            <a:endParaRPr lang="en-US" sz="900">
              <a:solidFill>
                <a:srgbClr val="92D050"/>
              </a:solidFill>
              <a:latin typeface="Roboto"/>
              <a:ea typeface="Roboto"/>
              <a:cs typeface="Roboto"/>
              <a:sym typeface="Roboto"/>
            </a:endParaRPr>
          </a:p>
          <a:p>
            <a:pPr lvl="0">
              <a:buClr>
                <a:srgbClr val="92D050"/>
              </a:buClr>
              <a:buSzPct val="100000"/>
            </a:pPr>
            <a:r>
              <a:rPr lang="en-US" sz="900">
                <a:solidFill>
                  <a:schemeClr val="bg1">
                    <a:lumMod val="95000"/>
                  </a:schemeClr>
                </a:solidFill>
                <a:latin typeface="Roboto"/>
                <a:ea typeface="Roboto"/>
                <a:cs typeface="Roboto"/>
                <a:sym typeface="Roboto"/>
              </a:rPr>
              <a:t>List two emerging technologies that could be </a:t>
            </a:r>
            <a:r>
              <a:rPr lang="en-US" sz="900" err="1">
                <a:solidFill>
                  <a:schemeClr val="bg1">
                    <a:lumMod val="95000"/>
                  </a:schemeClr>
                </a:solidFill>
                <a:latin typeface="Roboto"/>
                <a:ea typeface="Roboto"/>
                <a:cs typeface="Roboto"/>
                <a:sym typeface="Roboto"/>
              </a:rPr>
              <a:t>utilised</a:t>
            </a:r>
            <a:r>
              <a:rPr lang="en-US" sz="900">
                <a:solidFill>
                  <a:schemeClr val="bg1">
                    <a:lumMod val="95000"/>
                  </a:schemeClr>
                </a:solidFill>
                <a:latin typeface="Roboto"/>
                <a:ea typeface="Roboto"/>
                <a:cs typeface="Roboto"/>
                <a:sym typeface="Roboto"/>
              </a:rPr>
              <a:t> by environment artists and describe the opportunities and challenges they represent.</a:t>
            </a:r>
            <a:endParaRPr lang="en-US" sz="900">
              <a:solidFill>
                <a:schemeClr val="bg1">
                  <a:lumMod val="95000"/>
                </a:schemeClr>
              </a:solidFill>
              <a:latin typeface="Roboto"/>
              <a:ea typeface="Roboto"/>
              <a:cs typeface="Roboto"/>
            </a:endParaRPr>
          </a:p>
          <a:p>
            <a:pPr>
              <a:buClr>
                <a:srgbClr val="92D050"/>
              </a:buClr>
              <a:buSzPct val="100000"/>
            </a:pPr>
            <a:r>
              <a:rPr lang="en-US" sz="900">
                <a:solidFill>
                  <a:srgbClr val="92D050"/>
                </a:solidFill>
                <a:latin typeface="Roboto"/>
                <a:ea typeface="Roboto"/>
                <a:cs typeface="Roboto"/>
                <a:sym typeface="Roboto"/>
              </a:rPr>
              <a:t>Answer here</a:t>
            </a:r>
            <a:endParaRPr lang="en-US" sz="900">
              <a:solidFill>
                <a:srgbClr val="92D050"/>
              </a:solidFill>
              <a:latin typeface="Roboto"/>
              <a:ea typeface="Roboto"/>
              <a:cs typeface="Roboto"/>
            </a:endParaRPr>
          </a:p>
          <a:p>
            <a:pPr>
              <a:buClr>
                <a:srgbClr val="92D050"/>
              </a:buClr>
              <a:buSzPct val="100000"/>
            </a:pPr>
            <a:endParaRPr lang="en-US" sz="900">
              <a:solidFill>
                <a:srgbClr val="92D050"/>
              </a:solidFill>
              <a:latin typeface="Roboto"/>
              <a:ea typeface="Roboto"/>
              <a:cs typeface="Roboto"/>
              <a:sym typeface="Roboto"/>
            </a:endParaRPr>
          </a:p>
          <a:p>
            <a:pPr>
              <a:buClr>
                <a:srgbClr val="92D050"/>
              </a:buClr>
              <a:buSzPct val="100000"/>
            </a:pPr>
            <a:endParaRPr lang="en-US" sz="900">
              <a:solidFill>
                <a:srgbClr val="92D050"/>
              </a:solidFill>
              <a:latin typeface="Roboto"/>
              <a:ea typeface="Roboto"/>
              <a:cs typeface="Roboto"/>
              <a:sym typeface="Roboto"/>
            </a:endParaRPr>
          </a:p>
          <a:p>
            <a:pPr>
              <a:buClr>
                <a:srgbClr val="92D050"/>
              </a:buClr>
              <a:buSzPct val="100000"/>
            </a:pPr>
            <a:endParaRPr lang="en-US" sz="900">
              <a:solidFill>
                <a:srgbClr val="F2F2F2"/>
              </a:solidFill>
              <a:latin typeface="Roboto"/>
              <a:ea typeface="Roboto"/>
              <a:cs typeface="Roboto"/>
            </a:endParaRPr>
          </a:p>
        </p:txBody>
      </p:sp>
    </p:spTree>
    <p:extLst>
      <p:ext uri="{BB962C8B-B14F-4D97-AF65-F5344CB8AC3E}">
        <p14:creationId xmlns:p14="http://schemas.microsoft.com/office/powerpoint/2010/main" val="932126843"/>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Shape 333"/>
        <p:cNvGrpSpPr/>
        <p:nvPr/>
      </p:nvGrpSpPr>
      <p:grpSpPr>
        <a:xfrm>
          <a:off x="0" y="0"/>
          <a:ext cx="0" cy="0"/>
          <a:chOff x="0" y="0"/>
          <a:chExt cx="0" cy="0"/>
        </a:xfrm>
      </p:grpSpPr>
      <p:sp>
        <p:nvSpPr>
          <p:cNvPr id="334" name="Google Shape;334;p53"/>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Pre-Production | </a:t>
            </a:r>
            <a:r>
              <a:rPr lang="en-AU" sz="3000">
                <a:solidFill>
                  <a:srgbClr val="8CB3E3"/>
                </a:solidFill>
                <a:latin typeface="Roboto"/>
                <a:ea typeface="Roboto"/>
                <a:cs typeface="Roboto"/>
                <a:sym typeface="Roboto"/>
              </a:rPr>
              <a:t>Environment Description</a:t>
            </a:r>
            <a:endParaRPr sz="3000"/>
          </a:p>
        </p:txBody>
      </p:sp>
      <p:sp>
        <p:nvSpPr>
          <p:cNvPr id="335" name="Google Shape;335;p53"/>
          <p:cNvSpPr txBox="1"/>
          <p:nvPr/>
        </p:nvSpPr>
        <p:spPr>
          <a:xfrm>
            <a:off x="351775" y="1063375"/>
            <a:ext cx="8242800" cy="3606600"/>
          </a:xfrm>
          <a:prstGeom prst="rect">
            <a:avLst/>
          </a:prstGeom>
          <a:noFill/>
          <a:ln>
            <a:noFill/>
          </a:ln>
        </p:spPr>
        <p:txBody>
          <a:bodyPr spcFirstLastPara="1" wrap="square" lIns="91425" tIns="45700" rIns="91425" bIns="45700" anchor="t" anchorCtr="0">
            <a:noAutofit/>
          </a:bodyPr>
          <a:lstStyle/>
          <a:p>
            <a:pPr>
              <a:buClr>
                <a:schemeClr val="dk1"/>
              </a:buClr>
              <a:buSzPts val="1100"/>
            </a:pPr>
            <a:r>
              <a:rPr lang="en-AU" sz="900">
                <a:solidFill>
                  <a:srgbClr val="B7B7B7"/>
                </a:solidFill>
                <a:latin typeface="Roboto"/>
                <a:ea typeface="Roboto"/>
                <a:cs typeface="Roboto"/>
                <a:sym typeface="Roboto"/>
              </a:rPr>
              <a:t>Considering the brief, write a description of the environment below. Include the overall atmosphere, the hero object, all other objects in the environment and their condition, the primary light source as well as any other relevant information. The more detail you include in your description the easier it will be to convey the concept and to create an asset list. </a:t>
            </a:r>
            <a:endParaRPr lang="en-AU" sz="900">
              <a:solidFill>
                <a:srgbClr val="B7B7B7"/>
              </a:solidFill>
              <a:latin typeface="Roboto"/>
              <a:ea typeface="Roboto"/>
              <a:cs typeface="Roboto"/>
            </a:endParaRPr>
          </a:p>
          <a:p>
            <a:pPr marL="0" lvl="0" indent="0" rtl="0">
              <a:spcBef>
                <a:spcPts val="0"/>
              </a:spcBef>
              <a:spcAft>
                <a:spcPts val="0"/>
              </a:spcAft>
              <a:buClr>
                <a:schemeClr val="dk1"/>
              </a:buClr>
              <a:buSzPts val="1100"/>
              <a:buFont typeface="Arial"/>
              <a:buNone/>
            </a:pPr>
            <a:endParaRPr lang="en-US" sz="900">
              <a:solidFill>
                <a:srgbClr val="B7B7B7"/>
              </a:solidFill>
              <a:latin typeface="Roboto"/>
              <a:ea typeface="Roboto"/>
              <a:cs typeface="Roboto"/>
              <a:sym typeface="Roboto"/>
            </a:endParaRPr>
          </a:p>
          <a:p>
            <a:pPr>
              <a:buClr>
                <a:schemeClr val="dk1"/>
              </a:buClr>
              <a:buSzPts val="1100"/>
            </a:pPr>
            <a:r>
              <a:rPr lang="en-US" sz="900">
                <a:solidFill>
                  <a:srgbClr val="888888"/>
                </a:solidFill>
                <a:latin typeface="Roboto"/>
                <a:ea typeface="Roboto"/>
                <a:cs typeface="Roboto"/>
                <a:sym typeface="Roboto"/>
              </a:rPr>
              <a:t>E.g., The scene is the gloomy run-down interior of a pirate captain's quarters, cold blue moonlight streams through a large window onto a simple weathered and worn wooden table with four simple chairs. The table has a ragged treasure map spread across it upon which sits battered old chest full of gold coins which are also scattered around the table and floor. The hero object, a blood-stained cutlass rests beside the chest along with 3 pewter goblets and an empty bottle of rum. A simple candle stick flickers gently over the scene with a soft orange glow.</a:t>
            </a:r>
            <a:endParaRPr lang="en-US" sz="900">
              <a:solidFill>
                <a:srgbClr val="888888"/>
              </a:solidFill>
              <a:latin typeface="Roboto"/>
              <a:ea typeface="Roboto"/>
              <a:cs typeface="Roboto"/>
            </a:endParaRPr>
          </a:p>
          <a:p>
            <a:pPr marL="0" lvl="0" indent="0" rtl="0">
              <a:spcBef>
                <a:spcPts val="0"/>
              </a:spcBef>
              <a:spcAft>
                <a:spcPts val="0"/>
              </a:spcAft>
              <a:buClr>
                <a:schemeClr val="dk1"/>
              </a:buClr>
              <a:buSzPts val="1100"/>
              <a:buFont typeface="Arial"/>
              <a:buNone/>
            </a:pPr>
            <a:endParaRPr sz="900">
              <a:solidFill>
                <a:srgbClr val="B7B7B7"/>
              </a:solidFill>
              <a:latin typeface="Roboto"/>
              <a:ea typeface="Roboto"/>
              <a:cs typeface="Roboto"/>
              <a:sym typeface="Roboto"/>
            </a:endParaRPr>
          </a:p>
          <a:p>
            <a:pPr marL="0" lvl="0" indent="0" rtl="0">
              <a:spcBef>
                <a:spcPts val="0"/>
              </a:spcBef>
              <a:spcAft>
                <a:spcPts val="0"/>
              </a:spcAft>
              <a:buClr>
                <a:srgbClr val="92D050"/>
              </a:buClr>
              <a:buSzPts val="2800"/>
              <a:buFont typeface="Arial"/>
              <a:buNone/>
            </a:pPr>
            <a:r>
              <a:rPr lang="en-AU" sz="900">
                <a:solidFill>
                  <a:srgbClr val="D9D9D9"/>
                </a:solidFill>
                <a:latin typeface="Roboto"/>
                <a:ea typeface="Roboto"/>
                <a:cs typeface="Roboto"/>
                <a:sym typeface="Roboto"/>
              </a:rPr>
              <a:t>Environment:</a:t>
            </a:r>
            <a:endParaRPr sz="900">
              <a:solidFill>
                <a:schemeClr val="lt1"/>
              </a:solidFill>
              <a:latin typeface="Roboto"/>
              <a:ea typeface="Roboto"/>
              <a:cs typeface="Roboto"/>
              <a:sym typeface="Roboto"/>
            </a:endParaRPr>
          </a:p>
          <a:p>
            <a:pPr lvl="0" rtl="0">
              <a:spcBef>
                <a:spcPts val="0"/>
              </a:spcBef>
              <a:spcAft>
                <a:spcPts val="0"/>
              </a:spcAft>
              <a:buClr>
                <a:srgbClr val="92D050"/>
              </a:buClr>
              <a:buSzPct val="100000"/>
            </a:pPr>
            <a:r>
              <a:rPr lang="en-AU" sz="900">
                <a:solidFill>
                  <a:srgbClr val="92D050"/>
                </a:solidFill>
                <a:latin typeface="Roboto"/>
                <a:ea typeface="Roboto"/>
                <a:cs typeface="Roboto"/>
                <a:sym typeface="Roboto"/>
              </a:rPr>
              <a:t>Answer here (~50 words)</a:t>
            </a:r>
            <a:endParaRPr lang="en-AU" sz="900">
              <a:solidFill>
                <a:srgbClr val="92D050"/>
              </a:solidFill>
              <a:latin typeface="Roboto"/>
              <a:ea typeface="Roboto"/>
              <a:cs typeface="Roboto"/>
            </a:endParaRPr>
          </a:p>
        </p:txBody>
      </p:sp>
    </p:spTree>
    <p:extLst>
      <p:ext uri="{BB962C8B-B14F-4D97-AF65-F5344CB8AC3E}">
        <p14:creationId xmlns:p14="http://schemas.microsoft.com/office/powerpoint/2010/main" val="276302499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Shape 353"/>
        <p:cNvGrpSpPr/>
        <p:nvPr/>
      </p:nvGrpSpPr>
      <p:grpSpPr>
        <a:xfrm>
          <a:off x="0" y="0"/>
          <a:ext cx="0" cy="0"/>
          <a:chOff x="0" y="0"/>
          <a:chExt cx="0" cy="0"/>
        </a:xfrm>
      </p:grpSpPr>
      <p:sp>
        <p:nvSpPr>
          <p:cNvPr id="354" name="Google Shape;354;p56"/>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Pre-Production </a:t>
            </a:r>
            <a:r>
              <a:rPr lang="en-AU" sz="3600" b="0" i="0" u="none" strike="noStrike" cap="none">
                <a:solidFill>
                  <a:srgbClr val="00B0F0"/>
                </a:solidFill>
                <a:latin typeface="Roboto"/>
                <a:ea typeface="Roboto"/>
                <a:cs typeface="Roboto"/>
                <a:sym typeface="Roboto"/>
              </a:rPr>
              <a:t>|</a:t>
            </a:r>
            <a:r>
              <a:rPr lang="en-AU">
                <a:latin typeface="Roboto"/>
                <a:ea typeface="Roboto"/>
                <a:cs typeface="Roboto"/>
                <a:sym typeface="Roboto"/>
              </a:rPr>
              <a:t> </a:t>
            </a:r>
            <a:r>
              <a:rPr lang="en-AU" sz="3000">
                <a:solidFill>
                  <a:srgbClr val="8CB3E3"/>
                </a:solidFill>
                <a:latin typeface="Roboto"/>
                <a:ea typeface="Roboto"/>
                <a:cs typeface="Roboto"/>
                <a:sym typeface="Roboto"/>
              </a:rPr>
              <a:t>Moodboard</a:t>
            </a:r>
            <a:endParaRPr/>
          </a:p>
        </p:txBody>
      </p:sp>
      <p:pic>
        <p:nvPicPr>
          <p:cNvPr id="355" name="Google Shape;355;p56" descr="temp.PNG"/>
          <p:cNvPicPr preferRelativeResize="0"/>
          <p:nvPr/>
        </p:nvPicPr>
        <p:blipFill rotWithShape="1">
          <a:blip r:embed="rId3">
            <a:alphaModFix/>
          </a:blip>
          <a:srcRect/>
          <a:stretch/>
        </p:blipFill>
        <p:spPr>
          <a:xfrm>
            <a:off x="437175" y="1427600"/>
            <a:ext cx="8249700" cy="3381600"/>
          </a:xfrm>
          <a:prstGeom prst="roundRect">
            <a:avLst>
              <a:gd name="adj" fmla="val 0"/>
            </a:avLst>
          </a:prstGeom>
          <a:noFill/>
          <a:ln w="19050" cap="flat" cmpd="sng">
            <a:solidFill>
              <a:srgbClr val="92D050"/>
            </a:solidFill>
            <a:prstDash val="solid"/>
            <a:round/>
            <a:headEnd type="none" w="sm" len="sm"/>
            <a:tailEnd type="none" w="sm" len="sm"/>
          </a:ln>
        </p:spPr>
      </p:pic>
      <p:sp>
        <p:nvSpPr>
          <p:cNvPr id="356" name="Google Shape;356;p56"/>
          <p:cNvSpPr txBox="1">
            <a:spLocks noGrp="1"/>
          </p:cNvSpPr>
          <p:nvPr>
            <p:ph type="body" idx="1"/>
          </p:nvPr>
        </p:nvSpPr>
        <p:spPr>
          <a:xfrm>
            <a:off x="323525" y="1063363"/>
            <a:ext cx="8105400" cy="3030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rgbClr val="92D050"/>
              </a:buClr>
              <a:buSzPts val="2800"/>
              <a:buFont typeface="Arial"/>
              <a:buNone/>
            </a:pPr>
            <a:r>
              <a:rPr lang="en-AU" sz="900">
                <a:solidFill>
                  <a:srgbClr val="B7B7B7"/>
                </a:solidFill>
                <a:latin typeface="Roboto"/>
                <a:ea typeface="Roboto"/>
                <a:cs typeface="Roboto"/>
                <a:sym typeface="Roboto"/>
              </a:rPr>
              <a:t>Gather reference and other imagery and create a moodboard for your proposed environment, insert the moodboard below.</a:t>
            </a:r>
            <a:endParaRPr>
              <a:solidFill>
                <a:srgbClr val="B7B7B7"/>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Shape 360"/>
        <p:cNvGrpSpPr/>
        <p:nvPr/>
      </p:nvGrpSpPr>
      <p:grpSpPr>
        <a:xfrm>
          <a:off x="0" y="0"/>
          <a:ext cx="0" cy="0"/>
          <a:chOff x="0" y="0"/>
          <a:chExt cx="0" cy="0"/>
        </a:xfrm>
      </p:grpSpPr>
      <p:pic>
        <p:nvPicPr>
          <p:cNvPr id="361" name="Google Shape;361;p57" descr="temp.PNG"/>
          <p:cNvPicPr preferRelativeResize="0"/>
          <p:nvPr/>
        </p:nvPicPr>
        <p:blipFill rotWithShape="1">
          <a:blip r:embed="rId3">
            <a:alphaModFix/>
          </a:blip>
          <a:srcRect/>
          <a:stretch/>
        </p:blipFill>
        <p:spPr>
          <a:xfrm>
            <a:off x="437175" y="1573822"/>
            <a:ext cx="8249700" cy="3235377"/>
          </a:xfrm>
          <a:prstGeom prst="roundRect">
            <a:avLst>
              <a:gd name="adj" fmla="val 0"/>
            </a:avLst>
          </a:prstGeom>
          <a:noFill/>
          <a:ln w="19050" cap="flat" cmpd="sng">
            <a:solidFill>
              <a:srgbClr val="92D050"/>
            </a:solidFill>
            <a:prstDash val="solid"/>
            <a:round/>
            <a:headEnd type="none" w="sm" len="sm"/>
            <a:tailEnd type="none" w="sm" len="sm"/>
          </a:ln>
        </p:spPr>
      </p:pic>
      <p:sp>
        <p:nvSpPr>
          <p:cNvPr id="362" name="Google Shape;362;p57"/>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Pre-Production | </a:t>
            </a:r>
            <a:r>
              <a:rPr lang="en-AU" sz="3000">
                <a:solidFill>
                  <a:srgbClr val="8CB3E3"/>
                </a:solidFill>
                <a:latin typeface="Roboto"/>
                <a:cs typeface="Roboto"/>
                <a:sym typeface="Roboto"/>
              </a:rPr>
              <a:t>Hero Asset </a:t>
            </a:r>
            <a:r>
              <a:rPr lang="en-AU" sz="3000">
                <a:solidFill>
                  <a:srgbClr val="8CB3E3"/>
                </a:solidFill>
                <a:latin typeface="Roboto"/>
                <a:ea typeface="Roboto"/>
                <a:cs typeface="Roboto"/>
                <a:sym typeface="Roboto"/>
              </a:rPr>
              <a:t>Thumbnails</a:t>
            </a:r>
            <a:endParaRPr/>
          </a:p>
        </p:txBody>
      </p:sp>
      <p:sp>
        <p:nvSpPr>
          <p:cNvPr id="363" name="Google Shape;363;p57"/>
          <p:cNvSpPr txBox="1">
            <a:spLocks noGrp="1"/>
          </p:cNvSpPr>
          <p:nvPr>
            <p:ph type="body" idx="1"/>
          </p:nvPr>
        </p:nvSpPr>
        <p:spPr>
          <a:xfrm>
            <a:off x="275700" y="1063375"/>
            <a:ext cx="8105400" cy="303000"/>
          </a:xfrm>
          <a:prstGeom prst="rect">
            <a:avLst/>
          </a:prstGeom>
          <a:noFill/>
          <a:ln>
            <a:noFill/>
          </a:ln>
        </p:spPr>
        <p:txBody>
          <a:bodyPr spcFirstLastPara="1" wrap="square" lIns="91425" tIns="45700" rIns="91425" bIns="45700" anchor="t" anchorCtr="0">
            <a:noAutofit/>
          </a:bodyPr>
          <a:lstStyle/>
          <a:p>
            <a:pPr marL="0" indent="0">
              <a:spcBef>
                <a:spcPts val="0"/>
              </a:spcBef>
              <a:buNone/>
            </a:pPr>
            <a:r>
              <a:rPr lang="en-AU" sz="900">
                <a:solidFill>
                  <a:srgbClr val="A5A5A5"/>
                </a:solidFill>
                <a:latin typeface="Roboto"/>
                <a:ea typeface="Roboto"/>
                <a:cs typeface="Roboto"/>
                <a:sym typeface="Roboto"/>
              </a:rPr>
              <a:t>Create at least 3 different thumbnails of the hero asset, in-line with the environment description. </a:t>
            </a:r>
            <a:r>
              <a:rPr lang="en-US" sz="900">
                <a:solidFill>
                  <a:srgbClr val="A5A5A5"/>
                </a:solidFill>
                <a:latin typeface="Roboto"/>
                <a:ea typeface="Roboto"/>
                <a:cs typeface="Roboto"/>
                <a:sym typeface="Roboto"/>
              </a:rPr>
              <a:t>Thumbnails must include the overall form and major details. Insert the completed thumbnails below and obtain feedback from your peers/trainer.​</a:t>
            </a:r>
            <a:endParaRPr>
              <a:solidFill>
                <a:srgbClr val="A5A5A5"/>
              </a:solidFill>
            </a:endParaRP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Shape 346"/>
        <p:cNvGrpSpPr/>
        <p:nvPr/>
      </p:nvGrpSpPr>
      <p:grpSpPr>
        <a:xfrm>
          <a:off x="0" y="0"/>
          <a:ext cx="0" cy="0"/>
          <a:chOff x="0" y="0"/>
          <a:chExt cx="0" cy="0"/>
        </a:xfrm>
      </p:grpSpPr>
      <p:graphicFrame>
        <p:nvGraphicFramePr>
          <p:cNvPr id="347" name="Google Shape;347;p55"/>
          <p:cNvGraphicFramePr/>
          <p:nvPr>
            <p:extLst>
              <p:ext uri="{D42A27DB-BD31-4B8C-83A1-F6EECF244321}">
                <p14:modId xmlns:p14="http://schemas.microsoft.com/office/powerpoint/2010/main" val="3514171308"/>
              </p:ext>
            </p:extLst>
          </p:nvPr>
        </p:nvGraphicFramePr>
        <p:xfrm>
          <a:off x="450587" y="1368275"/>
          <a:ext cx="8363825" cy="3344875"/>
        </p:xfrm>
        <a:graphic>
          <a:graphicData uri="http://schemas.openxmlformats.org/drawingml/2006/table">
            <a:tbl>
              <a:tblPr>
                <a:noFill/>
                <a:tableStyleId>{B492CD6C-240A-410C-9E5C-0C8CD478C676}</a:tableStyleId>
              </a:tblPr>
              <a:tblGrid>
                <a:gridCol w="1325400">
                  <a:extLst>
                    <a:ext uri="{9D8B030D-6E8A-4147-A177-3AD203B41FA5}">
                      <a16:colId xmlns:a16="http://schemas.microsoft.com/office/drawing/2014/main" val="20000"/>
                    </a:ext>
                  </a:extLst>
                </a:gridCol>
                <a:gridCol w="936800">
                  <a:extLst>
                    <a:ext uri="{9D8B030D-6E8A-4147-A177-3AD203B41FA5}">
                      <a16:colId xmlns:a16="http://schemas.microsoft.com/office/drawing/2014/main" val="20001"/>
                    </a:ext>
                  </a:extLst>
                </a:gridCol>
                <a:gridCol w="894475">
                  <a:extLst>
                    <a:ext uri="{9D8B030D-6E8A-4147-A177-3AD203B41FA5}">
                      <a16:colId xmlns:a16="http://schemas.microsoft.com/office/drawing/2014/main" val="20002"/>
                    </a:ext>
                  </a:extLst>
                </a:gridCol>
                <a:gridCol w="1102200">
                  <a:extLst>
                    <a:ext uri="{9D8B030D-6E8A-4147-A177-3AD203B41FA5}">
                      <a16:colId xmlns:a16="http://schemas.microsoft.com/office/drawing/2014/main" val="20003"/>
                    </a:ext>
                  </a:extLst>
                </a:gridCol>
                <a:gridCol w="2367613">
                  <a:extLst>
                    <a:ext uri="{9D8B030D-6E8A-4147-A177-3AD203B41FA5}">
                      <a16:colId xmlns:a16="http://schemas.microsoft.com/office/drawing/2014/main" val="20004"/>
                    </a:ext>
                  </a:extLst>
                </a:gridCol>
                <a:gridCol w="1737337">
                  <a:extLst>
                    <a:ext uri="{9D8B030D-6E8A-4147-A177-3AD203B41FA5}">
                      <a16:colId xmlns:a16="http://schemas.microsoft.com/office/drawing/2014/main" val="20005"/>
                    </a:ext>
                  </a:extLst>
                </a:gridCol>
              </a:tblGrid>
              <a:tr h="322375">
                <a:tc>
                  <a:txBody>
                    <a:bodyPr/>
                    <a:lstStyle/>
                    <a:p>
                      <a:pPr marL="0" marR="0" lvl="0" indent="0" algn="l" rtl="0">
                        <a:lnSpc>
                          <a:spcPct val="100000"/>
                        </a:lnSpc>
                        <a:spcBef>
                          <a:spcPts val="0"/>
                        </a:spcBef>
                        <a:spcAft>
                          <a:spcPts val="0"/>
                        </a:spcAft>
                        <a:buClr>
                          <a:srgbClr val="D9D9D9"/>
                        </a:buClr>
                        <a:buSzPts val="1000"/>
                        <a:buFont typeface="Roboto"/>
                        <a:buNone/>
                      </a:pPr>
                      <a:r>
                        <a:rPr lang="en-AU" sz="1000" b="1" u="none" strike="noStrike" cap="none">
                          <a:solidFill>
                            <a:srgbClr val="D9D9D9"/>
                          </a:solidFill>
                          <a:latin typeface="Roboto"/>
                          <a:ea typeface="Roboto"/>
                          <a:cs typeface="Roboto"/>
                          <a:sym typeface="Roboto"/>
                        </a:rPr>
                        <a:t>Asset </a:t>
                      </a:r>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434343"/>
                    </a:solidFill>
                  </a:tcPr>
                </a:tc>
                <a:tc>
                  <a:txBody>
                    <a:bodyPr/>
                    <a:lstStyle/>
                    <a:p>
                      <a:pPr marL="0" marR="0" lvl="0" indent="0" algn="l" rtl="0">
                        <a:lnSpc>
                          <a:spcPct val="100000"/>
                        </a:lnSpc>
                        <a:spcBef>
                          <a:spcPts val="0"/>
                        </a:spcBef>
                        <a:spcAft>
                          <a:spcPts val="0"/>
                        </a:spcAft>
                        <a:buClr>
                          <a:srgbClr val="D9D9D9"/>
                        </a:buClr>
                        <a:buSzPts val="1000"/>
                        <a:buFont typeface="Roboto"/>
                        <a:buNone/>
                      </a:pPr>
                      <a:r>
                        <a:rPr lang="en-AU" sz="1000" b="1" u="none" strike="noStrike" cap="none">
                          <a:solidFill>
                            <a:srgbClr val="D9D9D9"/>
                          </a:solidFill>
                          <a:latin typeface="Roboto"/>
                          <a:ea typeface="Roboto"/>
                          <a:cs typeface="Roboto"/>
                          <a:sym typeface="Roboto"/>
                        </a:rPr>
                        <a:t>Polycount </a:t>
                      </a:r>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434343"/>
                    </a:solidFill>
                  </a:tcPr>
                </a:tc>
                <a:tc>
                  <a:txBody>
                    <a:bodyPr/>
                    <a:lstStyle/>
                    <a:p>
                      <a:pPr marL="0" marR="0" lvl="0" indent="0" algn="l" rtl="0">
                        <a:lnSpc>
                          <a:spcPct val="100000"/>
                        </a:lnSpc>
                        <a:spcBef>
                          <a:spcPts val="0"/>
                        </a:spcBef>
                        <a:spcAft>
                          <a:spcPts val="0"/>
                        </a:spcAft>
                        <a:buClr>
                          <a:srgbClr val="D9D9D9"/>
                        </a:buClr>
                        <a:buSzPts val="1000"/>
                        <a:buFont typeface="Roboto"/>
                        <a:buNone/>
                      </a:pPr>
                      <a:r>
                        <a:rPr lang="en-AU" sz="1000" b="1" u="none" strike="noStrike" cap="none">
                          <a:solidFill>
                            <a:srgbClr val="D9D9D9"/>
                          </a:solidFill>
                          <a:latin typeface="Roboto"/>
                          <a:ea typeface="Roboto"/>
                          <a:cs typeface="Roboto"/>
                          <a:sym typeface="Roboto"/>
                        </a:rPr>
                        <a:t>Textures</a:t>
                      </a:r>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434343"/>
                    </a:solidFill>
                  </a:tcPr>
                </a:tc>
                <a:tc>
                  <a:txBody>
                    <a:bodyPr/>
                    <a:lstStyle/>
                    <a:p>
                      <a:pPr marL="0" marR="0" lvl="0" indent="0" algn="l" rtl="0">
                        <a:lnSpc>
                          <a:spcPct val="100000"/>
                        </a:lnSpc>
                        <a:spcBef>
                          <a:spcPts val="0"/>
                        </a:spcBef>
                        <a:spcAft>
                          <a:spcPts val="0"/>
                        </a:spcAft>
                        <a:buClr>
                          <a:srgbClr val="D9D9D9"/>
                        </a:buClr>
                        <a:buSzPts val="1000"/>
                        <a:buFont typeface="Roboto"/>
                        <a:buNone/>
                      </a:pPr>
                      <a:r>
                        <a:rPr lang="en-AU" sz="1000" b="1" u="none" strike="noStrike" cap="none">
                          <a:solidFill>
                            <a:srgbClr val="D9D9D9"/>
                          </a:solidFill>
                          <a:latin typeface="Roboto"/>
                          <a:ea typeface="Roboto"/>
                          <a:cs typeface="Roboto"/>
                          <a:sym typeface="Roboto"/>
                        </a:rPr>
                        <a:t>Tex. Size</a:t>
                      </a:r>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434343"/>
                    </a:solidFill>
                  </a:tcPr>
                </a:tc>
                <a:tc>
                  <a:txBody>
                    <a:bodyPr/>
                    <a:lstStyle/>
                    <a:p>
                      <a:pPr marL="0" marR="0" lvl="0" indent="0" algn="l" rtl="0">
                        <a:lnSpc>
                          <a:spcPct val="100000"/>
                        </a:lnSpc>
                        <a:spcBef>
                          <a:spcPts val="0"/>
                        </a:spcBef>
                        <a:spcAft>
                          <a:spcPts val="0"/>
                        </a:spcAft>
                        <a:buClr>
                          <a:srgbClr val="D9D9D9"/>
                        </a:buClr>
                        <a:buSzPts val="1000"/>
                        <a:buFont typeface="Roboto"/>
                        <a:buNone/>
                      </a:pPr>
                      <a:r>
                        <a:rPr lang="en-AU" sz="1000" b="1" u="none" strike="noStrike" cap="none">
                          <a:solidFill>
                            <a:srgbClr val="D9D9D9"/>
                          </a:solidFill>
                          <a:latin typeface="Roboto"/>
                          <a:ea typeface="Roboto"/>
                          <a:cs typeface="Roboto"/>
                          <a:sym typeface="Roboto"/>
                        </a:rPr>
                        <a:t>Texture Name</a:t>
                      </a:r>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434343"/>
                    </a:solidFill>
                  </a:tcPr>
                </a:tc>
                <a:tc>
                  <a:txBody>
                    <a:bodyPr/>
                    <a:lstStyle/>
                    <a:p>
                      <a:pPr marL="0" marR="0" lvl="0" indent="0" algn="l" rtl="0">
                        <a:lnSpc>
                          <a:spcPct val="100000"/>
                        </a:lnSpc>
                        <a:spcBef>
                          <a:spcPts val="0"/>
                        </a:spcBef>
                        <a:spcAft>
                          <a:spcPts val="0"/>
                        </a:spcAft>
                        <a:buClr>
                          <a:srgbClr val="D9D9D9"/>
                        </a:buClr>
                        <a:buSzPts val="1000"/>
                        <a:buFont typeface="Roboto"/>
                        <a:buNone/>
                      </a:pPr>
                      <a:r>
                        <a:rPr lang="en-AU" sz="1000" b="1" u="none" strike="noStrike" cap="none">
                          <a:solidFill>
                            <a:srgbClr val="D9D9D9"/>
                          </a:solidFill>
                          <a:latin typeface="Roboto"/>
                          <a:ea typeface="Roboto"/>
                          <a:cs typeface="Roboto"/>
                          <a:sym typeface="Roboto"/>
                        </a:rPr>
                        <a:t>Time (Hrs) / Cost ($AUD)</a:t>
                      </a:r>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434343"/>
                    </a:solidFill>
                  </a:tcPr>
                </a:tc>
                <a:extLst>
                  <a:ext uri="{0D108BD9-81ED-4DB2-BD59-A6C34878D82A}">
                    <a16:rowId xmlns:a16="http://schemas.microsoft.com/office/drawing/2014/main" val="10000"/>
                  </a:ext>
                </a:extLst>
              </a:tr>
              <a:tr h="981275">
                <a:tc>
                  <a:txBody>
                    <a:bodyPr/>
                    <a:lstStyle/>
                    <a:p>
                      <a:pPr marL="0" marR="0" lvl="0" indent="0" algn="l" rtl="0">
                        <a:lnSpc>
                          <a:spcPct val="100000"/>
                        </a:lnSpc>
                        <a:spcBef>
                          <a:spcPts val="0"/>
                        </a:spcBef>
                        <a:spcAft>
                          <a:spcPts val="0"/>
                        </a:spcAft>
                        <a:buClr>
                          <a:srgbClr val="D9D9D9"/>
                        </a:buClr>
                        <a:buSzPts val="900"/>
                        <a:buFont typeface="Arial" panose="020B0604020202020204" pitchFamily="34" charset="0"/>
                        <a:buNone/>
                      </a:pPr>
                      <a:r>
                        <a:rPr lang="en-AU" sz="900" b="0" i="0" u="none" strike="noStrike" cap="none" err="1">
                          <a:solidFill>
                            <a:srgbClr val="92D050"/>
                          </a:solidFill>
                          <a:latin typeface="Roboto"/>
                          <a:ea typeface="Roboto"/>
                          <a:cs typeface="Arial"/>
                          <a:sym typeface="Roboto"/>
                        </a:rPr>
                        <a:t>AssetName</a:t>
                      </a:r>
                      <a:r>
                        <a:rPr lang="en-AU" sz="900" u="none" strike="noStrike" cap="none" err="1">
                          <a:solidFill>
                            <a:srgbClr val="9E9E9E"/>
                          </a:solidFill>
                          <a:latin typeface="Roboto"/>
                          <a:ea typeface="Roboto"/>
                          <a:cs typeface="Roboto"/>
                          <a:sym typeface="Roboto"/>
                        </a:rPr>
                        <a:t>.fbx</a:t>
                      </a:r>
                      <a:endParaRPr sz="900">
                        <a:solidFill>
                          <a:srgbClr val="9E9E9E"/>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92D050"/>
                        </a:buClr>
                        <a:buSzPct val="100000"/>
                        <a:buFont typeface="Arial" panose="020B0604020202020204" pitchFamily="34" charset="0"/>
                        <a:buNone/>
                        <a:tabLst/>
                        <a:defRPr/>
                      </a:pPr>
                      <a:r>
                        <a:rPr lang="en-AU" sz="900" b="0" i="0" u="none" strike="noStrike" cap="none">
                          <a:solidFill>
                            <a:srgbClr val="92D050"/>
                          </a:solidFill>
                          <a:latin typeface="Roboto"/>
                          <a:ea typeface="Roboto"/>
                          <a:cs typeface="Arial"/>
                          <a:sym typeface="Roboto"/>
                        </a:rPr>
                        <a:t>Polycount</a:t>
                      </a:r>
                      <a:endParaRPr sz="900" b="0" i="0" u="none" strike="noStrike" cap="none">
                        <a:solidFill>
                          <a:srgbClr val="92D050"/>
                        </a:solidFill>
                        <a:latin typeface="Roboto"/>
                        <a:ea typeface="Roboto"/>
                        <a:cs typeface="Arial"/>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rtl="0">
                        <a:lnSpc>
                          <a:spcPct val="100000"/>
                        </a:lnSpc>
                        <a:spcBef>
                          <a:spcPts val="0"/>
                        </a:spcBef>
                        <a:spcAft>
                          <a:spcPts val="0"/>
                        </a:spcAft>
                        <a:buFont typeface="Roboto"/>
                        <a:buNone/>
                      </a:pPr>
                      <a:r>
                        <a:rPr lang="en-AU" sz="900" u="none" strike="noStrike" cap="none" err="1">
                          <a:solidFill>
                            <a:srgbClr val="A5A5A5"/>
                          </a:solidFill>
                          <a:latin typeface="Roboto"/>
                          <a:ea typeface="Roboto"/>
                          <a:cs typeface="Roboto"/>
                          <a:sym typeface="Roboto"/>
                        </a:rPr>
                        <a:t>BaseColor</a:t>
                      </a:r>
                      <a:r>
                        <a:rPr lang="en-AU" sz="900" u="none" strike="noStrike" cap="none">
                          <a:solidFill>
                            <a:srgbClr val="9E9E9E"/>
                          </a:solidFill>
                          <a:latin typeface="Roboto"/>
                          <a:ea typeface="Roboto"/>
                          <a:cs typeface="Roboto"/>
                        </a:rPr>
                        <a:t>   </a:t>
                      </a:r>
                      <a:endParaRPr lang="en-AU" sz="900">
                        <a:solidFill>
                          <a:srgbClr val="9E9E9E"/>
                        </a:solidFill>
                        <a:latin typeface="Roboto"/>
                        <a:ea typeface="Roboto"/>
                        <a:cs typeface="Roboto"/>
                        <a:sym typeface="Roboto"/>
                      </a:endParaRPr>
                    </a:p>
                    <a:p>
                      <a:pPr marL="0" marR="0" lvl="0" indent="0" rtl="0">
                        <a:lnSpc>
                          <a:spcPct val="100000"/>
                        </a:lnSpc>
                        <a:spcBef>
                          <a:spcPts val="560"/>
                        </a:spcBef>
                        <a:spcAft>
                          <a:spcPts val="0"/>
                        </a:spcAft>
                        <a:buFont typeface="Roboto"/>
                        <a:buNone/>
                      </a:pPr>
                      <a:r>
                        <a:rPr lang="en-AU" sz="900">
                          <a:solidFill>
                            <a:srgbClr val="9E9E9E"/>
                          </a:solidFill>
                          <a:latin typeface="Roboto"/>
                          <a:ea typeface="Roboto"/>
                          <a:cs typeface="Roboto"/>
                          <a:sym typeface="Roboto"/>
                        </a:rPr>
                        <a:t>Metallic</a:t>
                      </a:r>
                      <a:r>
                        <a:rPr lang="en-AU" sz="900" u="none" strike="noStrike" cap="none">
                          <a:solidFill>
                            <a:srgbClr val="9E9E9E"/>
                          </a:solidFill>
                          <a:latin typeface="Roboto"/>
                          <a:ea typeface="Roboto"/>
                          <a:cs typeface="Roboto"/>
                        </a:rPr>
                        <a:t>   </a:t>
                      </a:r>
                      <a:endParaRPr lang="en-AU" sz="900">
                        <a:solidFill>
                          <a:srgbClr val="9E9E9E"/>
                        </a:solidFill>
                        <a:latin typeface="Roboto"/>
                        <a:ea typeface="Roboto"/>
                        <a:cs typeface="Roboto"/>
                        <a:sym typeface="Roboto"/>
                      </a:endParaRPr>
                    </a:p>
                    <a:p>
                      <a:pPr marL="0" marR="0" lvl="0" indent="0" rtl="0">
                        <a:lnSpc>
                          <a:spcPct val="100000"/>
                        </a:lnSpc>
                        <a:spcBef>
                          <a:spcPts val="560"/>
                        </a:spcBef>
                        <a:spcAft>
                          <a:spcPts val="0"/>
                        </a:spcAft>
                        <a:buFont typeface="Roboto"/>
                        <a:buNone/>
                      </a:pPr>
                      <a:r>
                        <a:rPr lang="en-AU" sz="900">
                          <a:solidFill>
                            <a:srgbClr val="9E9E9E"/>
                          </a:solidFill>
                          <a:latin typeface="Roboto"/>
                          <a:ea typeface="Roboto"/>
                          <a:cs typeface="Roboto"/>
                          <a:sym typeface="Roboto"/>
                        </a:rPr>
                        <a:t>Roughness</a:t>
                      </a:r>
                      <a:r>
                        <a:rPr lang="en-AU" sz="900" u="none" strike="noStrike" cap="none">
                          <a:solidFill>
                            <a:srgbClr val="9E9E9E"/>
                          </a:solidFill>
                          <a:latin typeface="Roboto"/>
                          <a:ea typeface="Roboto"/>
                          <a:cs typeface="Roboto"/>
                        </a:rPr>
                        <a:t> </a:t>
                      </a:r>
                    </a:p>
                    <a:p>
                      <a:pPr marL="0" marR="0" lvl="0" indent="0" rtl="0">
                        <a:lnSpc>
                          <a:spcPct val="100000"/>
                        </a:lnSpc>
                        <a:spcBef>
                          <a:spcPts val="560"/>
                        </a:spcBef>
                        <a:spcAft>
                          <a:spcPts val="0"/>
                        </a:spcAft>
                        <a:buFont typeface="Roboto"/>
                        <a:buNone/>
                      </a:pPr>
                      <a:r>
                        <a:rPr lang="en-AU" sz="900" u="none" strike="noStrike" cap="none">
                          <a:solidFill>
                            <a:srgbClr val="9E9E9E"/>
                          </a:solidFill>
                          <a:latin typeface="Roboto"/>
                          <a:ea typeface="Roboto"/>
                          <a:cs typeface="Roboto"/>
                          <a:sym typeface="Roboto"/>
                        </a:rPr>
                        <a:t>Normal</a:t>
                      </a:r>
                      <a:r>
                        <a:rPr lang="en-AU" sz="900" u="none" strike="noStrike" cap="none">
                          <a:solidFill>
                            <a:srgbClr val="9E9E9E"/>
                          </a:solidFill>
                          <a:latin typeface="Roboto"/>
                          <a:ea typeface="Roboto"/>
                          <a:cs typeface="Roboto"/>
                        </a:rPr>
                        <a:t> </a:t>
                      </a:r>
                      <a:endParaRPr sz="900">
                        <a:solidFill>
                          <a:srgbClr val="9E9E9E"/>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rtl="0">
                        <a:lnSpc>
                          <a:spcPct val="100000"/>
                        </a:lnSpc>
                        <a:spcBef>
                          <a:spcPts val="0"/>
                        </a:spcBef>
                        <a:spcAft>
                          <a:spcPts val="0"/>
                        </a:spcAft>
                        <a:buClr>
                          <a:schemeClr val="dk1"/>
                        </a:buClr>
                        <a:buSzPts val="900"/>
                        <a:buFont typeface="Arial"/>
                        <a:buNone/>
                      </a:pPr>
                      <a:r>
                        <a:rPr lang="en-AU" sz="900" u="none" strike="noStrike" cap="none">
                          <a:solidFill>
                            <a:srgbClr val="92D050"/>
                          </a:solidFill>
                          <a:latin typeface="Roboto"/>
                          <a:ea typeface="Roboto"/>
                          <a:cs typeface="Roboto"/>
                          <a:sym typeface="Roboto"/>
                        </a:rPr>
                        <a:t>Texture Size</a:t>
                      </a:r>
                      <a:endParaRPr lang="en-AU" sz="900">
                        <a:solidFill>
                          <a:srgbClr val="92D050"/>
                        </a:solidFill>
                        <a:latin typeface="Roboto"/>
                        <a:ea typeface="Roboto"/>
                        <a:cs typeface="Roboto"/>
                        <a:sym typeface="Roboto"/>
                      </a:endParaRPr>
                    </a:p>
                    <a:p>
                      <a:pPr marL="0" marR="0" lvl="0" indent="0" rtl="0">
                        <a:lnSpc>
                          <a:spcPct val="100000"/>
                        </a:lnSpc>
                        <a:spcBef>
                          <a:spcPts val="560"/>
                        </a:spcBef>
                        <a:spcAft>
                          <a:spcPts val="0"/>
                        </a:spcAft>
                        <a:buClr>
                          <a:srgbClr val="B7B7B7"/>
                        </a:buClr>
                        <a:buSzPts val="900"/>
                        <a:buFont typeface="Roboto"/>
                        <a:buNone/>
                      </a:pPr>
                      <a:r>
                        <a:rPr lang="en-AU" sz="900">
                          <a:solidFill>
                            <a:srgbClr val="92D050"/>
                          </a:solidFill>
                          <a:latin typeface="Roboto"/>
                          <a:ea typeface="Roboto"/>
                          <a:cs typeface="Roboto"/>
                          <a:sym typeface="Roboto"/>
                        </a:rPr>
                        <a:t>Texture Size</a:t>
                      </a:r>
                    </a:p>
                    <a:p>
                      <a:pPr marL="0" marR="0" lvl="0" indent="0" rtl="0">
                        <a:lnSpc>
                          <a:spcPct val="100000"/>
                        </a:lnSpc>
                        <a:spcBef>
                          <a:spcPts val="560"/>
                        </a:spcBef>
                        <a:spcAft>
                          <a:spcPts val="0"/>
                        </a:spcAft>
                        <a:buClr>
                          <a:srgbClr val="B7B7B7"/>
                        </a:buClr>
                        <a:buSzPts val="900"/>
                        <a:buFont typeface="Roboto"/>
                        <a:buNone/>
                      </a:pPr>
                      <a:r>
                        <a:rPr lang="en-AU" sz="900">
                          <a:solidFill>
                            <a:srgbClr val="92D050"/>
                          </a:solidFill>
                          <a:latin typeface="Roboto"/>
                          <a:ea typeface="Roboto"/>
                          <a:cs typeface="Roboto"/>
                          <a:sym typeface="Roboto"/>
                        </a:rPr>
                        <a:t>Texture Size</a:t>
                      </a:r>
                    </a:p>
                    <a:p>
                      <a:pPr marL="0" marR="0" lvl="0" indent="0" rtl="0">
                        <a:lnSpc>
                          <a:spcPct val="100000"/>
                        </a:lnSpc>
                        <a:spcBef>
                          <a:spcPts val="560"/>
                        </a:spcBef>
                        <a:spcAft>
                          <a:spcPts val="0"/>
                        </a:spcAft>
                        <a:buClr>
                          <a:schemeClr val="dk1"/>
                        </a:buClr>
                        <a:buSzPts val="900"/>
                        <a:buFont typeface="Arial"/>
                        <a:buNone/>
                      </a:pPr>
                      <a:r>
                        <a:rPr lang="en-AU" sz="900" u="none" strike="noStrike" cap="none">
                          <a:solidFill>
                            <a:srgbClr val="92D050"/>
                          </a:solidFill>
                          <a:latin typeface="Roboto"/>
                          <a:ea typeface="Roboto"/>
                          <a:cs typeface="Roboto"/>
                          <a:sym typeface="Roboto"/>
                        </a:rPr>
                        <a:t>Texture Size</a:t>
                      </a:r>
                      <a:endParaRPr lang="en-AU" sz="900">
                        <a:solidFill>
                          <a:srgbClr val="92D050"/>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rtl="0">
                        <a:lnSpc>
                          <a:spcPct val="100000"/>
                        </a:lnSpc>
                        <a:spcBef>
                          <a:spcPts val="0"/>
                        </a:spcBef>
                        <a:spcAft>
                          <a:spcPts val="0"/>
                        </a:spcAft>
                        <a:buClr>
                          <a:srgbClr val="92D050"/>
                        </a:buClr>
                        <a:buSzPts val="900"/>
                        <a:buFont typeface="Roboto"/>
                        <a:buNone/>
                      </a:pPr>
                      <a:r>
                        <a:rPr lang="en-AU" sz="900" err="1">
                          <a:solidFill>
                            <a:srgbClr val="92D050"/>
                          </a:solidFill>
                          <a:latin typeface="Roboto"/>
                          <a:ea typeface="Roboto"/>
                          <a:cs typeface="Roboto"/>
                          <a:sym typeface="Roboto"/>
                        </a:rPr>
                        <a:t>AssetName</a:t>
                      </a:r>
                      <a:r>
                        <a:rPr lang="en-AU" sz="900" u="none" strike="noStrike" cap="none" err="1">
                          <a:solidFill>
                            <a:srgbClr val="A5A5A5"/>
                          </a:solidFill>
                          <a:latin typeface="Roboto"/>
                          <a:ea typeface="Roboto"/>
                          <a:cs typeface="Roboto"/>
                          <a:sym typeface="Roboto"/>
                        </a:rPr>
                        <a:t>_BaseColor.tga</a:t>
                      </a:r>
                      <a:endParaRPr sz="900">
                        <a:solidFill>
                          <a:srgbClr val="A5A5A5"/>
                        </a:solidFill>
                        <a:latin typeface="Roboto"/>
                        <a:ea typeface="Roboto"/>
                        <a:cs typeface="Roboto"/>
                        <a:sym typeface="Roboto"/>
                      </a:endParaRPr>
                    </a:p>
                    <a:p>
                      <a:pPr marL="0" marR="0" lvl="0" indent="0" rtl="0">
                        <a:lnSpc>
                          <a:spcPct val="100000"/>
                        </a:lnSpc>
                        <a:spcBef>
                          <a:spcPts val="560"/>
                        </a:spcBef>
                        <a:spcAft>
                          <a:spcPts val="0"/>
                        </a:spcAft>
                        <a:buClr>
                          <a:srgbClr val="92D050"/>
                        </a:buClr>
                        <a:buSzPts val="900"/>
                        <a:buFont typeface="Roboto"/>
                        <a:buNone/>
                      </a:pPr>
                      <a:r>
                        <a:rPr lang="en-AU" sz="900" err="1">
                          <a:solidFill>
                            <a:srgbClr val="92D050"/>
                          </a:solidFill>
                          <a:latin typeface="Roboto"/>
                          <a:ea typeface="Roboto"/>
                          <a:cs typeface="Roboto"/>
                          <a:sym typeface="Roboto"/>
                        </a:rPr>
                        <a:t>AssetName</a:t>
                      </a:r>
                      <a:r>
                        <a:rPr lang="en-AU" sz="900" err="1">
                          <a:solidFill>
                            <a:srgbClr val="9E9E9E"/>
                          </a:solidFill>
                          <a:latin typeface="Roboto"/>
                          <a:ea typeface="Roboto"/>
                          <a:cs typeface="Roboto"/>
                          <a:sym typeface="Roboto"/>
                        </a:rPr>
                        <a:t>_Metallic</a:t>
                      </a:r>
                      <a:r>
                        <a:rPr lang="en-AU" sz="900" u="none" strike="noStrike" cap="none" err="1">
                          <a:solidFill>
                            <a:srgbClr val="9E9E9E"/>
                          </a:solidFill>
                          <a:latin typeface="Roboto"/>
                          <a:ea typeface="Roboto"/>
                          <a:cs typeface="Roboto"/>
                          <a:sym typeface="Roboto"/>
                        </a:rPr>
                        <a:t>.tga</a:t>
                      </a:r>
                      <a:endParaRPr sz="900">
                        <a:solidFill>
                          <a:srgbClr val="9E9E9E"/>
                        </a:solidFill>
                        <a:latin typeface="Roboto"/>
                        <a:ea typeface="Roboto"/>
                        <a:cs typeface="Roboto"/>
                        <a:sym typeface="Roboto"/>
                      </a:endParaRPr>
                    </a:p>
                    <a:p>
                      <a:pPr marL="0" marR="0" lvl="0" indent="0" rtl="0">
                        <a:lnSpc>
                          <a:spcPct val="100000"/>
                        </a:lnSpc>
                        <a:spcBef>
                          <a:spcPts val="560"/>
                        </a:spcBef>
                        <a:spcAft>
                          <a:spcPts val="0"/>
                        </a:spcAft>
                        <a:buClr>
                          <a:srgbClr val="92D050"/>
                        </a:buClr>
                        <a:buSzPts val="900"/>
                        <a:buFont typeface="Roboto"/>
                        <a:buNone/>
                      </a:pPr>
                      <a:r>
                        <a:rPr lang="en-AU" sz="900" err="1">
                          <a:solidFill>
                            <a:srgbClr val="92D050"/>
                          </a:solidFill>
                          <a:latin typeface="Roboto"/>
                          <a:ea typeface="Roboto"/>
                          <a:cs typeface="Roboto"/>
                          <a:sym typeface="Roboto"/>
                        </a:rPr>
                        <a:t>AssetName</a:t>
                      </a:r>
                      <a:r>
                        <a:rPr lang="en-AU" sz="900" err="1">
                          <a:solidFill>
                            <a:srgbClr val="9E9E9E"/>
                          </a:solidFill>
                          <a:latin typeface="Roboto"/>
                          <a:ea typeface="Roboto"/>
                          <a:cs typeface="Roboto"/>
                          <a:sym typeface="Roboto"/>
                        </a:rPr>
                        <a:t>_Roughness</a:t>
                      </a:r>
                      <a:r>
                        <a:rPr lang="en-AU" sz="900" u="none" strike="noStrike" cap="none" err="1">
                          <a:solidFill>
                            <a:srgbClr val="9E9E9E"/>
                          </a:solidFill>
                          <a:latin typeface="Roboto"/>
                          <a:ea typeface="Roboto"/>
                          <a:cs typeface="Roboto"/>
                          <a:sym typeface="Roboto"/>
                        </a:rPr>
                        <a:t>.tga</a:t>
                      </a:r>
                      <a:endParaRPr sz="900">
                        <a:solidFill>
                          <a:srgbClr val="9E9E9E"/>
                        </a:solidFill>
                        <a:latin typeface="Roboto"/>
                        <a:ea typeface="Roboto"/>
                        <a:cs typeface="Roboto"/>
                        <a:sym typeface="Roboto"/>
                      </a:endParaRPr>
                    </a:p>
                    <a:p>
                      <a:pPr marL="0" marR="0" lvl="0" indent="0" rtl="0">
                        <a:lnSpc>
                          <a:spcPct val="100000"/>
                        </a:lnSpc>
                        <a:spcBef>
                          <a:spcPts val="560"/>
                        </a:spcBef>
                        <a:spcAft>
                          <a:spcPts val="0"/>
                        </a:spcAft>
                        <a:buClr>
                          <a:schemeClr val="dk1"/>
                        </a:buClr>
                        <a:buSzPts val="900"/>
                        <a:buFont typeface="Arial"/>
                        <a:buNone/>
                      </a:pPr>
                      <a:r>
                        <a:rPr lang="en-AU" sz="900" err="1">
                          <a:solidFill>
                            <a:srgbClr val="92D050"/>
                          </a:solidFill>
                          <a:latin typeface="Roboto"/>
                          <a:ea typeface="Roboto"/>
                          <a:cs typeface="Roboto"/>
                          <a:sym typeface="Roboto"/>
                        </a:rPr>
                        <a:t>AssetName</a:t>
                      </a:r>
                      <a:r>
                        <a:rPr lang="en-AU" sz="900" err="1">
                          <a:solidFill>
                            <a:srgbClr val="9E9E9E"/>
                          </a:solidFill>
                          <a:latin typeface="Roboto"/>
                          <a:ea typeface="Roboto"/>
                          <a:cs typeface="Roboto"/>
                          <a:sym typeface="Roboto"/>
                        </a:rPr>
                        <a:t>_Normal</a:t>
                      </a:r>
                      <a:r>
                        <a:rPr lang="en-AU" sz="900" u="none" strike="noStrike" cap="none" err="1">
                          <a:solidFill>
                            <a:srgbClr val="9E9E9E"/>
                          </a:solidFill>
                          <a:latin typeface="Roboto"/>
                          <a:ea typeface="Roboto"/>
                          <a:cs typeface="Roboto"/>
                          <a:sym typeface="Roboto"/>
                        </a:rPr>
                        <a:t>.tga</a:t>
                      </a:r>
                      <a:endParaRPr sz="900">
                        <a:solidFill>
                          <a:srgbClr val="9E9E9E"/>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92D050"/>
                        </a:buClr>
                        <a:buSzPct val="100000"/>
                        <a:buFont typeface="Arial" panose="020B0604020202020204" pitchFamily="34" charset="0"/>
                        <a:buNone/>
                        <a:tabLst/>
                        <a:defRPr/>
                      </a:pPr>
                      <a:r>
                        <a:rPr lang="en-US" sz="900" b="0" i="0" u="none" strike="noStrike" cap="none">
                          <a:solidFill>
                            <a:srgbClr val="92D050"/>
                          </a:solidFill>
                          <a:latin typeface="Roboto"/>
                          <a:ea typeface="Roboto"/>
                          <a:cs typeface="Arial"/>
                          <a:sym typeface="Roboto"/>
                        </a:rPr>
                        <a:t>Time</a:t>
                      </a:r>
                      <a:r>
                        <a:rPr lang="en-AU" sz="900" b="0" i="0" u="none" strike="noStrike" cap="none">
                          <a:solidFill>
                            <a:srgbClr val="92D050"/>
                          </a:solidFill>
                          <a:latin typeface="Roboto"/>
                          <a:ea typeface="Roboto"/>
                          <a:cs typeface="Arial"/>
                          <a:sym typeface="Roboto"/>
                        </a:rPr>
                        <a:t> / Cost</a:t>
                      </a:r>
                      <a:endParaRPr sz="900" b="0" i="0" u="none" strike="noStrike" cap="none">
                        <a:solidFill>
                          <a:srgbClr val="92D050"/>
                        </a:solidFill>
                        <a:latin typeface="Roboto"/>
                        <a:ea typeface="Roboto"/>
                        <a:cs typeface="Arial"/>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extLst>
                  <a:ext uri="{0D108BD9-81ED-4DB2-BD59-A6C34878D82A}">
                    <a16:rowId xmlns:a16="http://schemas.microsoft.com/office/drawing/2014/main" val="10001"/>
                  </a:ext>
                </a:extLst>
              </a:tr>
              <a:tr h="1014175">
                <a:tc>
                  <a:txBody>
                    <a:bodyPr/>
                    <a:lstStyle/>
                    <a:p>
                      <a:pPr marL="0" marR="0" lvl="0" indent="0" algn="l" rtl="0">
                        <a:lnSpc>
                          <a:spcPct val="100000"/>
                        </a:lnSpc>
                        <a:spcBef>
                          <a:spcPts val="560"/>
                        </a:spcBef>
                        <a:spcAft>
                          <a:spcPts val="0"/>
                        </a:spcAft>
                        <a:buClr>
                          <a:schemeClr val="dk1"/>
                        </a:buClr>
                        <a:buSzPts val="900"/>
                        <a:buFont typeface="Arial" panose="020B0604020202020204" pitchFamily="34" charset="0"/>
                        <a:buNone/>
                      </a:pPr>
                      <a:r>
                        <a:rPr lang="en-AU" sz="900" err="1">
                          <a:solidFill>
                            <a:srgbClr val="92D050"/>
                          </a:solidFill>
                          <a:latin typeface="Roboto"/>
                          <a:ea typeface="Roboto"/>
                          <a:cs typeface="Roboto"/>
                          <a:sym typeface="Roboto"/>
                        </a:rPr>
                        <a:t>AssetName</a:t>
                      </a:r>
                      <a:r>
                        <a:rPr lang="en-AU" sz="900" err="1">
                          <a:solidFill>
                            <a:srgbClr val="9E9E9E"/>
                          </a:solidFill>
                          <a:latin typeface="Roboto"/>
                          <a:ea typeface="Roboto"/>
                          <a:cs typeface="Roboto"/>
                          <a:sym typeface="Roboto"/>
                        </a:rPr>
                        <a:t>.fbx</a:t>
                      </a:r>
                      <a:endParaRPr sz="900">
                        <a:solidFill>
                          <a:srgbClr val="9E9E9E"/>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92D050"/>
                        </a:buClr>
                        <a:buSzPct val="100000"/>
                        <a:buFont typeface="Arial" panose="020B0604020202020204" pitchFamily="34" charset="0"/>
                        <a:buNone/>
                        <a:tabLst/>
                        <a:defRPr/>
                      </a:pPr>
                      <a:r>
                        <a:rPr lang="en-AU" sz="900" b="0" i="0" u="none" strike="noStrike" cap="none">
                          <a:solidFill>
                            <a:srgbClr val="92D050"/>
                          </a:solidFill>
                          <a:latin typeface="Roboto"/>
                          <a:ea typeface="Roboto"/>
                          <a:cs typeface="Arial"/>
                          <a:sym typeface="Roboto"/>
                        </a:rPr>
                        <a:t>Polycount</a:t>
                      </a:r>
                      <a:endParaRPr sz="900" b="0" i="0" u="none" strike="noStrike" cap="none">
                        <a:solidFill>
                          <a:srgbClr val="92D050"/>
                        </a:solidFill>
                        <a:latin typeface="Roboto"/>
                        <a:ea typeface="Roboto"/>
                        <a:cs typeface="Arial"/>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rtl="0">
                        <a:lnSpc>
                          <a:spcPct val="100000"/>
                        </a:lnSpc>
                        <a:spcBef>
                          <a:spcPts val="0"/>
                        </a:spcBef>
                        <a:spcAft>
                          <a:spcPts val="0"/>
                        </a:spcAft>
                        <a:buFont typeface="Roboto"/>
                        <a:buNone/>
                      </a:pPr>
                      <a:r>
                        <a:rPr lang="en-AU" sz="900" u="none" strike="noStrike" cap="none" err="1">
                          <a:solidFill>
                            <a:srgbClr val="A5A5A5"/>
                          </a:solidFill>
                          <a:latin typeface="Roboto"/>
                          <a:ea typeface="Roboto"/>
                          <a:cs typeface="Roboto"/>
                          <a:sym typeface="Roboto"/>
                        </a:rPr>
                        <a:t>BaseColor</a:t>
                      </a:r>
                      <a:endParaRPr lang="en-AU" sz="900">
                        <a:solidFill>
                          <a:srgbClr val="9E9E9E"/>
                        </a:solidFill>
                        <a:latin typeface="Roboto"/>
                        <a:ea typeface="Roboto"/>
                        <a:cs typeface="Roboto"/>
                        <a:sym typeface="Roboto"/>
                      </a:endParaRPr>
                    </a:p>
                    <a:p>
                      <a:pPr marL="0" marR="0" lvl="0" indent="0" rtl="0">
                        <a:lnSpc>
                          <a:spcPct val="100000"/>
                        </a:lnSpc>
                        <a:spcBef>
                          <a:spcPts val="560"/>
                        </a:spcBef>
                        <a:spcAft>
                          <a:spcPts val="0"/>
                        </a:spcAft>
                        <a:buFont typeface="Roboto"/>
                        <a:buNone/>
                      </a:pPr>
                      <a:r>
                        <a:rPr lang="en-AU" sz="900">
                          <a:solidFill>
                            <a:srgbClr val="9E9E9E"/>
                          </a:solidFill>
                          <a:latin typeface="Roboto"/>
                          <a:ea typeface="Roboto"/>
                          <a:cs typeface="Roboto"/>
                          <a:sym typeface="Roboto"/>
                        </a:rPr>
                        <a:t>Metallic</a:t>
                      </a:r>
                      <a:r>
                        <a:rPr lang="en-AU" sz="900" u="none" strike="noStrike" cap="none">
                          <a:solidFill>
                            <a:srgbClr val="9E9E9E"/>
                          </a:solidFill>
                          <a:latin typeface="Roboto"/>
                          <a:ea typeface="Roboto"/>
                          <a:cs typeface="Roboto"/>
                        </a:rPr>
                        <a:t>   </a:t>
                      </a:r>
                      <a:endParaRPr lang="en-AU" sz="900">
                        <a:solidFill>
                          <a:srgbClr val="9E9E9E"/>
                        </a:solidFill>
                        <a:latin typeface="Roboto"/>
                        <a:ea typeface="Roboto"/>
                        <a:cs typeface="Roboto"/>
                        <a:sym typeface="Roboto"/>
                      </a:endParaRPr>
                    </a:p>
                    <a:p>
                      <a:pPr marL="0" marR="0" lvl="0" indent="0" rtl="0">
                        <a:lnSpc>
                          <a:spcPct val="100000"/>
                        </a:lnSpc>
                        <a:spcBef>
                          <a:spcPts val="560"/>
                        </a:spcBef>
                        <a:spcAft>
                          <a:spcPts val="0"/>
                        </a:spcAft>
                        <a:buFont typeface="Roboto"/>
                        <a:buNone/>
                      </a:pPr>
                      <a:r>
                        <a:rPr lang="en-AU" sz="900">
                          <a:solidFill>
                            <a:srgbClr val="9E9E9E"/>
                          </a:solidFill>
                          <a:latin typeface="Roboto"/>
                          <a:ea typeface="Roboto"/>
                          <a:cs typeface="Roboto"/>
                          <a:sym typeface="Roboto"/>
                        </a:rPr>
                        <a:t>Roughness</a:t>
                      </a:r>
                      <a:r>
                        <a:rPr lang="en-AU" sz="900" u="none" strike="noStrike" cap="none">
                          <a:solidFill>
                            <a:srgbClr val="9E9E9E"/>
                          </a:solidFill>
                          <a:latin typeface="Roboto"/>
                          <a:ea typeface="Roboto"/>
                          <a:cs typeface="Roboto"/>
                        </a:rPr>
                        <a:t> </a:t>
                      </a:r>
                    </a:p>
                    <a:p>
                      <a:pPr marL="0" marR="0" lvl="0" indent="0" rtl="0">
                        <a:lnSpc>
                          <a:spcPct val="100000"/>
                        </a:lnSpc>
                        <a:spcBef>
                          <a:spcPts val="560"/>
                        </a:spcBef>
                        <a:spcAft>
                          <a:spcPts val="0"/>
                        </a:spcAft>
                        <a:buFont typeface="Roboto"/>
                        <a:buNone/>
                      </a:pPr>
                      <a:r>
                        <a:rPr lang="en-AU" sz="900" u="none" strike="noStrike" cap="none">
                          <a:solidFill>
                            <a:srgbClr val="9E9E9E"/>
                          </a:solidFill>
                          <a:latin typeface="Roboto"/>
                          <a:ea typeface="Roboto"/>
                          <a:cs typeface="Roboto"/>
                          <a:sym typeface="Roboto"/>
                        </a:rPr>
                        <a:t>Normal</a:t>
                      </a:r>
                      <a:r>
                        <a:rPr lang="en-AU" sz="900" u="none" strike="noStrike" cap="none">
                          <a:solidFill>
                            <a:srgbClr val="9E9E9E"/>
                          </a:solidFill>
                          <a:latin typeface="Roboto"/>
                          <a:ea typeface="Roboto"/>
                          <a:cs typeface="Roboto"/>
                        </a:rPr>
                        <a:t> </a:t>
                      </a:r>
                      <a:endParaRPr lang="en-AU" sz="900">
                        <a:solidFill>
                          <a:srgbClr val="9E9E9E"/>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rtl="0">
                        <a:lnSpc>
                          <a:spcPct val="100000"/>
                        </a:lnSpc>
                        <a:spcBef>
                          <a:spcPts val="0"/>
                        </a:spcBef>
                        <a:spcAft>
                          <a:spcPts val="0"/>
                        </a:spcAft>
                        <a:buClr>
                          <a:schemeClr val="dk1"/>
                        </a:buClr>
                        <a:buSzPts val="900"/>
                        <a:buFont typeface="Arial"/>
                        <a:buNone/>
                      </a:pPr>
                      <a:r>
                        <a:rPr lang="en-AU" sz="900" u="none" strike="noStrike" cap="none">
                          <a:solidFill>
                            <a:srgbClr val="92D050"/>
                          </a:solidFill>
                          <a:latin typeface="Roboto"/>
                          <a:ea typeface="Roboto"/>
                          <a:cs typeface="Roboto"/>
                          <a:sym typeface="Roboto"/>
                        </a:rPr>
                        <a:t>Texture Size</a:t>
                      </a:r>
                      <a:endParaRPr lang="en-AU" sz="900">
                        <a:solidFill>
                          <a:srgbClr val="92D050"/>
                        </a:solidFill>
                        <a:latin typeface="Roboto"/>
                        <a:ea typeface="Roboto"/>
                        <a:cs typeface="Roboto"/>
                        <a:sym typeface="Roboto"/>
                      </a:endParaRPr>
                    </a:p>
                    <a:p>
                      <a:pPr marL="0" marR="0" lvl="0" indent="0" rtl="0">
                        <a:lnSpc>
                          <a:spcPct val="100000"/>
                        </a:lnSpc>
                        <a:spcBef>
                          <a:spcPts val="560"/>
                        </a:spcBef>
                        <a:spcAft>
                          <a:spcPts val="0"/>
                        </a:spcAft>
                        <a:buClr>
                          <a:srgbClr val="B7B7B7"/>
                        </a:buClr>
                        <a:buSzPts val="900"/>
                        <a:buFont typeface="Roboto"/>
                        <a:buNone/>
                      </a:pPr>
                      <a:r>
                        <a:rPr lang="en-AU" sz="900">
                          <a:solidFill>
                            <a:srgbClr val="92D050"/>
                          </a:solidFill>
                          <a:latin typeface="Roboto"/>
                          <a:ea typeface="Roboto"/>
                          <a:cs typeface="Roboto"/>
                          <a:sym typeface="Roboto"/>
                        </a:rPr>
                        <a:t>Texture Size</a:t>
                      </a:r>
                    </a:p>
                    <a:p>
                      <a:pPr marL="0" marR="0" lvl="0" indent="0" rtl="0">
                        <a:lnSpc>
                          <a:spcPct val="100000"/>
                        </a:lnSpc>
                        <a:spcBef>
                          <a:spcPts val="560"/>
                        </a:spcBef>
                        <a:spcAft>
                          <a:spcPts val="0"/>
                        </a:spcAft>
                        <a:buClr>
                          <a:srgbClr val="B7B7B7"/>
                        </a:buClr>
                        <a:buSzPts val="900"/>
                        <a:buFont typeface="Roboto"/>
                        <a:buNone/>
                      </a:pPr>
                      <a:r>
                        <a:rPr lang="en-AU" sz="900">
                          <a:solidFill>
                            <a:srgbClr val="92D050"/>
                          </a:solidFill>
                          <a:latin typeface="Roboto"/>
                          <a:ea typeface="Roboto"/>
                          <a:cs typeface="Roboto"/>
                          <a:sym typeface="Roboto"/>
                        </a:rPr>
                        <a:t>Texture Size</a:t>
                      </a:r>
                    </a:p>
                    <a:p>
                      <a:pPr marL="0" marR="0" lvl="0" indent="0" rtl="0">
                        <a:lnSpc>
                          <a:spcPct val="100000"/>
                        </a:lnSpc>
                        <a:spcBef>
                          <a:spcPts val="560"/>
                        </a:spcBef>
                        <a:spcAft>
                          <a:spcPts val="0"/>
                        </a:spcAft>
                        <a:buClr>
                          <a:schemeClr val="dk1"/>
                        </a:buClr>
                        <a:buSzPts val="900"/>
                        <a:buFont typeface="Arial"/>
                        <a:buNone/>
                      </a:pPr>
                      <a:r>
                        <a:rPr lang="en-AU" sz="900" u="none" strike="noStrike" cap="none">
                          <a:solidFill>
                            <a:srgbClr val="92D050"/>
                          </a:solidFill>
                          <a:latin typeface="Roboto"/>
                          <a:ea typeface="Roboto"/>
                          <a:cs typeface="Roboto"/>
                          <a:sym typeface="Roboto"/>
                        </a:rPr>
                        <a:t>Texture Size</a:t>
                      </a:r>
                      <a:endParaRPr lang="en-AU" sz="900">
                        <a:solidFill>
                          <a:srgbClr val="92D050"/>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lvl="0" indent="0" rtl="0">
                        <a:spcBef>
                          <a:spcPts val="0"/>
                        </a:spcBef>
                        <a:spcAft>
                          <a:spcPts val="0"/>
                        </a:spcAft>
                        <a:buClr>
                          <a:srgbClr val="92D050"/>
                        </a:buClr>
                        <a:buSzPts val="900"/>
                        <a:buFont typeface="Roboto"/>
                        <a:buNone/>
                      </a:pPr>
                      <a:r>
                        <a:rPr lang="en-AU" sz="900" err="1">
                          <a:solidFill>
                            <a:srgbClr val="92D050"/>
                          </a:solidFill>
                          <a:latin typeface="Roboto"/>
                          <a:ea typeface="Roboto"/>
                          <a:cs typeface="Roboto"/>
                          <a:sym typeface="Roboto"/>
                        </a:rPr>
                        <a:t>AssetName</a:t>
                      </a:r>
                      <a:r>
                        <a:rPr lang="en-AU" sz="900" err="1">
                          <a:solidFill>
                            <a:srgbClr val="9E9E9E"/>
                          </a:solidFill>
                          <a:latin typeface="Roboto"/>
                          <a:ea typeface="Roboto"/>
                          <a:cs typeface="Roboto"/>
                          <a:sym typeface="Roboto"/>
                        </a:rPr>
                        <a:t>_</a:t>
                      </a:r>
                      <a:r>
                        <a:rPr lang="en-AU" sz="900" u="none" strike="noStrike" cap="none" err="1">
                          <a:solidFill>
                            <a:srgbClr val="A5A5A5"/>
                          </a:solidFill>
                          <a:latin typeface="Roboto"/>
                          <a:ea typeface="Roboto"/>
                          <a:cs typeface="Roboto"/>
                          <a:sym typeface="Roboto"/>
                        </a:rPr>
                        <a:t>BaseColor</a:t>
                      </a:r>
                      <a:r>
                        <a:rPr lang="en-AU" sz="900" err="1">
                          <a:solidFill>
                            <a:srgbClr val="9E9E9E"/>
                          </a:solidFill>
                          <a:latin typeface="Roboto"/>
                          <a:ea typeface="Roboto"/>
                          <a:cs typeface="Roboto"/>
                          <a:sym typeface="Roboto"/>
                        </a:rPr>
                        <a:t>.tga</a:t>
                      </a:r>
                      <a:endParaRPr sz="900">
                        <a:solidFill>
                          <a:srgbClr val="9E9E9E"/>
                        </a:solidFill>
                        <a:latin typeface="Roboto"/>
                        <a:ea typeface="Roboto"/>
                        <a:cs typeface="Roboto"/>
                        <a:sym typeface="Roboto"/>
                      </a:endParaRPr>
                    </a:p>
                    <a:p>
                      <a:pPr marL="0" lvl="0" indent="0" rtl="0">
                        <a:spcBef>
                          <a:spcPts val="560"/>
                        </a:spcBef>
                        <a:spcAft>
                          <a:spcPts val="0"/>
                        </a:spcAft>
                        <a:buClr>
                          <a:srgbClr val="92D050"/>
                        </a:buClr>
                        <a:buSzPts val="900"/>
                        <a:buFont typeface="Roboto"/>
                        <a:buNone/>
                      </a:pPr>
                      <a:r>
                        <a:rPr lang="en-AU" sz="900" err="1">
                          <a:solidFill>
                            <a:srgbClr val="92D050"/>
                          </a:solidFill>
                          <a:latin typeface="Roboto"/>
                          <a:ea typeface="Roboto"/>
                          <a:cs typeface="Roboto"/>
                          <a:sym typeface="Roboto"/>
                        </a:rPr>
                        <a:t>AssetName</a:t>
                      </a:r>
                      <a:r>
                        <a:rPr lang="en-AU" sz="900" err="1">
                          <a:solidFill>
                            <a:srgbClr val="9E9E9E"/>
                          </a:solidFill>
                          <a:latin typeface="Roboto"/>
                          <a:ea typeface="Roboto"/>
                          <a:cs typeface="Roboto"/>
                          <a:sym typeface="Roboto"/>
                        </a:rPr>
                        <a:t>_Metallic.tga</a:t>
                      </a:r>
                      <a:endParaRPr sz="900">
                        <a:solidFill>
                          <a:srgbClr val="9E9E9E"/>
                        </a:solidFill>
                        <a:latin typeface="Roboto"/>
                        <a:ea typeface="Roboto"/>
                        <a:cs typeface="Roboto"/>
                        <a:sym typeface="Roboto"/>
                      </a:endParaRPr>
                    </a:p>
                    <a:p>
                      <a:pPr marL="0" lvl="0" indent="0" rtl="0">
                        <a:spcBef>
                          <a:spcPts val="560"/>
                        </a:spcBef>
                        <a:spcAft>
                          <a:spcPts val="0"/>
                        </a:spcAft>
                        <a:buClr>
                          <a:srgbClr val="92D050"/>
                        </a:buClr>
                        <a:buSzPts val="900"/>
                        <a:buFont typeface="Roboto"/>
                        <a:buNone/>
                      </a:pPr>
                      <a:r>
                        <a:rPr lang="en-AU" sz="900" err="1">
                          <a:solidFill>
                            <a:srgbClr val="92D050"/>
                          </a:solidFill>
                          <a:latin typeface="Roboto"/>
                          <a:ea typeface="Roboto"/>
                          <a:cs typeface="Roboto"/>
                          <a:sym typeface="Roboto"/>
                        </a:rPr>
                        <a:t>AssetName</a:t>
                      </a:r>
                      <a:r>
                        <a:rPr lang="en-AU" sz="900" err="1">
                          <a:solidFill>
                            <a:srgbClr val="9E9E9E"/>
                          </a:solidFill>
                          <a:latin typeface="Roboto"/>
                          <a:ea typeface="Roboto"/>
                          <a:cs typeface="Roboto"/>
                          <a:sym typeface="Roboto"/>
                        </a:rPr>
                        <a:t>_Roughness.tga</a:t>
                      </a:r>
                      <a:endParaRPr sz="900">
                        <a:solidFill>
                          <a:srgbClr val="9E9E9E"/>
                        </a:solidFill>
                        <a:latin typeface="Roboto"/>
                        <a:ea typeface="Roboto"/>
                        <a:cs typeface="Roboto"/>
                        <a:sym typeface="Roboto"/>
                      </a:endParaRPr>
                    </a:p>
                    <a:p>
                      <a:pPr marL="0" lvl="0" indent="0" rtl="0">
                        <a:spcBef>
                          <a:spcPts val="560"/>
                        </a:spcBef>
                        <a:spcAft>
                          <a:spcPts val="0"/>
                        </a:spcAft>
                        <a:buClr>
                          <a:schemeClr val="dk1"/>
                        </a:buClr>
                        <a:buSzPts val="900"/>
                        <a:buFont typeface="Arial"/>
                        <a:buNone/>
                      </a:pPr>
                      <a:r>
                        <a:rPr lang="en-AU" sz="900" err="1">
                          <a:solidFill>
                            <a:srgbClr val="92D050"/>
                          </a:solidFill>
                          <a:latin typeface="Roboto"/>
                          <a:ea typeface="Roboto"/>
                          <a:cs typeface="Roboto"/>
                          <a:sym typeface="Roboto"/>
                        </a:rPr>
                        <a:t>AssetName</a:t>
                      </a:r>
                      <a:r>
                        <a:rPr lang="en-AU" sz="900" err="1">
                          <a:solidFill>
                            <a:srgbClr val="9E9E9E"/>
                          </a:solidFill>
                          <a:latin typeface="Roboto"/>
                          <a:ea typeface="Roboto"/>
                          <a:cs typeface="Roboto"/>
                          <a:sym typeface="Roboto"/>
                        </a:rPr>
                        <a:t>_Normal.tga</a:t>
                      </a:r>
                      <a:endParaRPr sz="900">
                        <a:solidFill>
                          <a:srgbClr val="9E9E9E"/>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92D050"/>
                        </a:buClr>
                        <a:buSzPct val="100000"/>
                        <a:buFont typeface="Arial" panose="020B0604020202020204" pitchFamily="34" charset="0"/>
                        <a:buNone/>
                        <a:tabLst/>
                        <a:defRPr/>
                      </a:pPr>
                      <a:r>
                        <a:rPr lang="en-AU" sz="900" b="0" i="0" u="none" strike="noStrike" cap="none">
                          <a:solidFill>
                            <a:srgbClr val="92D050"/>
                          </a:solidFill>
                          <a:latin typeface="Roboto"/>
                          <a:ea typeface="Roboto"/>
                          <a:cs typeface="Arial"/>
                          <a:sym typeface="Roboto"/>
                        </a:rPr>
                        <a:t>…</a:t>
                      </a:r>
                      <a:endParaRPr sz="900" b="0" i="0" u="none" strike="noStrike" cap="none">
                        <a:solidFill>
                          <a:srgbClr val="92D050"/>
                        </a:solidFill>
                        <a:latin typeface="Roboto"/>
                        <a:ea typeface="Roboto"/>
                        <a:cs typeface="Arial"/>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extLst>
                  <a:ext uri="{0D108BD9-81ED-4DB2-BD59-A6C34878D82A}">
                    <a16:rowId xmlns:a16="http://schemas.microsoft.com/office/drawing/2014/main" val="10002"/>
                  </a:ext>
                </a:extLst>
              </a:tr>
              <a:tr h="1014175">
                <a:tc>
                  <a:txBody>
                    <a:bodyPr/>
                    <a:lstStyle/>
                    <a:p>
                      <a:pPr marL="0" lvl="0" indent="0" rtl="0">
                        <a:spcBef>
                          <a:spcPts val="560"/>
                        </a:spcBef>
                        <a:spcAft>
                          <a:spcPts val="0"/>
                        </a:spcAft>
                        <a:buClr>
                          <a:schemeClr val="dk1"/>
                        </a:buClr>
                        <a:buSzPts val="900"/>
                        <a:buFont typeface="Arial" panose="020B0604020202020204" pitchFamily="34" charset="0"/>
                        <a:buNone/>
                      </a:pPr>
                      <a:r>
                        <a:rPr lang="en-AU" sz="900" err="1">
                          <a:solidFill>
                            <a:srgbClr val="92D050"/>
                          </a:solidFill>
                          <a:latin typeface="Roboto"/>
                          <a:ea typeface="Roboto"/>
                          <a:cs typeface="Roboto"/>
                          <a:sym typeface="Roboto"/>
                        </a:rPr>
                        <a:t>AssetName</a:t>
                      </a:r>
                      <a:r>
                        <a:rPr lang="en-AU" sz="900" err="1">
                          <a:solidFill>
                            <a:srgbClr val="9E9E9E"/>
                          </a:solidFill>
                          <a:latin typeface="Roboto"/>
                          <a:ea typeface="Roboto"/>
                          <a:cs typeface="Roboto"/>
                          <a:sym typeface="Roboto"/>
                        </a:rPr>
                        <a:t>.fbx</a:t>
                      </a:r>
                      <a:endParaRPr sz="900">
                        <a:solidFill>
                          <a:srgbClr val="9E9E9E"/>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92D050"/>
                        </a:buClr>
                        <a:buSzPct val="100000"/>
                        <a:buFont typeface="Arial" panose="020B0604020202020204" pitchFamily="34" charset="0"/>
                        <a:buNone/>
                        <a:tabLst/>
                        <a:defRPr/>
                      </a:pPr>
                      <a:r>
                        <a:rPr lang="en-AU" sz="900" b="0" i="0" u="none" strike="noStrike" cap="none">
                          <a:solidFill>
                            <a:srgbClr val="92D050"/>
                          </a:solidFill>
                          <a:latin typeface="Roboto"/>
                          <a:ea typeface="Roboto"/>
                          <a:cs typeface="Arial"/>
                          <a:sym typeface="Roboto"/>
                        </a:rPr>
                        <a:t>Polycount</a:t>
                      </a:r>
                      <a:endParaRPr sz="900" b="0" i="0" u="none" strike="noStrike" cap="none">
                        <a:solidFill>
                          <a:srgbClr val="92D050"/>
                        </a:solidFill>
                        <a:latin typeface="Roboto"/>
                        <a:ea typeface="Roboto"/>
                        <a:cs typeface="Arial"/>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rtl="0">
                        <a:lnSpc>
                          <a:spcPct val="100000"/>
                        </a:lnSpc>
                        <a:spcBef>
                          <a:spcPts val="0"/>
                        </a:spcBef>
                        <a:spcAft>
                          <a:spcPts val="0"/>
                        </a:spcAft>
                        <a:buFont typeface="Roboto"/>
                        <a:buNone/>
                      </a:pPr>
                      <a:r>
                        <a:rPr lang="en-AU" sz="900" u="none" strike="noStrike" cap="none" err="1">
                          <a:solidFill>
                            <a:srgbClr val="A5A5A5"/>
                          </a:solidFill>
                          <a:latin typeface="Roboto"/>
                          <a:ea typeface="Roboto"/>
                          <a:cs typeface="Roboto"/>
                          <a:sym typeface="Roboto"/>
                        </a:rPr>
                        <a:t>BaseColor</a:t>
                      </a:r>
                      <a:r>
                        <a:rPr lang="en-AU" sz="900" u="none" strike="noStrike" cap="none">
                          <a:solidFill>
                            <a:srgbClr val="9E9E9E"/>
                          </a:solidFill>
                          <a:latin typeface="Roboto"/>
                          <a:ea typeface="Roboto"/>
                          <a:cs typeface="Roboto"/>
                        </a:rPr>
                        <a:t> </a:t>
                      </a:r>
                      <a:endParaRPr lang="en-AU" sz="900">
                        <a:solidFill>
                          <a:srgbClr val="9E9E9E"/>
                        </a:solidFill>
                        <a:latin typeface="Roboto"/>
                        <a:ea typeface="Roboto"/>
                        <a:cs typeface="Roboto"/>
                        <a:sym typeface="Roboto"/>
                      </a:endParaRPr>
                    </a:p>
                    <a:p>
                      <a:pPr marL="0" marR="0" lvl="0" indent="0" rtl="0">
                        <a:lnSpc>
                          <a:spcPct val="100000"/>
                        </a:lnSpc>
                        <a:spcBef>
                          <a:spcPts val="560"/>
                        </a:spcBef>
                        <a:spcAft>
                          <a:spcPts val="0"/>
                        </a:spcAft>
                        <a:buFont typeface="Roboto"/>
                        <a:buNone/>
                      </a:pPr>
                      <a:r>
                        <a:rPr lang="en-AU" sz="900">
                          <a:solidFill>
                            <a:srgbClr val="9E9E9E"/>
                          </a:solidFill>
                          <a:latin typeface="Roboto"/>
                          <a:ea typeface="Roboto"/>
                          <a:cs typeface="Roboto"/>
                          <a:sym typeface="Roboto"/>
                        </a:rPr>
                        <a:t>Metallic</a:t>
                      </a:r>
                      <a:r>
                        <a:rPr lang="en-AU" sz="900" u="none" strike="noStrike" cap="none">
                          <a:solidFill>
                            <a:srgbClr val="9E9E9E"/>
                          </a:solidFill>
                          <a:latin typeface="Roboto"/>
                          <a:ea typeface="Roboto"/>
                          <a:cs typeface="Roboto"/>
                        </a:rPr>
                        <a:t>   </a:t>
                      </a:r>
                      <a:endParaRPr lang="en-AU" sz="900">
                        <a:solidFill>
                          <a:srgbClr val="9E9E9E"/>
                        </a:solidFill>
                        <a:latin typeface="Roboto"/>
                        <a:ea typeface="Roboto"/>
                        <a:cs typeface="Roboto"/>
                        <a:sym typeface="Roboto"/>
                      </a:endParaRPr>
                    </a:p>
                    <a:p>
                      <a:pPr marL="0" marR="0" lvl="0" indent="0" rtl="0">
                        <a:lnSpc>
                          <a:spcPct val="100000"/>
                        </a:lnSpc>
                        <a:spcBef>
                          <a:spcPts val="560"/>
                        </a:spcBef>
                        <a:spcAft>
                          <a:spcPts val="0"/>
                        </a:spcAft>
                        <a:buFont typeface="Roboto"/>
                        <a:buNone/>
                      </a:pPr>
                      <a:r>
                        <a:rPr lang="en-AU" sz="900">
                          <a:solidFill>
                            <a:srgbClr val="9E9E9E"/>
                          </a:solidFill>
                          <a:latin typeface="Roboto"/>
                          <a:ea typeface="Roboto"/>
                          <a:cs typeface="Roboto"/>
                          <a:sym typeface="Roboto"/>
                        </a:rPr>
                        <a:t>Roughness</a:t>
                      </a:r>
                      <a:r>
                        <a:rPr lang="en-AU" sz="900" u="none" strike="noStrike" cap="none">
                          <a:solidFill>
                            <a:srgbClr val="9E9E9E"/>
                          </a:solidFill>
                          <a:latin typeface="Roboto"/>
                          <a:ea typeface="Roboto"/>
                          <a:cs typeface="Roboto"/>
                        </a:rPr>
                        <a:t> </a:t>
                      </a:r>
                    </a:p>
                    <a:p>
                      <a:pPr marL="0" marR="0" lvl="0" indent="0" rtl="0">
                        <a:lnSpc>
                          <a:spcPct val="100000"/>
                        </a:lnSpc>
                        <a:spcBef>
                          <a:spcPts val="560"/>
                        </a:spcBef>
                        <a:spcAft>
                          <a:spcPts val="0"/>
                        </a:spcAft>
                        <a:buFont typeface="Roboto"/>
                        <a:buNone/>
                      </a:pPr>
                      <a:r>
                        <a:rPr lang="en-AU" sz="900" u="none" strike="noStrike" cap="none">
                          <a:solidFill>
                            <a:srgbClr val="9E9E9E"/>
                          </a:solidFill>
                          <a:latin typeface="Roboto"/>
                          <a:ea typeface="Roboto"/>
                          <a:cs typeface="Roboto"/>
                          <a:sym typeface="Roboto"/>
                        </a:rPr>
                        <a:t>Normal</a:t>
                      </a:r>
                      <a:r>
                        <a:rPr lang="en-AU" sz="900" u="none" strike="noStrike" cap="none">
                          <a:solidFill>
                            <a:srgbClr val="9E9E9E"/>
                          </a:solidFill>
                          <a:latin typeface="Roboto"/>
                          <a:ea typeface="Roboto"/>
                          <a:cs typeface="Roboto"/>
                        </a:rPr>
                        <a:t> </a:t>
                      </a:r>
                      <a:endParaRPr lang="en-AU" sz="900">
                        <a:solidFill>
                          <a:srgbClr val="9E9E9E"/>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rtl="0">
                        <a:lnSpc>
                          <a:spcPct val="100000"/>
                        </a:lnSpc>
                        <a:spcBef>
                          <a:spcPts val="0"/>
                        </a:spcBef>
                        <a:spcAft>
                          <a:spcPts val="0"/>
                        </a:spcAft>
                        <a:buClr>
                          <a:schemeClr val="dk1"/>
                        </a:buClr>
                        <a:buSzPts val="900"/>
                        <a:buFont typeface="Arial"/>
                        <a:buNone/>
                      </a:pPr>
                      <a:r>
                        <a:rPr lang="en-AU" sz="900" u="none" strike="noStrike" cap="none">
                          <a:solidFill>
                            <a:srgbClr val="92D050"/>
                          </a:solidFill>
                          <a:latin typeface="Roboto"/>
                          <a:ea typeface="Roboto"/>
                          <a:cs typeface="Roboto"/>
                          <a:sym typeface="Roboto"/>
                        </a:rPr>
                        <a:t>Texture Size</a:t>
                      </a:r>
                      <a:endParaRPr lang="en-AU" sz="900">
                        <a:solidFill>
                          <a:srgbClr val="92D050"/>
                        </a:solidFill>
                        <a:latin typeface="Roboto"/>
                        <a:ea typeface="Roboto"/>
                        <a:cs typeface="Roboto"/>
                        <a:sym typeface="Roboto"/>
                      </a:endParaRPr>
                    </a:p>
                    <a:p>
                      <a:pPr marL="0" marR="0" lvl="0" indent="0" rtl="0">
                        <a:lnSpc>
                          <a:spcPct val="100000"/>
                        </a:lnSpc>
                        <a:spcBef>
                          <a:spcPts val="560"/>
                        </a:spcBef>
                        <a:spcAft>
                          <a:spcPts val="0"/>
                        </a:spcAft>
                        <a:buClr>
                          <a:srgbClr val="B7B7B7"/>
                        </a:buClr>
                        <a:buSzPts val="900"/>
                        <a:buFont typeface="Roboto"/>
                        <a:buNone/>
                      </a:pPr>
                      <a:r>
                        <a:rPr lang="en-AU" sz="900">
                          <a:solidFill>
                            <a:srgbClr val="92D050"/>
                          </a:solidFill>
                          <a:latin typeface="Roboto"/>
                          <a:ea typeface="Roboto"/>
                          <a:cs typeface="Roboto"/>
                          <a:sym typeface="Roboto"/>
                        </a:rPr>
                        <a:t>Texture Size</a:t>
                      </a:r>
                    </a:p>
                    <a:p>
                      <a:pPr marL="0" marR="0" lvl="0" indent="0" rtl="0">
                        <a:lnSpc>
                          <a:spcPct val="100000"/>
                        </a:lnSpc>
                        <a:spcBef>
                          <a:spcPts val="560"/>
                        </a:spcBef>
                        <a:spcAft>
                          <a:spcPts val="0"/>
                        </a:spcAft>
                        <a:buClr>
                          <a:srgbClr val="B7B7B7"/>
                        </a:buClr>
                        <a:buSzPts val="900"/>
                        <a:buFont typeface="Roboto"/>
                        <a:buNone/>
                      </a:pPr>
                      <a:r>
                        <a:rPr lang="en-AU" sz="900">
                          <a:solidFill>
                            <a:srgbClr val="92D050"/>
                          </a:solidFill>
                          <a:latin typeface="Roboto"/>
                          <a:ea typeface="Roboto"/>
                          <a:cs typeface="Roboto"/>
                          <a:sym typeface="Roboto"/>
                        </a:rPr>
                        <a:t>Texture Size</a:t>
                      </a:r>
                    </a:p>
                    <a:p>
                      <a:pPr marL="0" marR="0" lvl="0" indent="0" rtl="0">
                        <a:lnSpc>
                          <a:spcPct val="100000"/>
                        </a:lnSpc>
                        <a:spcBef>
                          <a:spcPts val="560"/>
                        </a:spcBef>
                        <a:spcAft>
                          <a:spcPts val="0"/>
                        </a:spcAft>
                        <a:buClr>
                          <a:schemeClr val="dk1"/>
                        </a:buClr>
                        <a:buSzPts val="900"/>
                        <a:buFont typeface="Arial"/>
                        <a:buNone/>
                      </a:pPr>
                      <a:r>
                        <a:rPr lang="en-AU" sz="900" u="none" strike="noStrike" cap="none">
                          <a:solidFill>
                            <a:srgbClr val="92D050"/>
                          </a:solidFill>
                          <a:latin typeface="Roboto"/>
                          <a:ea typeface="Roboto"/>
                          <a:cs typeface="Roboto"/>
                          <a:sym typeface="Roboto"/>
                        </a:rPr>
                        <a:t>Texture Size</a:t>
                      </a:r>
                      <a:endParaRPr lang="en-AU" sz="900">
                        <a:solidFill>
                          <a:srgbClr val="92D050"/>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lvl="0" indent="0" rtl="0">
                        <a:spcBef>
                          <a:spcPts val="0"/>
                        </a:spcBef>
                        <a:spcAft>
                          <a:spcPts val="0"/>
                        </a:spcAft>
                        <a:buClr>
                          <a:srgbClr val="92D050"/>
                        </a:buClr>
                        <a:buSzPts val="900"/>
                        <a:buFont typeface="Roboto"/>
                        <a:buNone/>
                      </a:pPr>
                      <a:r>
                        <a:rPr lang="en-AU" sz="900" err="1">
                          <a:solidFill>
                            <a:srgbClr val="92D050"/>
                          </a:solidFill>
                          <a:latin typeface="Roboto"/>
                          <a:ea typeface="Roboto"/>
                          <a:cs typeface="Roboto"/>
                          <a:sym typeface="Roboto"/>
                        </a:rPr>
                        <a:t>AssetName</a:t>
                      </a:r>
                      <a:r>
                        <a:rPr lang="en-AU" sz="900" err="1">
                          <a:solidFill>
                            <a:srgbClr val="9E9E9E"/>
                          </a:solidFill>
                          <a:latin typeface="Roboto"/>
                          <a:ea typeface="Roboto"/>
                          <a:cs typeface="Roboto"/>
                          <a:sym typeface="Roboto"/>
                        </a:rPr>
                        <a:t>_</a:t>
                      </a:r>
                      <a:r>
                        <a:rPr lang="en-AU" sz="900" u="none" strike="noStrike" cap="none" err="1">
                          <a:solidFill>
                            <a:srgbClr val="A5A5A5"/>
                          </a:solidFill>
                          <a:latin typeface="Roboto"/>
                          <a:ea typeface="Roboto"/>
                          <a:cs typeface="Roboto"/>
                          <a:sym typeface="Roboto"/>
                        </a:rPr>
                        <a:t>BaseColor</a:t>
                      </a:r>
                      <a:r>
                        <a:rPr lang="en-AU" sz="900" err="1">
                          <a:solidFill>
                            <a:srgbClr val="9E9E9E"/>
                          </a:solidFill>
                          <a:latin typeface="Roboto"/>
                          <a:ea typeface="Roboto"/>
                          <a:cs typeface="Roboto"/>
                          <a:sym typeface="Roboto"/>
                        </a:rPr>
                        <a:t>.tga</a:t>
                      </a:r>
                      <a:endParaRPr sz="900">
                        <a:solidFill>
                          <a:srgbClr val="9E9E9E"/>
                        </a:solidFill>
                        <a:latin typeface="Roboto"/>
                        <a:ea typeface="Roboto"/>
                        <a:cs typeface="Roboto"/>
                        <a:sym typeface="Roboto"/>
                      </a:endParaRPr>
                    </a:p>
                    <a:p>
                      <a:pPr marL="0" lvl="0" indent="0" rtl="0">
                        <a:spcBef>
                          <a:spcPts val="560"/>
                        </a:spcBef>
                        <a:spcAft>
                          <a:spcPts val="0"/>
                        </a:spcAft>
                        <a:buClr>
                          <a:srgbClr val="92D050"/>
                        </a:buClr>
                        <a:buSzPts val="900"/>
                        <a:buFont typeface="Roboto"/>
                        <a:buNone/>
                      </a:pPr>
                      <a:r>
                        <a:rPr lang="en-AU" sz="900" err="1">
                          <a:solidFill>
                            <a:srgbClr val="92D050"/>
                          </a:solidFill>
                          <a:latin typeface="Roboto"/>
                          <a:ea typeface="Roboto"/>
                          <a:cs typeface="Roboto"/>
                          <a:sym typeface="Roboto"/>
                        </a:rPr>
                        <a:t>AssetName</a:t>
                      </a:r>
                      <a:r>
                        <a:rPr lang="en-AU" sz="900" err="1">
                          <a:solidFill>
                            <a:srgbClr val="9E9E9E"/>
                          </a:solidFill>
                          <a:latin typeface="Roboto"/>
                          <a:ea typeface="Roboto"/>
                          <a:cs typeface="Roboto"/>
                          <a:sym typeface="Roboto"/>
                        </a:rPr>
                        <a:t>_Metallic.tga</a:t>
                      </a:r>
                      <a:endParaRPr sz="900">
                        <a:solidFill>
                          <a:srgbClr val="9E9E9E"/>
                        </a:solidFill>
                        <a:latin typeface="Roboto"/>
                        <a:ea typeface="Roboto"/>
                        <a:cs typeface="Roboto"/>
                        <a:sym typeface="Roboto"/>
                      </a:endParaRPr>
                    </a:p>
                    <a:p>
                      <a:pPr marL="0" lvl="0" indent="0" rtl="0">
                        <a:spcBef>
                          <a:spcPts val="560"/>
                        </a:spcBef>
                        <a:spcAft>
                          <a:spcPts val="0"/>
                        </a:spcAft>
                        <a:buClr>
                          <a:srgbClr val="92D050"/>
                        </a:buClr>
                        <a:buSzPts val="900"/>
                        <a:buFont typeface="Roboto"/>
                        <a:buNone/>
                      </a:pPr>
                      <a:r>
                        <a:rPr lang="en-AU" sz="900" err="1">
                          <a:solidFill>
                            <a:srgbClr val="92D050"/>
                          </a:solidFill>
                          <a:latin typeface="Roboto"/>
                          <a:ea typeface="Roboto"/>
                          <a:cs typeface="Roboto"/>
                          <a:sym typeface="Roboto"/>
                        </a:rPr>
                        <a:t>AssetName</a:t>
                      </a:r>
                      <a:r>
                        <a:rPr lang="en-AU" sz="900" err="1">
                          <a:solidFill>
                            <a:srgbClr val="9E9E9E"/>
                          </a:solidFill>
                          <a:latin typeface="Roboto"/>
                          <a:ea typeface="Roboto"/>
                          <a:cs typeface="Roboto"/>
                          <a:sym typeface="Roboto"/>
                        </a:rPr>
                        <a:t>_Roughness.tga</a:t>
                      </a:r>
                      <a:endParaRPr sz="900">
                        <a:solidFill>
                          <a:srgbClr val="9E9E9E"/>
                        </a:solidFill>
                        <a:latin typeface="Roboto"/>
                        <a:ea typeface="Roboto"/>
                        <a:cs typeface="Roboto"/>
                        <a:sym typeface="Roboto"/>
                      </a:endParaRPr>
                    </a:p>
                    <a:p>
                      <a:pPr marL="0" lvl="0" indent="0" rtl="0">
                        <a:spcBef>
                          <a:spcPts val="560"/>
                        </a:spcBef>
                        <a:spcAft>
                          <a:spcPts val="0"/>
                        </a:spcAft>
                        <a:buClr>
                          <a:schemeClr val="dk1"/>
                        </a:buClr>
                        <a:buSzPts val="900"/>
                        <a:buFont typeface="Arial"/>
                        <a:buNone/>
                      </a:pPr>
                      <a:r>
                        <a:rPr lang="en-AU" sz="900" err="1">
                          <a:solidFill>
                            <a:srgbClr val="92D050"/>
                          </a:solidFill>
                          <a:latin typeface="Roboto"/>
                          <a:ea typeface="Roboto"/>
                          <a:cs typeface="Roboto"/>
                          <a:sym typeface="Roboto"/>
                        </a:rPr>
                        <a:t>AssetName</a:t>
                      </a:r>
                      <a:r>
                        <a:rPr lang="en-AU" sz="900" err="1">
                          <a:solidFill>
                            <a:srgbClr val="9E9E9E"/>
                          </a:solidFill>
                          <a:latin typeface="Roboto"/>
                          <a:ea typeface="Roboto"/>
                          <a:cs typeface="Roboto"/>
                          <a:sym typeface="Roboto"/>
                        </a:rPr>
                        <a:t>_Normal.tga</a:t>
                      </a:r>
                      <a:endParaRPr sz="900">
                        <a:solidFill>
                          <a:srgbClr val="9E9E9E"/>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92D050"/>
                        </a:buClr>
                        <a:buSzPct val="100000"/>
                        <a:buFont typeface="Arial" panose="020B0604020202020204" pitchFamily="34" charset="0"/>
                        <a:buNone/>
                        <a:tabLst/>
                        <a:defRPr/>
                      </a:pPr>
                      <a:r>
                        <a:rPr lang="en-AU" sz="900" b="0" i="0" u="none" strike="noStrike" cap="none">
                          <a:solidFill>
                            <a:srgbClr val="92D050"/>
                          </a:solidFill>
                          <a:latin typeface="Roboto"/>
                          <a:ea typeface="Roboto"/>
                          <a:cs typeface="Arial"/>
                          <a:sym typeface="Roboto"/>
                        </a:rPr>
                        <a:t>…</a:t>
                      </a:r>
                      <a:endParaRPr sz="900" b="0" i="0" u="none" strike="noStrike" cap="none">
                        <a:solidFill>
                          <a:srgbClr val="92D050"/>
                        </a:solidFill>
                        <a:latin typeface="Roboto"/>
                        <a:ea typeface="Roboto"/>
                        <a:cs typeface="Arial"/>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extLst>
                  <a:ext uri="{0D108BD9-81ED-4DB2-BD59-A6C34878D82A}">
                    <a16:rowId xmlns:a16="http://schemas.microsoft.com/office/drawing/2014/main" val="10003"/>
                  </a:ext>
                </a:extLst>
              </a:tr>
            </a:tbl>
          </a:graphicData>
        </a:graphic>
      </p:graphicFrame>
      <p:sp>
        <p:nvSpPr>
          <p:cNvPr id="348" name="Google Shape;348;p55"/>
          <p:cNvSpPr txBox="1"/>
          <p:nvPr/>
        </p:nvSpPr>
        <p:spPr>
          <a:xfrm>
            <a:off x="383575" y="948175"/>
            <a:ext cx="8178900" cy="420100"/>
          </a:xfrm>
          <a:prstGeom prst="rect">
            <a:avLst/>
          </a:prstGeom>
          <a:noFill/>
          <a:ln>
            <a:noFill/>
          </a:ln>
        </p:spPr>
        <p:txBody>
          <a:bodyPr spcFirstLastPara="1" wrap="square" lIns="91425" tIns="45700" rIns="91425" bIns="45700" anchor="t" anchorCtr="0">
            <a:noAutofit/>
          </a:bodyPr>
          <a:lstStyle/>
          <a:p>
            <a:pPr marL="0" lvl="0" indent="0" rtl="0">
              <a:spcBef>
                <a:spcPts val="0"/>
              </a:spcBef>
              <a:spcAft>
                <a:spcPts val="0"/>
              </a:spcAft>
              <a:buNone/>
            </a:pPr>
            <a:r>
              <a:rPr lang="en-AU" sz="900">
                <a:solidFill>
                  <a:srgbClr val="B7B7B7"/>
                </a:solidFill>
                <a:latin typeface="Roboto"/>
                <a:ea typeface="Roboto"/>
                <a:cs typeface="Roboto"/>
                <a:sym typeface="Roboto"/>
              </a:rPr>
              <a:t>Create an asset list for the environment. List each asset below, include the asset name, estimated polycount, texture size. Estimate the hours required to complete each asset and the total cost based on industry contract rates. Duplicate slides where required.</a:t>
            </a:r>
            <a:endParaRPr sz="2800">
              <a:solidFill>
                <a:srgbClr val="FFFFFF"/>
              </a:solidFill>
              <a:latin typeface="Calibri"/>
              <a:ea typeface="Calibri"/>
              <a:cs typeface="Calibri"/>
              <a:sym typeface="Calibri"/>
            </a:endParaRPr>
          </a:p>
        </p:txBody>
      </p:sp>
      <p:sp>
        <p:nvSpPr>
          <p:cNvPr id="349" name="Google Shape;349;p55"/>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Pre-Production | </a:t>
            </a:r>
            <a:r>
              <a:rPr lang="en-AU" sz="3000">
                <a:solidFill>
                  <a:srgbClr val="8CB3E3"/>
                </a:solidFill>
                <a:latin typeface="Roboto"/>
                <a:ea typeface="Roboto"/>
                <a:cs typeface="Roboto"/>
                <a:sym typeface="Roboto"/>
              </a:rPr>
              <a:t>Asset List</a:t>
            </a:r>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Shape 238"/>
        <p:cNvGrpSpPr/>
        <p:nvPr/>
      </p:nvGrpSpPr>
      <p:grpSpPr>
        <a:xfrm>
          <a:off x="0" y="0"/>
          <a:ext cx="0" cy="0"/>
          <a:chOff x="0" y="0"/>
          <a:chExt cx="0" cy="0"/>
        </a:xfrm>
      </p:grpSpPr>
      <p:sp>
        <p:nvSpPr>
          <p:cNvPr id="239" name="Google Shape;239;p38"/>
          <p:cNvSpPr txBox="1">
            <a:spLocks noGrp="1"/>
          </p:cNvSpPr>
          <p:nvPr>
            <p:ph type="body" idx="1"/>
          </p:nvPr>
        </p:nvSpPr>
        <p:spPr>
          <a:xfrm>
            <a:off x="350850" y="1063375"/>
            <a:ext cx="7900200" cy="294300"/>
          </a:xfrm>
          <a:prstGeom prst="rect">
            <a:avLst/>
          </a:prstGeom>
          <a:noFill/>
          <a:ln>
            <a:noFill/>
          </a:ln>
        </p:spPr>
        <p:txBody>
          <a:bodyPr spcFirstLastPara="1" wrap="square" lIns="91425" tIns="45700" rIns="91425" bIns="45700" anchor="t" anchorCtr="0">
            <a:noAutofit/>
          </a:bodyPr>
          <a:lstStyle/>
          <a:p>
            <a:pPr marL="0" lvl="0" indent="0">
              <a:spcBef>
                <a:spcPts val="0"/>
              </a:spcBef>
              <a:buClr>
                <a:schemeClr val="dk1"/>
              </a:buClr>
              <a:buSzPts val="225"/>
              <a:buNone/>
            </a:pPr>
            <a:r>
              <a:rPr lang="en-US" sz="900">
                <a:solidFill>
                  <a:srgbClr val="B7B7B7"/>
                </a:solidFill>
                <a:latin typeface="Roboto"/>
                <a:ea typeface="Roboto"/>
                <a:cs typeface="Roboto"/>
                <a:sym typeface="Roboto"/>
              </a:rPr>
              <a:t>With your trainer, negotiate a schedule covering each stage of development and include the milestone dates. Research and list the software required for each stage.</a:t>
            </a:r>
            <a:endParaRPr lang="en-US" sz="900"/>
          </a:p>
        </p:txBody>
      </p:sp>
      <p:graphicFrame>
        <p:nvGraphicFramePr>
          <p:cNvPr id="240" name="Google Shape;240;p38"/>
          <p:cNvGraphicFramePr/>
          <p:nvPr>
            <p:extLst>
              <p:ext uri="{D42A27DB-BD31-4B8C-83A1-F6EECF244321}">
                <p14:modId xmlns:p14="http://schemas.microsoft.com/office/powerpoint/2010/main" val="2415570701"/>
              </p:ext>
            </p:extLst>
          </p:nvPr>
        </p:nvGraphicFramePr>
        <p:xfrm>
          <a:off x="446561" y="1445175"/>
          <a:ext cx="7331093" cy="1935300"/>
        </p:xfrm>
        <a:graphic>
          <a:graphicData uri="http://schemas.openxmlformats.org/drawingml/2006/table">
            <a:tbl>
              <a:tblPr>
                <a:noFill/>
              </a:tblPr>
              <a:tblGrid>
                <a:gridCol w="3716877">
                  <a:extLst>
                    <a:ext uri="{9D8B030D-6E8A-4147-A177-3AD203B41FA5}">
                      <a16:colId xmlns:a16="http://schemas.microsoft.com/office/drawing/2014/main" val="20000"/>
                    </a:ext>
                  </a:extLst>
                </a:gridCol>
                <a:gridCol w="1108953">
                  <a:extLst>
                    <a:ext uri="{9D8B030D-6E8A-4147-A177-3AD203B41FA5}">
                      <a16:colId xmlns:a16="http://schemas.microsoft.com/office/drawing/2014/main" val="20001"/>
                    </a:ext>
                  </a:extLst>
                </a:gridCol>
                <a:gridCol w="2505263">
                  <a:extLst>
                    <a:ext uri="{9D8B030D-6E8A-4147-A177-3AD203B41FA5}">
                      <a16:colId xmlns:a16="http://schemas.microsoft.com/office/drawing/2014/main" val="20002"/>
                    </a:ext>
                  </a:extLst>
                </a:gridCol>
              </a:tblGrid>
              <a:tr h="291850">
                <a:tc>
                  <a:txBody>
                    <a:bodyPr/>
                    <a:lstStyle/>
                    <a:p>
                      <a:pPr marL="0" marR="0" lvl="0" indent="0" algn="l" rtl="0">
                        <a:lnSpc>
                          <a:spcPct val="100000"/>
                        </a:lnSpc>
                        <a:spcBef>
                          <a:spcPts val="0"/>
                        </a:spcBef>
                        <a:spcAft>
                          <a:spcPts val="0"/>
                        </a:spcAft>
                        <a:buClr>
                          <a:srgbClr val="D9D9D9"/>
                        </a:buClr>
                        <a:buSzPts val="1000"/>
                        <a:buFont typeface="Roboto"/>
                        <a:buNone/>
                      </a:pPr>
                      <a:r>
                        <a:rPr lang="en-AU" sz="1000" b="1" u="none" strike="noStrike" cap="none">
                          <a:solidFill>
                            <a:schemeClr val="bg1">
                              <a:lumMod val="85000"/>
                            </a:schemeClr>
                          </a:solidFill>
                          <a:latin typeface="Roboto"/>
                          <a:ea typeface="Roboto"/>
                          <a:cs typeface="Roboto"/>
                          <a:sym typeface="Roboto"/>
                        </a:rPr>
                        <a:t>Task</a:t>
                      </a:r>
                      <a:endParaRPr>
                        <a:solidFill>
                          <a:schemeClr val="bg1">
                            <a:lumMod val="85000"/>
                          </a:schemeClr>
                        </a:solidFill>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434343"/>
                    </a:solidFill>
                  </a:tcPr>
                </a:tc>
                <a:tc>
                  <a:txBody>
                    <a:bodyPr/>
                    <a:lstStyle/>
                    <a:p>
                      <a:pPr marL="0" marR="0" lvl="0" indent="0" algn="l" rtl="0">
                        <a:lnSpc>
                          <a:spcPct val="100000"/>
                        </a:lnSpc>
                        <a:spcBef>
                          <a:spcPts val="0"/>
                        </a:spcBef>
                        <a:spcAft>
                          <a:spcPts val="0"/>
                        </a:spcAft>
                        <a:buClr>
                          <a:srgbClr val="D9D9D9"/>
                        </a:buClr>
                        <a:buSzPts val="1000"/>
                        <a:buFont typeface="Roboto"/>
                        <a:buNone/>
                      </a:pPr>
                      <a:r>
                        <a:rPr lang="en-AU" sz="1000" b="1" u="none" strike="noStrike" cap="none">
                          <a:solidFill>
                            <a:srgbClr val="D9D9D9"/>
                          </a:solidFill>
                          <a:latin typeface="Roboto"/>
                          <a:ea typeface="Roboto"/>
                          <a:cs typeface="Roboto"/>
                          <a:sym typeface="Roboto"/>
                        </a:rPr>
                        <a:t>Milestone Date</a:t>
                      </a:r>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434343"/>
                    </a:solidFill>
                  </a:tcPr>
                </a:tc>
                <a:tc>
                  <a:txBody>
                    <a:bodyPr/>
                    <a:lstStyle/>
                    <a:p>
                      <a:pPr marL="0" marR="0" lvl="0" indent="0" algn="l" rtl="0">
                        <a:lnSpc>
                          <a:spcPct val="100000"/>
                        </a:lnSpc>
                        <a:spcBef>
                          <a:spcPts val="0"/>
                        </a:spcBef>
                        <a:spcAft>
                          <a:spcPts val="0"/>
                        </a:spcAft>
                        <a:buClr>
                          <a:srgbClr val="D9D9D9"/>
                        </a:buClr>
                        <a:buSzPts val="1000"/>
                        <a:buFont typeface="Roboto"/>
                        <a:buNone/>
                      </a:pPr>
                      <a:r>
                        <a:rPr lang="en-AU" sz="1000" b="1" u="none" strike="noStrike" cap="none">
                          <a:solidFill>
                            <a:srgbClr val="D9D9D9"/>
                          </a:solidFill>
                          <a:latin typeface="Roboto"/>
                          <a:ea typeface="Roboto"/>
                          <a:cs typeface="Roboto"/>
                          <a:sym typeface="Roboto"/>
                        </a:rPr>
                        <a:t>Software Required</a:t>
                      </a:r>
                      <a:endParaRPr/>
                    </a:p>
                  </a:txBody>
                  <a:tcPr marL="91425" marR="91425" marT="91425" marB="91425">
                    <a:lnL w="19050" cap="flat" cmpd="sng">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solidFill>
                      <a:srgbClr val="434343"/>
                    </a:solidFill>
                  </a:tcPr>
                </a:tc>
                <a:extLst>
                  <a:ext uri="{0D108BD9-81ED-4DB2-BD59-A6C34878D82A}">
                    <a16:rowId xmlns:a16="http://schemas.microsoft.com/office/drawing/2014/main" val="10000"/>
                  </a:ext>
                </a:extLst>
              </a:tr>
              <a:tr h="320000">
                <a:tc>
                  <a:txBody>
                    <a:bodyPr/>
                    <a:lstStyle/>
                    <a:p>
                      <a:pPr marL="0" marR="0" lvl="0" indent="0" algn="l" rtl="0">
                        <a:lnSpc>
                          <a:spcPct val="100000"/>
                        </a:lnSpc>
                        <a:spcBef>
                          <a:spcPts val="0"/>
                        </a:spcBef>
                        <a:spcAft>
                          <a:spcPts val="0"/>
                        </a:spcAft>
                        <a:buClr>
                          <a:srgbClr val="00B0F0"/>
                        </a:buClr>
                        <a:buSzPts val="900"/>
                        <a:buFont typeface="Roboto"/>
                        <a:buNone/>
                      </a:pPr>
                      <a:r>
                        <a:rPr lang="en-AU" sz="900" u="none" strike="noStrike" cap="none">
                          <a:solidFill>
                            <a:schemeClr val="bg1">
                              <a:lumMod val="65000"/>
                            </a:schemeClr>
                          </a:solidFill>
                          <a:latin typeface="Roboto"/>
                          <a:ea typeface="Roboto"/>
                          <a:cs typeface="Roboto"/>
                          <a:sym typeface="Roboto"/>
                        </a:rPr>
                        <a:t>Pre-production</a:t>
                      </a:r>
                      <a:endParaRPr sz="900">
                        <a:solidFill>
                          <a:schemeClr val="bg1">
                            <a:lumMod val="65000"/>
                          </a:schemeClr>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r>
                        <a:rPr lang="en-AU" sz="900" b="0" i="0" u="none" strike="noStrike" cap="none" dirty="0">
                          <a:solidFill>
                            <a:srgbClr val="92D050"/>
                          </a:solidFill>
                          <a:latin typeface="Roboto"/>
                          <a:ea typeface="Roboto"/>
                          <a:cs typeface="Roboto"/>
                          <a:sym typeface="Roboto"/>
                        </a:rPr>
                        <a:t>10/3</a:t>
                      </a: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r>
                        <a:rPr lang="en-AU" sz="900" b="0" i="0" u="none" strike="noStrike" cap="none" dirty="0">
                          <a:solidFill>
                            <a:srgbClr val="92D050"/>
                          </a:solidFill>
                          <a:latin typeface="Roboto"/>
                          <a:ea typeface="Roboto"/>
                          <a:cs typeface="Roboto"/>
                          <a:sym typeface="Roboto"/>
                        </a:rPr>
                        <a:t>Adobe Photoshop, Autodesk Maya</a:t>
                      </a: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extLst>
                  <a:ext uri="{0D108BD9-81ED-4DB2-BD59-A6C34878D82A}">
                    <a16:rowId xmlns:a16="http://schemas.microsoft.com/office/drawing/2014/main" val="10001"/>
                  </a:ext>
                </a:extLst>
              </a:tr>
              <a:tr h="320000">
                <a:tc>
                  <a:txBody>
                    <a:bodyPr/>
                    <a:lstStyle/>
                    <a:p>
                      <a:pPr marL="0" marR="0" lvl="0" indent="0" algn="l" rtl="0">
                        <a:lnSpc>
                          <a:spcPct val="100000"/>
                        </a:lnSpc>
                        <a:spcBef>
                          <a:spcPts val="0"/>
                        </a:spcBef>
                        <a:spcAft>
                          <a:spcPts val="0"/>
                        </a:spcAft>
                        <a:buClr>
                          <a:schemeClr val="dk1"/>
                        </a:buClr>
                        <a:buSzPts val="900"/>
                        <a:buFont typeface="Arial"/>
                        <a:buNone/>
                      </a:pPr>
                      <a:r>
                        <a:rPr lang="en-AU" sz="900" dirty="0">
                          <a:solidFill>
                            <a:schemeClr val="bg1">
                              <a:lumMod val="65000"/>
                            </a:schemeClr>
                          </a:solidFill>
                          <a:latin typeface="Roboto"/>
                          <a:ea typeface="Roboto"/>
                          <a:cs typeface="Roboto"/>
                          <a:sym typeface="Roboto"/>
                        </a:rPr>
                        <a:t>Modelling &amp; UV’s</a:t>
                      </a:r>
                      <a:endParaRPr sz="900" dirty="0">
                        <a:solidFill>
                          <a:schemeClr val="bg1">
                            <a:lumMod val="65000"/>
                          </a:schemeClr>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r>
                        <a:rPr lang="en-AU" sz="900" b="0" i="0" u="none" strike="noStrike" cap="none" dirty="0">
                          <a:solidFill>
                            <a:srgbClr val="92D050"/>
                          </a:solidFill>
                          <a:latin typeface="Roboto"/>
                          <a:ea typeface="Roboto"/>
                          <a:cs typeface="Roboto"/>
                          <a:sym typeface="Roboto"/>
                        </a:rPr>
                        <a:t>27/3</a:t>
                      </a:r>
                      <a:endParaRPr sz="900" b="0" i="0" u="none" strike="noStrike" cap="none" dirty="0">
                        <a:solidFill>
                          <a:srgbClr val="92D050"/>
                        </a:solidFill>
                        <a:latin typeface="Roboto"/>
                        <a:ea typeface="Roboto"/>
                        <a:cs typeface="Roboto"/>
                        <a:sym typeface="Roboto"/>
                      </a:endParaRP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rtl="0">
                        <a:lnSpc>
                          <a:spcPct val="100000"/>
                        </a:lnSpc>
                        <a:spcBef>
                          <a:spcPts val="0"/>
                        </a:spcBef>
                        <a:spcAft>
                          <a:spcPts val="0"/>
                        </a:spcAft>
                        <a:buClr>
                          <a:srgbClr val="000000"/>
                        </a:buClr>
                        <a:buSzPts val="900"/>
                        <a:buFont typeface="Arial"/>
                        <a:buNone/>
                      </a:pPr>
                      <a:r>
                        <a:rPr lang="en-AU" sz="900" b="0" i="0" u="none" strike="noStrike" cap="none" dirty="0">
                          <a:solidFill>
                            <a:srgbClr val="92D050"/>
                          </a:solidFill>
                          <a:latin typeface="Roboto"/>
                          <a:ea typeface="Roboto"/>
                          <a:cs typeface="Roboto"/>
                          <a:sym typeface="Roboto"/>
                        </a:rPr>
                        <a:t>Autodesk Maya</a:t>
                      </a:r>
                      <a:endParaRPr sz="900" b="0" i="0" u="none" strike="noStrike" cap="none" dirty="0">
                        <a:solidFill>
                          <a:srgbClr val="92D050"/>
                        </a:solidFill>
                        <a:latin typeface="Roboto"/>
                        <a:ea typeface="Roboto"/>
                        <a:cs typeface="Roboto"/>
                        <a:sym typeface="Roboto"/>
                      </a:endParaRPr>
                    </a:p>
                  </a:txBody>
                  <a:tcPr marL="91425" marR="91425" marT="91425" marB="91425">
                    <a:lnL w="19050" cap="flat" cmpd="sng" algn="ctr">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lgn="ctr">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extLst>
                  <a:ext uri="{0D108BD9-81ED-4DB2-BD59-A6C34878D82A}">
                    <a16:rowId xmlns:a16="http://schemas.microsoft.com/office/drawing/2014/main" val="10004"/>
                  </a:ext>
                </a:extLst>
              </a:tr>
              <a:tr h="320000">
                <a:tc>
                  <a:txBody>
                    <a:bodyPr/>
                    <a:lstStyle/>
                    <a:p>
                      <a:pPr marL="0" marR="0" lvl="0" indent="0" algn="l" rtl="0">
                        <a:lnSpc>
                          <a:spcPct val="100000"/>
                        </a:lnSpc>
                        <a:spcBef>
                          <a:spcPts val="0"/>
                        </a:spcBef>
                        <a:spcAft>
                          <a:spcPts val="0"/>
                        </a:spcAft>
                        <a:buNone/>
                      </a:pPr>
                      <a:r>
                        <a:rPr lang="en-AU" sz="900" dirty="0">
                          <a:solidFill>
                            <a:schemeClr val="bg1">
                              <a:lumMod val="65000"/>
                            </a:schemeClr>
                          </a:solidFill>
                          <a:latin typeface="Roboto"/>
                          <a:ea typeface="Roboto"/>
                          <a:cs typeface="Roboto"/>
                          <a:sym typeface="Roboto"/>
                        </a:rPr>
                        <a:t>Texturing</a:t>
                      </a:r>
                      <a:endParaRPr sz="900" dirty="0">
                        <a:solidFill>
                          <a:schemeClr val="bg1">
                            <a:lumMod val="65000"/>
                          </a:schemeClr>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900" b="0" i="0" u="none" strike="noStrike" cap="none" dirty="0">
                          <a:solidFill>
                            <a:srgbClr val="92D050"/>
                          </a:solidFill>
                          <a:latin typeface="Roboto"/>
                          <a:ea typeface="Roboto"/>
                          <a:cs typeface="Roboto"/>
                          <a:sym typeface="Roboto"/>
                        </a:rPr>
                        <a:t>31/3</a:t>
                      </a:r>
                      <a:endParaRPr sz="900" b="0" i="0" u="none" strike="noStrike" cap="none" dirty="0">
                        <a:solidFill>
                          <a:srgbClr val="92D050"/>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rtl="0">
                        <a:lnSpc>
                          <a:spcPct val="100000"/>
                        </a:lnSpc>
                        <a:spcBef>
                          <a:spcPts val="0"/>
                        </a:spcBef>
                        <a:spcAft>
                          <a:spcPts val="0"/>
                        </a:spcAft>
                        <a:buNone/>
                      </a:pPr>
                      <a:r>
                        <a:rPr lang="en-AU" sz="900" b="0" i="0" u="none" strike="noStrike" cap="none" dirty="0">
                          <a:solidFill>
                            <a:srgbClr val="92D050"/>
                          </a:solidFill>
                          <a:latin typeface="Roboto"/>
                          <a:ea typeface="Roboto"/>
                          <a:cs typeface="Roboto"/>
                          <a:sym typeface="Roboto"/>
                        </a:rPr>
                        <a:t>Substance Painter, Adobe Photoshop</a:t>
                      </a:r>
                      <a:endParaRPr sz="900" b="0" i="0" u="none" strike="noStrike" cap="none" dirty="0">
                        <a:solidFill>
                          <a:srgbClr val="92D050"/>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extLst>
                  <a:ext uri="{0D108BD9-81ED-4DB2-BD59-A6C34878D82A}">
                    <a16:rowId xmlns:a16="http://schemas.microsoft.com/office/drawing/2014/main" val="10005"/>
                  </a:ext>
                </a:extLst>
              </a:tr>
              <a:tr h="320000">
                <a:tc>
                  <a:txBody>
                    <a:bodyPr/>
                    <a:lstStyle/>
                    <a:p>
                      <a:pPr marL="0" lvl="0" indent="0" rtl="0">
                        <a:spcBef>
                          <a:spcPts val="0"/>
                        </a:spcBef>
                        <a:spcAft>
                          <a:spcPts val="0"/>
                        </a:spcAft>
                        <a:buClr>
                          <a:schemeClr val="dk1"/>
                        </a:buClr>
                        <a:buSzPts val="900"/>
                        <a:buFont typeface="Arial"/>
                        <a:buNone/>
                      </a:pPr>
                      <a:r>
                        <a:rPr lang="en-AU" sz="900">
                          <a:solidFill>
                            <a:schemeClr val="bg1">
                              <a:lumMod val="65000"/>
                            </a:schemeClr>
                          </a:solidFill>
                          <a:latin typeface="Roboto"/>
                          <a:ea typeface="Roboto"/>
                          <a:cs typeface="Roboto"/>
                          <a:sym typeface="Roboto"/>
                        </a:rPr>
                        <a:t>Presentation</a:t>
                      </a:r>
                      <a:endParaRPr sz="900">
                        <a:solidFill>
                          <a:schemeClr val="bg1">
                            <a:lumMod val="65000"/>
                          </a:schemeClr>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rtl="0">
                        <a:lnSpc>
                          <a:spcPct val="100000"/>
                        </a:lnSpc>
                        <a:spcBef>
                          <a:spcPts val="0"/>
                        </a:spcBef>
                        <a:spcAft>
                          <a:spcPts val="0"/>
                        </a:spcAft>
                        <a:buClr>
                          <a:srgbClr val="000000"/>
                        </a:buClr>
                        <a:buSzPts val="900"/>
                        <a:buFont typeface="Arial"/>
                        <a:buNone/>
                      </a:pPr>
                      <a:r>
                        <a:rPr lang="en-AU" sz="900" b="0" i="0" u="none" strike="noStrike" cap="none" dirty="0">
                          <a:solidFill>
                            <a:srgbClr val="92D050"/>
                          </a:solidFill>
                          <a:latin typeface="Roboto"/>
                          <a:ea typeface="Roboto"/>
                          <a:cs typeface="Roboto"/>
                          <a:sym typeface="Roboto"/>
                        </a:rPr>
                        <a:t>14/4</a:t>
                      </a:r>
                      <a:endParaRPr sz="900" b="0" i="0" u="none" strike="noStrike" cap="none" dirty="0">
                        <a:solidFill>
                          <a:srgbClr val="92D050"/>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rtl="0">
                        <a:lnSpc>
                          <a:spcPct val="100000"/>
                        </a:lnSpc>
                        <a:spcBef>
                          <a:spcPts val="0"/>
                        </a:spcBef>
                        <a:spcAft>
                          <a:spcPts val="0"/>
                        </a:spcAft>
                        <a:buClr>
                          <a:srgbClr val="000000"/>
                        </a:buClr>
                        <a:buSzPts val="900"/>
                        <a:buFont typeface="Arial"/>
                        <a:buNone/>
                      </a:pPr>
                      <a:r>
                        <a:rPr lang="en-AU" sz="900" b="0" i="0" u="none" strike="noStrike" cap="none" dirty="0">
                          <a:solidFill>
                            <a:srgbClr val="92D050"/>
                          </a:solidFill>
                          <a:latin typeface="Roboto"/>
                          <a:ea typeface="Roboto"/>
                          <a:cs typeface="Roboto"/>
                          <a:sym typeface="Roboto"/>
                        </a:rPr>
                        <a:t>Unreal Engine</a:t>
                      </a:r>
                      <a:endParaRPr sz="900" b="0" i="0" u="none" strike="noStrike" cap="none" dirty="0">
                        <a:solidFill>
                          <a:srgbClr val="92D050"/>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extLst>
                  <a:ext uri="{0D108BD9-81ED-4DB2-BD59-A6C34878D82A}">
                    <a16:rowId xmlns:a16="http://schemas.microsoft.com/office/drawing/2014/main" val="10006"/>
                  </a:ext>
                </a:extLst>
              </a:tr>
              <a:tr h="320000">
                <a:tc>
                  <a:txBody>
                    <a:bodyPr/>
                    <a:lstStyle/>
                    <a:p>
                      <a:pPr marL="0" lvl="0" indent="0" rtl="0">
                        <a:spcBef>
                          <a:spcPts val="0"/>
                        </a:spcBef>
                        <a:spcAft>
                          <a:spcPts val="0"/>
                        </a:spcAft>
                        <a:buClr>
                          <a:schemeClr val="dk1"/>
                        </a:buClr>
                        <a:buSzPts val="900"/>
                        <a:buFont typeface="Arial"/>
                        <a:buNone/>
                      </a:pPr>
                      <a:r>
                        <a:rPr lang="en-AU" sz="900">
                          <a:solidFill>
                            <a:schemeClr val="bg1">
                              <a:lumMod val="65000"/>
                            </a:schemeClr>
                          </a:solidFill>
                          <a:latin typeface="Roboto"/>
                          <a:ea typeface="Roboto"/>
                          <a:cs typeface="Roboto"/>
                        </a:rPr>
                        <a:t>Post-production</a:t>
                      </a:r>
                      <a:endParaRPr sz="900">
                        <a:solidFill>
                          <a:schemeClr val="bg1">
                            <a:lumMod val="65000"/>
                          </a:schemeClr>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algn="l" rtl="0">
                        <a:lnSpc>
                          <a:spcPct val="100000"/>
                        </a:lnSpc>
                        <a:spcBef>
                          <a:spcPts val="0"/>
                        </a:spcBef>
                        <a:spcAft>
                          <a:spcPts val="0"/>
                        </a:spcAft>
                        <a:buNone/>
                      </a:pPr>
                      <a:r>
                        <a:rPr lang="en-AU" sz="900" b="0" i="0" u="none" strike="noStrike" cap="none" dirty="0">
                          <a:solidFill>
                            <a:srgbClr val="92D050"/>
                          </a:solidFill>
                          <a:latin typeface="Roboto"/>
                          <a:ea typeface="Roboto"/>
                          <a:cs typeface="Roboto"/>
                          <a:sym typeface="Roboto"/>
                        </a:rPr>
                        <a:t>21/4</a:t>
                      </a:r>
                      <a:endParaRPr sz="900" b="0" i="0" u="none" strike="noStrike" cap="none" dirty="0">
                        <a:solidFill>
                          <a:srgbClr val="92D050"/>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tc>
                  <a:txBody>
                    <a:bodyPr/>
                    <a:lstStyle/>
                    <a:p>
                      <a:pPr marL="0" marR="0" lvl="0" indent="0" rtl="0">
                        <a:lnSpc>
                          <a:spcPct val="100000"/>
                        </a:lnSpc>
                        <a:spcBef>
                          <a:spcPts val="0"/>
                        </a:spcBef>
                        <a:spcAft>
                          <a:spcPts val="0"/>
                        </a:spcAft>
                        <a:buNone/>
                      </a:pPr>
                      <a:r>
                        <a:rPr lang="en-AU" sz="900" b="0" i="0" u="none" strike="noStrike" cap="none" dirty="0">
                          <a:solidFill>
                            <a:srgbClr val="92D050"/>
                          </a:solidFill>
                          <a:latin typeface="Roboto"/>
                          <a:ea typeface="Roboto"/>
                          <a:cs typeface="Roboto"/>
                          <a:sym typeface="Roboto"/>
                        </a:rPr>
                        <a:t>N/A</a:t>
                      </a:r>
                      <a:endParaRPr sz="900" b="0" i="0" u="none" strike="noStrike" cap="none" dirty="0">
                        <a:solidFill>
                          <a:srgbClr val="92D050"/>
                        </a:solidFill>
                        <a:latin typeface="Roboto"/>
                        <a:ea typeface="Roboto"/>
                        <a:cs typeface="Roboto"/>
                        <a:sym typeface="Roboto"/>
                      </a:endParaRPr>
                    </a:p>
                  </a:txBody>
                  <a:tcPr marL="91425" marR="91425" marT="91425" marB="91425">
                    <a:lnL w="19050" cap="flat" cmpd="sng">
                      <a:solidFill>
                        <a:srgbClr val="666666"/>
                      </a:solidFill>
                      <a:prstDash val="solid"/>
                      <a:round/>
                      <a:headEnd type="none" w="sm" len="sm"/>
                      <a:tailEnd type="none" w="sm" len="sm"/>
                    </a:lnL>
                    <a:lnR w="19050" cap="flat" cmpd="sng" algn="ctr">
                      <a:solidFill>
                        <a:srgbClr val="666666"/>
                      </a:solidFill>
                      <a:prstDash val="solid"/>
                      <a:round/>
                      <a:headEnd type="none" w="sm" len="sm"/>
                      <a:tailEnd type="none" w="sm" len="sm"/>
                    </a:lnR>
                    <a:lnT w="19050" cap="flat" cmpd="sng">
                      <a:solidFill>
                        <a:srgbClr val="666666"/>
                      </a:solidFill>
                      <a:prstDash val="solid"/>
                      <a:round/>
                      <a:headEnd type="none" w="sm" len="sm"/>
                      <a:tailEnd type="none" w="sm" len="sm"/>
                    </a:lnT>
                    <a:lnB w="19050" cap="flat" cmpd="sng">
                      <a:solidFill>
                        <a:srgbClr val="666666"/>
                      </a:solidFill>
                      <a:prstDash val="solid"/>
                      <a:round/>
                      <a:headEnd type="none" w="sm" len="sm"/>
                      <a:tailEnd type="none" w="sm" len="sm"/>
                    </a:lnB>
                  </a:tcPr>
                </a:tc>
                <a:extLst>
                  <a:ext uri="{0D108BD9-81ED-4DB2-BD59-A6C34878D82A}">
                    <a16:rowId xmlns:a16="http://schemas.microsoft.com/office/drawing/2014/main" val="10007"/>
                  </a:ext>
                </a:extLst>
              </a:tr>
            </a:tbl>
          </a:graphicData>
        </a:graphic>
      </p:graphicFrame>
      <p:sp>
        <p:nvSpPr>
          <p:cNvPr id="241" name="Google Shape;241;p38"/>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sz="3600" b="0" i="0" u="none" strike="noStrike" cap="none">
                <a:solidFill>
                  <a:srgbClr val="00B0F0"/>
                </a:solidFill>
                <a:latin typeface="Roboto"/>
                <a:ea typeface="Roboto"/>
                <a:cs typeface="Roboto"/>
                <a:sym typeface="Roboto"/>
              </a:rPr>
              <a:t>Pre-Production</a:t>
            </a:r>
            <a:r>
              <a:rPr lang="en-AU">
                <a:latin typeface="Roboto"/>
                <a:ea typeface="Roboto"/>
                <a:cs typeface="Roboto"/>
                <a:sym typeface="Roboto"/>
              </a:rPr>
              <a:t> </a:t>
            </a:r>
            <a:r>
              <a:rPr lang="en-AU" sz="3600" b="0" i="0" u="none" strike="noStrike" cap="none">
                <a:solidFill>
                  <a:srgbClr val="00B0F0"/>
                </a:solidFill>
                <a:latin typeface="Roboto"/>
                <a:ea typeface="Roboto"/>
                <a:cs typeface="Roboto"/>
                <a:sym typeface="Roboto"/>
              </a:rPr>
              <a:t>|</a:t>
            </a:r>
            <a:r>
              <a:rPr lang="en-AU">
                <a:latin typeface="Roboto"/>
                <a:ea typeface="Roboto"/>
                <a:cs typeface="Roboto"/>
                <a:sym typeface="Roboto"/>
              </a:rPr>
              <a:t> </a:t>
            </a:r>
            <a:r>
              <a:rPr lang="en-AU" sz="3000" b="0" i="0" u="none" strike="noStrike" cap="none">
                <a:solidFill>
                  <a:srgbClr val="8CB3E3"/>
                </a:solidFill>
                <a:latin typeface="Roboto"/>
                <a:ea typeface="Roboto"/>
                <a:cs typeface="Roboto"/>
                <a:sym typeface="Roboto"/>
              </a:rPr>
              <a:t>Schedule</a:t>
            </a:r>
            <a:endParaRPr/>
          </a:p>
        </p:txBody>
      </p:sp>
      <p:sp>
        <p:nvSpPr>
          <p:cNvPr id="5" name="Google Shape;335;p53">
            <a:extLst>
              <a:ext uri="{FF2B5EF4-FFF2-40B4-BE49-F238E27FC236}">
                <a16:creationId xmlns:a16="http://schemas.microsoft.com/office/drawing/2014/main" id="{55D8B673-D937-45E0-A3D0-485D679088B9}"/>
              </a:ext>
            </a:extLst>
          </p:cNvPr>
          <p:cNvSpPr txBox="1"/>
          <p:nvPr/>
        </p:nvSpPr>
        <p:spPr>
          <a:xfrm>
            <a:off x="351775" y="3517899"/>
            <a:ext cx="8242800" cy="1152075"/>
          </a:xfrm>
          <a:prstGeom prst="rect">
            <a:avLst/>
          </a:prstGeom>
          <a:noFill/>
          <a:ln>
            <a:noFill/>
          </a:ln>
        </p:spPr>
        <p:txBody>
          <a:bodyPr spcFirstLastPara="1" wrap="square" lIns="91425" tIns="45700" rIns="91425" bIns="45700" anchor="t" anchorCtr="0">
            <a:noAutofit/>
          </a:bodyPr>
          <a:lstStyle/>
          <a:p>
            <a:pPr marL="0" lvl="0" indent="0" rtl="0">
              <a:spcBef>
                <a:spcPts val="0"/>
              </a:spcBef>
              <a:spcAft>
                <a:spcPts val="0"/>
              </a:spcAft>
              <a:buClr>
                <a:srgbClr val="92D050"/>
              </a:buClr>
              <a:buSzPts val="2800"/>
              <a:buFont typeface="Arial"/>
              <a:buNone/>
            </a:pPr>
            <a:r>
              <a:rPr lang="en-AU" sz="900" dirty="0">
                <a:solidFill>
                  <a:srgbClr val="D9D9D9"/>
                </a:solidFill>
                <a:latin typeface="Roboto"/>
                <a:ea typeface="Roboto"/>
                <a:cs typeface="Roboto"/>
                <a:sym typeface="Roboto"/>
              </a:rPr>
              <a:t>Outline any production concerns or potential risks that may result in the project not being completed by the deadline:</a:t>
            </a:r>
            <a:endParaRPr sz="900" dirty="0">
              <a:solidFill>
                <a:schemeClr val="lt1"/>
              </a:solidFill>
              <a:latin typeface="Roboto"/>
              <a:ea typeface="Roboto"/>
              <a:cs typeface="Roboto"/>
              <a:sym typeface="Roboto"/>
            </a:endParaRPr>
          </a:p>
          <a:p>
            <a:pPr>
              <a:buClr>
                <a:schemeClr val="dk1"/>
              </a:buClr>
            </a:pPr>
            <a:r>
              <a:rPr lang="en-US" sz="900" dirty="0">
                <a:solidFill>
                  <a:srgbClr val="92D050"/>
                </a:solidFill>
                <a:latin typeface="Roboto"/>
                <a:ea typeface="Roboto"/>
                <a:cs typeface="Roboto"/>
                <a:sym typeface="Roboto"/>
              </a:rPr>
              <a:t>Unreal Engine is not technology that is taught as part of the course (at this stage) and adopting it requires substantial independent learning. The primary advantage of moving to Unreal Engine is an improved lighting rigs and gaining experience in more realistic constraints of a modern real-time engine. The scene was designed with the capabilities of light present in engine.</a:t>
            </a:r>
          </a:p>
          <a:p>
            <a:pPr>
              <a:buClr>
                <a:schemeClr val="dk1"/>
              </a:buClr>
            </a:pPr>
            <a:endParaRPr lang="en-US" sz="900" dirty="0">
              <a:solidFill>
                <a:srgbClr val="92D050"/>
              </a:solidFill>
              <a:latin typeface="Roboto"/>
              <a:ea typeface="Roboto"/>
              <a:cs typeface="Roboto"/>
              <a:sym typeface="Roboto"/>
            </a:endParaRPr>
          </a:p>
          <a:p>
            <a:pPr>
              <a:buClr>
                <a:schemeClr val="dk1"/>
              </a:buClr>
            </a:pPr>
            <a:r>
              <a:rPr lang="en-US" sz="900" dirty="0">
                <a:solidFill>
                  <a:srgbClr val="92D050"/>
                </a:solidFill>
                <a:latin typeface="Roboto"/>
                <a:ea typeface="Roboto"/>
                <a:cs typeface="Roboto"/>
                <a:sym typeface="Roboto"/>
              </a:rPr>
              <a:t>To mitigate the risk, the learning and experimentation with Unreal will need to be experimented with before the presentation phase and the modelling should not be done assuming that Unreal specific features (i.e. nanite geometry engine) are present when doing modelling. To achieve a similar look in </a:t>
            </a:r>
            <a:r>
              <a:rPr lang="en-US" sz="900" dirty="0" err="1">
                <a:solidFill>
                  <a:srgbClr val="92D050"/>
                </a:solidFill>
                <a:latin typeface="Roboto"/>
                <a:ea typeface="Roboto"/>
                <a:cs typeface="Roboto"/>
                <a:sym typeface="Roboto"/>
              </a:rPr>
              <a:t>Mamoset</a:t>
            </a:r>
            <a:r>
              <a:rPr lang="en-US" sz="900" dirty="0">
                <a:solidFill>
                  <a:srgbClr val="92D050"/>
                </a:solidFill>
                <a:latin typeface="Roboto"/>
                <a:ea typeface="Roboto"/>
                <a:cs typeface="Roboto"/>
                <a:sym typeface="Roboto"/>
              </a:rPr>
              <a:t> will require substantially more work when arranging lights and avoiding the use of ray </a:t>
            </a:r>
            <a:r>
              <a:rPr lang="en-US" sz="900">
                <a:solidFill>
                  <a:srgbClr val="92D050"/>
                </a:solidFill>
                <a:latin typeface="Roboto"/>
                <a:ea typeface="Roboto"/>
                <a:cs typeface="Roboto"/>
                <a:sym typeface="Roboto"/>
              </a:rPr>
              <a:t>traced rendering.</a:t>
            </a:r>
            <a:endParaRPr lang="en-US" sz="900" dirty="0">
              <a:solidFill>
                <a:srgbClr val="92D050"/>
              </a:solidFill>
              <a:latin typeface="Roboto"/>
              <a:ea typeface="Roboto"/>
              <a:cs typeface="Roboto"/>
              <a:sym typeface="Roboto"/>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Shape 367"/>
        <p:cNvGrpSpPr/>
        <p:nvPr/>
      </p:nvGrpSpPr>
      <p:grpSpPr>
        <a:xfrm>
          <a:off x="0" y="0"/>
          <a:ext cx="0" cy="0"/>
          <a:chOff x="0" y="0"/>
          <a:chExt cx="0" cy="0"/>
        </a:xfrm>
      </p:grpSpPr>
      <p:sp>
        <p:nvSpPr>
          <p:cNvPr id="368" name="Google Shape;368;p58"/>
          <p:cNvSpPr txBox="1"/>
          <p:nvPr/>
        </p:nvSpPr>
        <p:spPr>
          <a:xfrm>
            <a:off x="2886325" y="1738275"/>
            <a:ext cx="525300" cy="551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69" name="Google Shape;369;p58"/>
          <p:cNvSpPr txBox="1"/>
          <p:nvPr/>
        </p:nvSpPr>
        <p:spPr>
          <a:xfrm>
            <a:off x="323525" y="1060291"/>
            <a:ext cx="8363400" cy="390560"/>
          </a:xfrm>
          <a:prstGeom prst="rect">
            <a:avLst/>
          </a:prstGeom>
          <a:noFill/>
          <a:ln>
            <a:noFill/>
          </a:ln>
        </p:spPr>
        <p:txBody>
          <a:bodyPr spcFirstLastPara="1" wrap="square" lIns="91425" tIns="45700" rIns="91425" bIns="45700" anchor="t" anchorCtr="0">
            <a:noAutofit/>
          </a:bodyPr>
          <a:lstStyle/>
          <a:p>
            <a:r>
              <a:rPr lang="en-AU" sz="900">
                <a:solidFill>
                  <a:srgbClr val="B7B7B7"/>
                </a:solidFill>
                <a:latin typeface="Roboto"/>
                <a:ea typeface="Roboto"/>
                <a:cs typeface="Roboto"/>
                <a:sym typeface="Roboto"/>
              </a:rPr>
              <a:t>Create a </a:t>
            </a:r>
            <a:r>
              <a:rPr lang="en-AU" sz="900" err="1">
                <a:solidFill>
                  <a:srgbClr val="B7B7B7"/>
                </a:solidFill>
                <a:latin typeface="Roboto"/>
                <a:ea typeface="Roboto"/>
                <a:cs typeface="Roboto"/>
                <a:sym typeface="Roboto"/>
              </a:rPr>
              <a:t>greybox</a:t>
            </a:r>
            <a:r>
              <a:rPr lang="en-AU" sz="900">
                <a:solidFill>
                  <a:srgbClr val="B7B7B7"/>
                </a:solidFill>
                <a:latin typeface="Roboto"/>
                <a:ea typeface="Roboto"/>
                <a:cs typeface="Roboto"/>
                <a:sym typeface="Roboto"/>
              </a:rPr>
              <a:t> of the environment, using simple primitive </a:t>
            </a:r>
            <a:r>
              <a:rPr lang="en-AU" sz="900" err="1">
                <a:solidFill>
                  <a:srgbClr val="B7B7B7"/>
                </a:solidFill>
                <a:latin typeface="Roboto"/>
                <a:ea typeface="Roboto"/>
                <a:cs typeface="Roboto"/>
                <a:sym typeface="Roboto"/>
              </a:rPr>
              <a:t>blockouts</a:t>
            </a:r>
            <a:r>
              <a:rPr lang="en-AU" sz="900">
                <a:solidFill>
                  <a:srgbClr val="B7B7B7"/>
                </a:solidFill>
                <a:latin typeface="Roboto"/>
                <a:ea typeface="Roboto"/>
                <a:cs typeface="Roboto"/>
                <a:sym typeface="Roboto"/>
              </a:rPr>
              <a:t> for all the assets in the scene. Clean up your scene</a:t>
            </a:r>
            <a:r>
              <a:rPr lang="en-AU" sz="900">
                <a:solidFill>
                  <a:schemeClr val="bg1">
                    <a:lumMod val="75000"/>
                  </a:schemeClr>
                </a:solidFill>
                <a:latin typeface="Roboto"/>
                <a:ea typeface="Roboto"/>
                <a:cs typeface="Roboto"/>
                <a:sym typeface="Roboto"/>
              </a:rPr>
              <a:t> and name all y</a:t>
            </a:r>
            <a:r>
              <a:rPr lang="en-AU" sz="900">
                <a:solidFill>
                  <a:srgbClr val="B7B7B7"/>
                </a:solidFill>
                <a:latin typeface="Roboto"/>
                <a:ea typeface="Roboto"/>
                <a:cs typeface="Roboto"/>
                <a:sym typeface="Roboto"/>
              </a:rPr>
              <a:t>our assets in the outliner, in line with the asset list. Insert a screen capture of the completed environment </a:t>
            </a:r>
            <a:r>
              <a:rPr lang="en-AU" sz="900" err="1">
                <a:solidFill>
                  <a:srgbClr val="B7B7B7"/>
                </a:solidFill>
                <a:latin typeface="Roboto"/>
                <a:ea typeface="Roboto"/>
                <a:cs typeface="Roboto"/>
                <a:sym typeface="Roboto"/>
              </a:rPr>
              <a:t>greybox</a:t>
            </a:r>
            <a:r>
              <a:rPr lang="en-AU" sz="900">
                <a:solidFill>
                  <a:srgbClr val="B7B7B7"/>
                </a:solidFill>
                <a:latin typeface="Roboto"/>
                <a:ea typeface="Roboto"/>
                <a:cs typeface="Roboto"/>
                <a:sym typeface="Roboto"/>
              </a:rPr>
              <a:t> below.</a:t>
            </a:r>
            <a:endParaRPr sz="900">
              <a:solidFill>
                <a:srgbClr val="B7B7B7"/>
              </a:solidFill>
              <a:latin typeface="Roboto"/>
              <a:ea typeface="Roboto"/>
              <a:cs typeface="Roboto"/>
              <a:sym typeface="Roboto"/>
            </a:endParaRPr>
          </a:p>
        </p:txBody>
      </p:sp>
      <p:pic>
        <p:nvPicPr>
          <p:cNvPr id="370" name="Google Shape;370;p58" descr="temp.PNG"/>
          <p:cNvPicPr preferRelativeResize="0"/>
          <p:nvPr/>
        </p:nvPicPr>
        <p:blipFill rotWithShape="1">
          <a:blip r:embed="rId3">
            <a:alphaModFix/>
          </a:blip>
          <a:srcRect/>
          <a:stretch/>
        </p:blipFill>
        <p:spPr>
          <a:xfrm>
            <a:off x="1679174" y="1660409"/>
            <a:ext cx="5642100" cy="3039900"/>
          </a:xfrm>
          <a:prstGeom prst="roundRect">
            <a:avLst>
              <a:gd name="adj" fmla="val 0"/>
            </a:avLst>
          </a:prstGeom>
          <a:noFill/>
          <a:ln w="19050" cap="flat" cmpd="sng">
            <a:solidFill>
              <a:srgbClr val="92D050"/>
            </a:solidFill>
            <a:prstDash val="solid"/>
            <a:round/>
            <a:headEnd type="none" w="sm" len="sm"/>
            <a:tailEnd type="none" w="sm" len="sm"/>
          </a:ln>
        </p:spPr>
      </p:pic>
      <p:sp>
        <p:nvSpPr>
          <p:cNvPr id="371" name="Google Shape;371;p58"/>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Pre-Production | </a:t>
            </a:r>
            <a:r>
              <a:rPr lang="en-AU" sz="3000">
                <a:solidFill>
                  <a:srgbClr val="8CB3E3"/>
                </a:solidFill>
                <a:latin typeface="Roboto"/>
                <a:ea typeface="Roboto"/>
                <a:cs typeface="Roboto"/>
                <a:sym typeface="Roboto"/>
              </a:rPr>
              <a:t>Greyboxing</a:t>
            </a:r>
            <a:endParaRPr lang="en-AU" sz="3000">
              <a:solidFill>
                <a:srgbClr val="8CB3E3"/>
              </a:solidFill>
              <a:latin typeface="Roboto"/>
              <a:ea typeface="Roboto"/>
            </a:endParaRPr>
          </a:p>
        </p:txBody>
      </p:sp>
    </p:spTree>
    <p:extLst>
      <p:ext uri="{BB962C8B-B14F-4D97-AF65-F5344CB8AC3E}">
        <p14:creationId xmlns:p14="http://schemas.microsoft.com/office/powerpoint/2010/main" val="119070742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Shape 382"/>
        <p:cNvGrpSpPr/>
        <p:nvPr/>
      </p:nvGrpSpPr>
      <p:grpSpPr>
        <a:xfrm>
          <a:off x="0" y="0"/>
          <a:ext cx="0" cy="0"/>
          <a:chOff x="0" y="0"/>
          <a:chExt cx="0" cy="0"/>
        </a:xfrm>
      </p:grpSpPr>
      <p:sp>
        <p:nvSpPr>
          <p:cNvPr id="383" name="Google Shape;383;p59"/>
          <p:cNvSpPr txBox="1"/>
          <p:nvPr/>
        </p:nvSpPr>
        <p:spPr>
          <a:xfrm>
            <a:off x="2886325" y="1738275"/>
            <a:ext cx="525300" cy="551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400"/>
              <a:buFont typeface="Arial"/>
              <a:buNone/>
            </a:pPr>
            <a:endParaRPr sz="1400" b="0" i="0" u="none" strike="noStrike" cap="none">
              <a:solidFill>
                <a:srgbClr val="000000"/>
              </a:solidFill>
              <a:latin typeface="Arial"/>
              <a:ea typeface="Arial"/>
              <a:cs typeface="Arial"/>
              <a:sym typeface="Arial"/>
            </a:endParaRPr>
          </a:p>
        </p:txBody>
      </p:sp>
      <p:sp>
        <p:nvSpPr>
          <p:cNvPr id="384" name="Google Shape;384;p59"/>
          <p:cNvSpPr txBox="1">
            <a:spLocks noGrp="1"/>
          </p:cNvSpPr>
          <p:nvPr>
            <p:ph type="body" idx="1"/>
          </p:nvPr>
        </p:nvSpPr>
        <p:spPr>
          <a:xfrm>
            <a:off x="6290750" y="1595600"/>
            <a:ext cx="2588385" cy="3384300"/>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AU" sz="900" b="1" i="0" u="none" strike="noStrike" cap="none">
                <a:solidFill>
                  <a:srgbClr val="D9D9D9"/>
                </a:solidFill>
                <a:latin typeface="Roboto"/>
                <a:ea typeface="Roboto"/>
                <a:cs typeface="Roboto"/>
                <a:sym typeface="Roboto"/>
              </a:rPr>
              <a:t>Lights:</a:t>
            </a:r>
            <a:endParaRPr lang="en-AU" sz="900" i="0" u="none" strike="noStrike" cap="none">
              <a:solidFill>
                <a:srgbClr val="D9D9D9"/>
              </a:solidFill>
              <a:latin typeface="Roboto"/>
              <a:ea typeface="Roboto"/>
              <a:cs typeface="Roboto"/>
              <a:sym typeface="Roboto"/>
            </a:endParaRPr>
          </a:p>
          <a:p>
            <a:pPr marL="0" marR="0" lvl="0" indent="0" algn="l" rtl="0">
              <a:lnSpc>
                <a:spcPct val="100000"/>
              </a:lnSpc>
              <a:spcBef>
                <a:spcPts val="0"/>
              </a:spcBef>
              <a:spcAft>
                <a:spcPts val="0"/>
              </a:spcAft>
              <a:buClr>
                <a:schemeClr val="dk1"/>
              </a:buClr>
              <a:buSzPts val="2800"/>
              <a:buFont typeface="Arial"/>
              <a:buNone/>
            </a:pPr>
            <a:endParaRPr lang="en-AU" sz="900" b="1">
              <a:solidFill>
                <a:srgbClr val="00B0F0"/>
              </a:solidFill>
              <a:latin typeface="Roboto"/>
              <a:ea typeface="Roboto"/>
              <a:cs typeface="Roboto"/>
              <a:sym typeface="Roboto"/>
            </a:endParaRPr>
          </a:p>
          <a:p>
            <a:pPr marL="0" indent="0">
              <a:spcBef>
                <a:spcPts val="0"/>
              </a:spcBef>
              <a:buClr>
                <a:schemeClr val="dk1"/>
              </a:buClr>
              <a:buNone/>
            </a:pPr>
            <a:r>
              <a:rPr lang="en-AU" sz="900">
                <a:solidFill>
                  <a:srgbClr val="D9D9D9"/>
                </a:solidFill>
                <a:latin typeface="Roboto"/>
                <a:ea typeface="Roboto"/>
                <a:cs typeface="Roboto"/>
                <a:sym typeface="Roboto"/>
              </a:rPr>
              <a:t>1.</a:t>
            </a:r>
            <a:r>
              <a:rPr lang="en-AU" sz="900">
                <a:solidFill>
                  <a:srgbClr val="00B0F0"/>
                </a:solidFill>
                <a:latin typeface="Roboto"/>
                <a:ea typeface="Roboto"/>
                <a:cs typeface="Roboto"/>
                <a:sym typeface="Roboto"/>
              </a:rPr>
              <a:t> </a:t>
            </a:r>
            <a:r>
              <a:rPr lang="en-AU" sz="900">
                <a:solidFill>
                  <a:srgbClr val="92D050"/>
                </a:solidFill>
                <a:latin typeface="Roboto"/>
                <a:ea typeface="Roboto"/>
                <a:cs typeface="Roboto"/>
                <a:sym typeface="Roboto"/>
              </a:rPr>
              <a:t>Source</a:t>
            </a:r>
            <a:br>
              <a:rPr lang="en-AU" sz="900">
                <a:solidFill>
                  <a:srgbClr val="92D050"/>
                </a:solidFill>
                <a:latin typeface="Roboto"/>
                <a:ea typeface="Roboto"/>
                <a:cs typeface="Roboto"/>
                <a:sym typeface="Roboto"/>
              </a:rPr>
            </a:br>
            <a:r>
              <a:rPr lang="en-AU" sz="900">
                <a:solidFill>
                  <a:srgbClr val="92D050"/>
                </a:solidFill>
                <a:latin typeface="Roboto"/>
                <a:ea typeface="Roboto"/>
                <a:cs typeface="Roboto"/>
                <a:sym typeface="Roboto"/>
              </a:rPr>
              <a:t>    Type</a:t>
            </a:r>
            <a:br>
              <a:rPr lang="en-AU" sz="900">
                <a:solidFill>
                  <a:srgbClr val="92D050"/>
                </a:solidFill>
                <a:latin typeface="Roboto"/>
                <a:ea typeface="Roboto"/>
                <a:cs typeface="Roboto"/>
                <a:sym typeface="Roboto"/>
              </a:rPr>
            </a:br>
            <a:r>
              <a:rPr lang="en-AU" sz="900">
                <a:solidFill>
                  <a:srgbClr val="92D050"/>
                </a:solidFill>
                <a:latin typeface="Roboto"/>
                <a:ea typeface="Roboto"/>
                <a:cs typeface="Roboto"/>
                <a:sym typeface="Roboto"/>
              </a:rPr>
              <a:t>    Colour</a:t>
            </a:r>
          </a:p>
          <a:p>
            <a:pPr marL="0" indent="0">
              <a:spcBef>
                <a:spcPts val="0"/>
              </a:spcBef>
              <a:buClr>
                <a:schemeClr val="dk1"/>
              </a:buClr>
              <a:buNone/>
            </a:pPr>
            <a:endParaRPr lang="en-AU" sz="900">
              <a:solidFill>
                <a:srgbClr val="92D050"/>
              </a:solidFill>
              <a:latin typeface="Roboto"/>
              <a:ea typeface="Roboto"/>
              <a:cs typeface="Roboto"/>
              <a:sym typeface="Roboto"/>
            </a:endParaRPr>
          </a:p>
          <a:p>
            <a:pPr marL="0" indent="0">
              <a:spcBef>
                <a:spcPts val="0"/>
              </a:spcBef>
              <a:buClr>
                <a:schemeClr val="dk1"/>
              </a:buClr>
              <a:buNone/>
            </a:pPr>
            <a:r>
              <a:rPr lang="en-AU" sz="900">
                <a:solidFill>
                  <a:srgbClr val="D9D9D9"/>
                </a:solidFill>
                <a:latin typeface="Roboto"/>
                <a:ea typeface="Roboto"/>
                <a:cs typeface="Roboto"/>
                <a:sym typeface="Roboto"/>
              </a:rPr>
              <a:t>2.</a:t>
            </a:r>
            <a:r>
              <a:rPr lang="en-AU" sz="900">
                <a:solidFill>
                  <a:srgbClr val="00B0F0"/>
                </a:solidFill>
                <a:latin typeface="Roboto"/>
                <a:ea typeface="Roboto"/>
                <a:cs typeface="Roboto"/>
                <a:sym typeface="Roboto"/>
              </a:rPr>
              <a:t> </a:t>
            </a:r>
            <a:r>
              <a:rPr lang="en-AU" sz="900">
                <a:solidFill>
                  <a:srgbClr val="92D050"/>
                </a:solidFill>
                <a:latin typeface="Roboto"/>
                <a:ea typeface="Roboto"/>
                <a:cs typeface="Roboto"/>
                <a:sym typeface="Roboto"/>
              </a:rPr>
              <a:t>Source</a:t>
            </a:r>
            <a:br>
              <a:rPr lang="en-AU" sz="900">
                <a:solidFill>
                  <a:srgbClr val="92D050"/>
                </a:solidFill>
                <a:latin typeface="Roboto"/>
                <a:ea typeface="Roboto"/>
                <a:cs typeface="Roboto"/>
                <a:sym typeface="Roboto"/>
              </a:rPr>
            </a:br>
            <a:r>
              <a:rPr lang="en-AU" sz="900">
                <a:solidFill>
                  <a:srgbClr val="92D050"/>
                </a:solidFill>
                <a:latin typeface="Roboto"/>
                <a:ea typeface="Roboto"/>
                <a:cs typeface="Roboto"/>
                <a:sym typeface="Roboto"/>
              </a:rPr>
              <a:t>    Type</a:t>
            </a:r>
            <a:br>
              <a:rPr lang="en-AU" sz="900">
                <a:solidFill>
                  <a:srgbClr val="92D050"/>
                </a:solidFill>
                <a:latin typeface="Roboto"/>
                <a:ea typeface="Roboto"/>
                <a:cs typeface="Roboto"/>
                <a:sym typeface="Roboto"/>
              </a:rPr>
            </a:br>
            <a:r>
              <a:rPr lang="en-AU" sz="900">
                <a:solidFill>
                  <a:srgbClr val="92D050"/>
                </a:solidFill>
                <a:latin typeface="Roboto"/>
                <a:ea typeface="Roboto"/>
                <a:cs typeface="Roboto"/>
                <a:sym typeface="Roboto"/>
              </a:rPr>
              <a:t>    </a:t>
            </a:r>
            <a:r>
              <a:rPr lang="en-AU" sz="900">
                <a:solidFill>
                  <a:srgbClr val="92D050"/>
                </a:solidFill>
                <a:latin typeface="Roboto" panose="020B0604020202020204" charset="0"/>
                <a:ea typeface="Roboto"/>
                <a:cs typeface="Roboto" panose="020B0604020202020204" charset="0"/>
                <a:sym typeface="Roboto"/>
              </a:rPr>
              <a:t>Colour</a:t>
            </a:r>
          </a:p>
          <a:p>
            <a:pPr marL="0" indent="0">
              <a:spcBef>
                <a:spcPts val="0"/>
              </a:spcBef>
              <a:buClr>
                <a:schemeClr val="dk1"/>
              </a:buClr>
              <a:buNone/>
            </a:pPr>
            <a:endParaRPr lang="en-AU" sz="900">
              <a:solidFill>
                <a:srgbClr val="92D050"/>
              </a:solidFill>
              <a:latin typeface="Roboto" panose="020B0604020202020204" charset="0"/>
              <a:ea typeface="Roboto"/>
              <a:cs typeface="Roboto" panose="020B0604020202020204" charset="0"/>
              <a:sym typeface="Roboto"/>
            </a:endParaRPr>
          </a:p>
          <a:p>
            <a:pPr marL="0" indent="0">
              <a:spcBef>
                <a:spcPts val="0"/>
              </a:spcBef>
              <a:buClr>
                <a:schemeClr val="dk1"/>
              </a:buClr>
              <a:buNone/>
            </a:pPr>
            <a:r>
              <a:rPr lang="en-AU" sz="900">
                <a:solidFill>
                  <a:srgbClr val="D9D9D9"/>
                </a:solidFill>
                <a:latin typeface="Roboto"/>
                <a:ea typeface="Roboto"/>
                <a:cs typeface="Roboto"/>
                <a:sym typeface="Roboto"/>
              </a:rPr>
              <a:t>3.</a:t>
            </a:r>
            <a:r>
              <a:rPr lang="en-AU" sz="900">
                <a:solidFill>
                  <a:srgbClr val="00B0F0"/>
                </a:solidFill>
                <a:latin typeface="Roboto"/>
                <a:ea typeface="Roboto"/>
                <a:cs typeface="Roboto"/>
                <a:sym typeface="Roboto"/>
              </a:rPr>
              <a:t> </a:t>
            </a:r>
            <a:r>
              <a:rPr lang="en-AU" sz="900">
                <a:solidFill>
                  <a:srgbClr val="92D050"/>
                </a:solidFill>
                <a:latin typeface="Roboto"/>
                <a:ea typeface="Roboto"/>
                <a:cs typeface="Roboto"/>
                <a:sym typeface="Roboto"/>
              </a:rPr>
              <a:t>Source</a:t>
            </a:r>
            <a:br>
              <a:rPr lang="en-AU" sz="900">
                <a:solidFill>
                  <a:srgbClr val="92D050"/>
                </a:solidFill>
                <a:latin typeface="Roboto"/>
                <a:ea typeface="Roboto"/>
                <a:cs typeface="Roboto"/>
                <a:sym typeface="Roboto"/>
              </a:rPr>
            </a:br>
            <a:r>
              <a:rPr lang="en-AU" sz="900">
                <a:solidFill>
                  <a:srgbClr val="92D050"/>
                </a:solidFill>
                <a:latin typeface="Roboto"/>
                <a:ea typeface="Roboto"/>
                <a:cs typeface="Roboto"/>
                <a:sym typeface="Roboto"/>
              </a:rPr>
              <a:t>    Type</a:t>
            </a:r>
            <a:br>
              <a:rPr lang="en-AU" sz="900">
                <a:solidFill>
                  <a:srgbClr val="92D050"/>
                </a:solidFill>
                <a:latin typeface="Roboto"/>
                <a:ea typeface="Roboto"/>
                <a:cs typeface="Roboto"/>
                <a:sym typeface="Roboto"/>
              </a:rPr>
            </a:br>
            <a:r>
              <a:rPr lang="en-AU" sz="900">
                <a:solidFill>
                  <a:srgbClr val="92D050"/>
                </a:solidFill>
                <a:latin typeface="Roboto"/>
                <a:ea typeface="Roboto"/>
                <a:cs typeface="Roboto"/>
                <a:sym typeface="Roboto"/>
              </a:rPr>
              <a:t>    </a:t>
            </a:r>
            <a:r>
              <a:rPr lang="en-AU" sz="900">
                <a:solidFill>
                  <a:srgbClr val="92D050"/>
                </a:solidFill>
                <a:latin typeface="Roboto" panose="020B0604020202020204" charset="0"/>
                <a:ea typeface="Roboto"/>
                <a:cs typeface="Roboto" panose="020B0604020202020204" charset="0"/>
                <a:sym typeface="Roboto"/>
              </a:rPr>
              <a:t>Colour</a:t>
            </a:r>
          </a:p>
          <a:p>
            <a:pPr marL="0" indent="0">
              <a:spcBef>
                <a:spcPts val="0"/>
              </a:spcBef>
              <a:buClr>
                <a:schemeClr val="dk1"/>
              </a:buClr>
              <a:buNone/>
            </a:pPr>
            <a:endParaRPr lang="en-AU" sz="900">
              <a:solidFill>
                <a:srgbClr val="92D050"/>
              </a:solidFill>
              <a:latin typeface="Roboto" panose="020B0604020202020204" charset="0"/>
              <a:ea typeface="Roboto"/>
              <a:cs typeface="Roboto" panose="020B0604020202020204" charset="0"/>
              <a:sym typeface="Roboto"/>
            </a:endParaRPr>
          </a:p>
          <a:p>
            <a:pPr marL="0" marR="0" lvl="0" indent="0" algn="l" rtl="0">
              <a:lnSpc>
                <a:spcPct val="100000"/>
              </a:lnSpc>
              <a:spcBef>
                <a:spcPts val="0"/>
              </a:spcBef>
              <a:spcAft>
                <a:spcPts val="0"/>
              </a:spcAft>
              <a:buClr>
                <a:schemeClr val="dk1"/>
              </a:buClr>
              <a:buSzPts val="2800"/>
              <a:buFont typeface="Arial"/>
              <a:buNone/>
            </a:pPr>
            <a:endParaRPr lang="en-AU" sz="900">
              <a:solidFill>
                <a:srgbClr val="92D050"/>
              </a:solidFill>
              <a:latin typeface="Roboto"/>
              <a:ea typeface="Roboto"/>
              <a:cs typeface="Roboto"/>
              <a:sym typeface="Roboto"/>
            </a:endParaRPr>
          </a:p>
        </p:txBody>
      </p:sp>
      <p:sp>
        <p:nvSpPr>
          <p:cNvPr id="385" name="Google Shape;385;p59"/>
          <p:cNvSpPr txBox="1"/>
          <p:nvPr/>
        </p:nvSpPr>
        <p:spPr>
          <a:xfrm>
            <a:off x="323525" y="1060291"/>
            <a:ext cx="8057700" cy="366993"/>
          </a:xfrm>
          <a:prstGeom prst="rect">
            <a:avLst/>
          </a:prstGeom>
          <a:noFill/>
          <a:ln>
            <a:noFill/>
          </a:ln>
        </p:spPr>
        <p:txBody>
          <a:bodyPr spcFirstLastPara="1" wrap="square" lIns="91425" tIns="45700" rIns="91425" bIns="45700" anchor="t" anchorCtr="0">
            <a:noAutofit/>
          </a:bodyPr>
          <a:lstStyle/>
          <a:p>
            <a:r>
              <a:rPr lang="en-AU" sz="900">
                <a:solidFill>
                  <a:srgbClr val="B7B7B7"/>
                </a:solidFill>
                <a:latin typeface="Roboto"/>
                <a:ea typeface="Roboto"/>
                <a:cs typeface="Roboto"/>
                <a:sym typeface="Roboto"/>
              </a:rPr>
              <a:t>Add lighting to your greybox scene to convey the intended mood of the environment. List and describe each light below, including the light source, type of light and the colour.</a:t>
            </a:r>
            <a:endParaRPr sz="900">
              <a:solidFill>
                <a:srgbClr val="B7B7B7"/>
              </a:solidFill>
              <a:latin typeface="Roboto"/>
              <a:ea typeface="Roboto"/>
              <a:cs typeface="Roboto"/>
              <a:sym typeface="Roboto"/>
            </a:endParaRPr>
          </a:p>
        </p:txBody>
      </p:sp>
      <p:pic>
        <p:nvPicPr>
          <p:cNvPr id="386" name="Google Shape;386;p59" descr="temp.PNG"/>
          <p:cNvPicPr preferRelativeResize="0"/>
          <p:nvPr/>
        </p:nvPicPr>
        <p:blipFill rotWithShape="1">
          <a:blip r:embed="rId3">
            <a:alphaModFix/>
          </a:blip>
          <a:srcRect/>
          <a:stretch/>
        </p:blipFill>
        <p:spPr>
          <a:xfrm>
            <a:off x="454725" y="1595600"/>
            <a:ext cx="5642100" cy="3039900"/>
          </a:xfrm>
          <a:prstGeom prst="roundRect">
            <a:avLst>
              <a:gd name="adj" fmla="val 0"/>
            </a:avLst>
          </a:prstGeom>
          <a:noFill/>
          <a:ln w="19050" cap="flat" cmpd="sng">
            <a:solidFill>
              <a:srgbClr val="92D050"/>
            </a:solidFill>
            <a:prstDash val="solid"/>
            <a:round/>
            <a:headEnd type="none" w="sm" len="sm"/>
            <a:tailEnd type="none" w="sm" len="sm"/>
          </a:ln>
        </p:spPr>
      </p:pic>
      <p:sp>
        <p:nvSpPr>
          <p:cNvPr id="387" name="Google Shape;387;p59"/>
          <p:cNvSpPr txBox="1"/>
          <p:nvPr/>
        </p:nvSpPr>
        <p:spPr>
          <a:xfrm>
            <a:off x="454724" y="4635625"/>
            <a:ext cx="5642100" cy="248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B7B7B7"/>
              </a:buClr>
              <a:buSzPts val="1000"/>
              <a:buFont typeface="Roboto"/>
              <a:buNone/>
            </a:pPr>
            <a:r>
              <a:rPr lang="en-AU" sz="1000">
                <a:solidFill>
                  <a:srgbClr val="B7B7B7"/>
                </a:solidFill>
                <a:latin typeface="Roboto"/>
                <a:ea typeface="Roboto"/>
                <a:cs typeface="Roboto"/>
                <a:sym typeface="Roboto"/>
              </a:rPr>
              <a:t>Lighting </a:t>
            </a:r>
            <a:r>
              <a:rPr lang="en-AU" sz="1000" err="1">
                <a:solidFill>
                  <a:srgbClr val="B7B7B7"/>
                </a:solidFill>
                <a:latin typeface="Roboto"/>
                <a:ea typeface="Roboto"/>
                <a:cs typeface="Roboto"/>
                <a:sym typeface="Roboto"/>
              </a:rPr>
              <a:t>Previs</a:t>
            </a:r>
            <a:endParaRPr/>
          </a:p>
        </p:txBody>
      </p:sp>
      <p:sp>
        <p:nvSpPr>
          <p:cNvPr id="388" name="Google Shape;388;p59"/>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Pre-Production | </a:t>
            </a:r>
            <a:r>
              <a:rPr lang="en-AU" sz="3000">
                <a:solidFill>
                  <a:srgbClr val="8CB3E3"/>
                </a:solidFill>
                <a:latin typeface="Roboto"/>
                <a:ea typeface="Roboto"/>
                <a:cs typeface="Roboto"/>
                <a:sym typeface="Roboto"/>
              </a:rPr>
              <a:t>Lighting Previsualisation</a:t>
            </a:r>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Shape 392"/>
        <p:cNvGrpSpPr/>
        <p:nvPr/>
      </p:nvGrpSpPr>
      <p:grpSpPr>
        <a:xfrm>
          <a:off x="0" y="0"/>
          <a:ext cx="0" cy="0"/>
          <a:chOff x="0" y="0"/>
          <a:chExt cx="0" cy="0"/>
        </a:xfrm>
      </p:grpSpPr>
      <p:sp>
        <p:nvSpPr>
          <p:cNvPr id="404" name="Google Shape;404;p60"/>
          <p:cNvSpPr txBox="1"/>
          <p:nvPr/>
        </p:nvSpPr>
        <p:spPr>
          <a:xfrm>
            <a:off x="1650750" y="4617950"/>
            <a:ext cx="5642100" cy="248400"/>
          </a:xfrm>
          <a:prstGeom prst="rect">
            <a:avLst/>
          </a:prstGeom>
          <a:noFill/>
          <a:ln>
            <a:noFill/>
          </a:ln>
        </p:spPr>
        <p:txBody>
          <a:bodyPr spcFirstLastPara="1" wrap="square" lIns="91425" tIns="91425" rIns="91425" bIns="91425" anchor="t" anchorCtr="0">
            <a:noAutofit/>
          </a:bodyPr>
          <a:lstStyle/>
          <a:p>
            <a:pPr marL="0" marR="0" lvl="0" indent="0" algn="ctr" rtl="0">
              <a:lnSpc>
                <a:spcPct val="100000"/>
              </a:lnSpc>
              <a:spcBef>
                <a:spcPts val="0"/>
              </a:spcBef>
              <a:spcAft>
                <a:spcPts val="0"/>
              </a:spcAft>
              <a:buClr>
                <a:srgbClr val="B7B7B7"/>
              </a:buClr>
              <a:buSzPts val="1000"/>
              <a:buFont typeface="Roboto"/>
              <a:buNone/>
            </a:pPr>
            <a:r>
              <a:rPr lang="en-AU" sz="1000">
                <a:solidFill>
                  <a:srgbClr val="B7B7B7"/>
                </a:solidFill>
                <a:latin typeface="Roboto"/>
                <a:ea typeface="Roboto"/>
                <a:cs typeface="Roboto"/>
                <a:sym typeface="Roboto"/>
              </a:rPr>
              <a:t>Paint over</a:t>
            </a:r>
            <a:endParaRPr/>
          </a:p>
        </p:txBody>
      </p:sp>
      <p:sp>
        <p:nvSpPr>
          <p:cNvPr id="393" name="Google Shape;393;p60"/>
          <p:cNvSpPr txBox="1"/>
          <p:nvPr/>
        </p:nvSpPr>
        <p:spPr>
          <a:xfrm>
            <a:off x="2886325" y="1738275"/>
            <a:ext cx="525300" cy="551400"/>
          </a:xfrm>
          <a:prstGeom prst="rect">
            <a:avLst/>
          </a:prstGeom>
          <a:noFill/>
          <a:ln>
            <a:noFill/>
          </a:ln>
        </p:spPr>
        <p:txBody>
          <a:bodyPr spcFirstLastPara="1" wrap="square" lIns="91425" tIns="91425" rIns="91425" bIns="91425" anchor="t" anchorCtr="0">
            <a:noAutofit/>
          </a:bodyPr>
          <a:lstStyle/>
          <a:p>
            <a:pPr marL="0" marR="0" lvl="0" indent="0" algn="l" rtl="0">
              <a:lnSpc>
                <a:spcPct val="100000"/>
              </a:lnSpc>
              <a:spcBef>
                <a:spcPts val="0"/>
              </a:spcBef>
              <a:spcAft>
                <a:spcPts val="0"/>
              </a:spcAft>
              <a:buClr>
                <a:schemeClr val="dk1"/>
              </a:buClr>
              <a:buSzPts val="1400"/>
              <a:buFont typeface="Arial"/>
              <a:buNone/>
            </a:pPr>
            <a:endParaRPr sz="1400" b="0" i="0" u="none" strike="noStrike" cap="none">
              <a:solidFill>
                <a:srgbClr val="000000"/>
              </a:solidFill>
              <a:latin typeface="Arial"/>
              <a:ea typeface="Arial"/>
              <a:cs typeface="Arial"/>
              <a:sym typeface="Arial"/>
            </a:endParaRPr>
          </a:p>
        </p:txBody>
      </p:sp>
      <p:sp>
        <p:nvSpPr>
          <p:cNvPr id="401" name="Google Shape;401;p60"/>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Pre-Production | </a:t>
            </a:r>
            <a:r>
              <a:rPr lang="en-AU" sz="3000">
                <a:solidFill>
                  <a:srgbClr val="8CB3E3"/>
                </a:solidFill>
                <a:latin typeface="Roboto"/>
                <a:ea typeface="Roboto"/>
                <a:cs typeface="Roboto"/>
                <a:sym typeface="Roboto"/>
              </a:rPr>
              <a:t>Paint Over</a:t>
            </a:r>
            <a:endParaRPr/>
          </a:p>
        </p:txBody>
      </p:sp>
      <p:sp>
        <p:nvSpPr>
          <p:cNvPr id="402" name="Google Shape;402;p60"/>
          <p:cNvSpPr txBox="1"/>
          <p:nvPr/>
        </p:nvSpPr>
        <p:spPr>
          <a:xfrm>
            <a:off x="323525" y="1060291"/>
            <a:ext cx="8057700" cy="361101"/>
          </a:xfrm>
          <a:prstGeom prst="rect">
            <a:avLst/>
          </a:prstGeom>
          <a:noFill/>
          <a:ln>
            <a:noFill/>
          </a:ln>
        </p:spPr>
        <p:txBody>
          <a:bodyPr spcFirstLastPara="1" wrap="square" lIns="91425" tIns="45700" rIns="91425" bIns="45700" anchor="t" anchorCtr="0">
            <a:noAutofit/>
          </a:bodyPr>
          <a:lstStyle/>
          <a:p>
            <a:pPr>
              <a:buClr>
                <a:srgbClr val="92D050"/>
              </a:buClr>
              <a:buSzPts val="2800"/>
            </a:pPr>
            <a:r>
              <a:rPr lang="en-AU" sz="900">
                <a:solidFill>
                  <a:srgbClr val="B7B7B7"/>
                </a:solidFill>
                <a:latin typeface="Roboto"/>
                <a:ea typeface="Roboto"/>
                <a:cs typeface="Roboto"/>
                <a:sym typeface="Roboto"/>
              </a:rPr>
              <a:t>Using Photoshop or an equivalent, paint details and textures over the screen capture of your lighting previsualisation to create a piece of key art, ensure that it captures the look and feel of your final environment and include colour palette in-line with the environment colour scheme on the image.</a:t>
            </a:r>
            <a:endParaRPr sz="900">
              <a:solidFill>
                <a:srgbClr val="B7B7B7"/>
              </a:solidFill>
              <a:latin typeface="Roboto"/>
              <a:ea typeface="Roboto"/>
              <a:cs typeface="Roboto"/>
              <a:sym typeface="Roboto"/>
            </a:endParaRPr>
          </a:p>
        </p:txBody>
      </p:sp>
      <p:pic>
        <p:nvPicPr>
          <p:cNvPr id="403" name="Google Shape;403;p60" descr="temp.PNG"/>
          <p:cNvPicPr preferRelativeResize="0"/>
          <p:nvPr/>
        </p:nvPicPr>
        <p:blipFill rotWithShape="1">
          <a:blip r:embed="rId3">
            <a:alphaModFix/>
          </a:blip>
          <a:srcRect/>
          <a:stretch/>
        </p:blipFill>
        <p:spPr>
          <a:xfrm>
            <a:off x="1409189" y="1471873"/>
            <a:ext cx="5883661" cy="3092925"/>
          </a:xfrm>
          <a:prstGeom prst="roundRect">
            <a:avLst>
              <a:gd name="adj" fmla="val 0"/>
            </a:avLst>
          </a:prstGeom>
          <a:noFill/>
          <a:ln w="19050" cap="flat" cmpd="sng">
            <a:solidFill>
              <a:srgbClr val="92D050"/>
            </a:solidFill>
            <a:prstDash val="solid"/>
            <a:round/>
            <a:headEnd type="none" w="sm" len="sm"/>
            <a:tailEnd type="none" w="sm" len="sm"/>
          </a:ln>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33" name="Google Shape;333;p47"/>
          <p:cNvSpPr/>
          <p:nvPr/>
        </p:nvSpPr>
        <p:spPr>
          <a:xfrm>
            <a:off x="6825" y="-6825"/>
            <a:ext cx="447900" cy="51435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 name="Google Shape;291;p44">
            <a:extLst>
              <a:ext uri="{FF2B5EF4-FFF2-40B4-BE49-F238E27FC236}">
                <a16:creationId xmlns:a16="http://schemas.microsoft.com/office/drawing/2014/main" id="{0FD8B14E-7CCF-42C8-9E9F-051852995464}"/>
              </a:ext>
            </a:extLst>
          </p:cNvPr>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Pre-Production | </a:t>
            </a:r>
            <a:r>
              <a:rPr lang="en-AU" sz="3000">
                <a:solidFill>
                  <a:srgbClr val="8CB3E3"/>
                </a:solidFill>
                <a:latin typeface="Roboto"/>
                <a:ea typeface="Roboto"/>
                <a:cs typeface="Roboto"/>
                <a:sym typeface="Roboto"/>
              </a:rPr>
              <a:t>Peer Feedback</a:t>
            </a:r>
            <a:endParaRPr/>
          </a:p>
        </p:txBody>
      </p:sp>
      <p:sp>
        <p:nvSpPr>
          <p:cNvPr id="17" name="Google Shape;292;p44">
            <a:extLst>
              <a:ext uri="{FF2B5EF4-FFF2-40B4-BE49-F238E27FC236}">
                <a16:creationId xmlns:a16="http://schemas.microsoft.com/office/drawing/2014/main" id="{5AE9912C-98EA-4128-BAF0-91C8BAB6E99F}"/>
              </a:ext>
            </a:extLst>
          </p:cNvPr>
          <p:cNvSpPr txBox="1">
            <a:spLocks noGrp="1"/>
          </p:cNvSpPr>
          <p:nvPr>
            <p:ph type="body" idx="1"/>
          </p:nvPr>
        </p:nvSpPr>
        <p:spPr>
          <a:xfrm>
            <a:off x="383574" y="1063375"/>
            <a:ext cx="7630873" cy="400351"/>
          </a:xfrm>
          <a:prstGeom prst="rect">
            <a:avLst/>
          </a:prstGeom>
          <a:noFill/>
          <a:ln>
            <a:noFill/>
          </a:ln>
        </p:spPr>
        <p:txBody>
          <a:bodyPr spcFirstLastPara="1" wrap="square" lIns="91425" tIns="45700" rIns="91425" bIns="45700" anchor="t" anchorCtr="0">
            <a:noAutofit/>
          </a:bodyPr>
          <a:lstStyle/>
          <a:p>
            <a:pPr marL="0" indent="0">
              <a:spcBef>
                <a:spcPts val="0"/>
              </a:spcBef>
              <a:buClr>
                <a:schemeClr val="dk1"/>
              </a:buClr>
              <a:buNone/>
            </a:pPr>
            <a:r>
              <a:rPr lang="en-AU" sz="900">
                <a:solidFill>
                  <a:srgbClr val="B7B7B7"/>
                </a:solidFill>
                <a:latin typeface="Roboto"/>
                <a:ea typeface="Roboto"/>
                <a:cs typeface="Roboto"/>
                <a:sym typeface="Roboto"/>
              </a:rPr>
              <a:t>You </a:t>
            </a:r>
            <a:r>
              <a:rPr lang="en-AU" sz="900" b="1">
                <a:solidFill>
                  <a:schemeClr val="bg1">
                    <a:lumMod val="85000"/>
                  </a:schemeClr>
                </a:solidFill>
                <a:latin typeface="Roboto"/>
                <a:ea typeface="Roboto"/>
                <a:cs typeface="Roboto"/>
                <a:sym typeface="Roboto"/>
              </a:rPr>
              <a:t>Must</a:t>
            </a:r>
            <a:r>
              <a:rPr lang="en-AU" sz="900">
                <a:solidFill>
                  <a:srgbClr val="B7B7B7"/>
                </a:solidFill>
                <a:latin typeface="Roboto"/>
                <a:ea typeface="Roboto"/>
                <a:cs typeface="Roboto"/>
                <a:sym typeface="Roboto"/>
              </a:rPr>
              <a:t> gather peer feedback on your pre-production of your environment.</a:t>
            </a:r>
            <a:endParaRPr lang="en-US" sz="900">
              <a:solidFill>
                <a:srgbClr val="B7B7B7"/>
              </a:solidFill>
              <a:latin typeface="Roboto"/>
              <a:ea typeface="Roboto"/>
            </a:endParaRPr>
          </a:p>
        </p:txBody>
      </p:sp>
      <p:graphicFrame>
        <p:nvGraphicFramePr>
          <p:cNvPr id="18" name="Google Shape;293;p44">
            <a:extLst>
              <a:ext uri="{FF2B5EF4-FFF2-40B4-BE49-F238E27FC236}">
                <a16:creationId xmlns:a16="http://schemas.microsoft.com/office/drawing/2014/main" id="{3AE18A4C-3F4A-4EFD-ADDA-2EC5999EFF8A}"/>
              </a:ext>
            </a:extLst>
          </p:cNvPr>
          <p:cNvGraphicFramePr/>
          <p:nvPr>
            <p:extLst>
              <p:ext uri="{D42A27DB-BD31-4B8C-83A1-F6EECF244321}">
                <p14:modId xmlns:p14="http://schemas.microsoft.com/office/powerpoint/2010/main" val="3537335056"/>
              </p:ext>
            </p:extLst>
          </p:nvPr>
        </p:nvGraphicFramePr>
        <p:xfrm>
          <a:off x="457072" y="1522105"/>
          <a:ext cx="7740921" cy="2779481"/>
        </p:xfrm>
        <a:graphic>
          <a:graphicData uri="http://schemas.openxmlformats.org/drawingml/2006/table">
            <a:tbl>
              <a:tblPr>
                <a:noFill/>
              </a:tblPr>
              <a:tblGrid>
                <a:gridCol w="4463040">
                  <a:extLst>
                    <a:ext uri="{9D8B030D-6E8A-4147-A177-3AD203B41FA5}">
                      <a16:colId xmlns:a16="http://schemas.microsoft.com/office/drawing/2014/main" val="20000"/>
                    </a:ext>
                  </a:extLst>
                </a:gridCol>
                <a:gridCol w="3277881">
                  <a:extLst>
                    <a:ext uri="{9D8B030D-6E8A-4147-A177-3AD203B41FA5}">
                      <a16:colId xmlns:a16="http://schemas.microsoft.com/office/drawing/2014/main" val="4229412273"/>
                    </a:ext>
                  </a:extLst>
                </a:gridCol>
              </a:tblGrid>
              <a:tr h="393442">
                <a:tc>
                  <a:txBody>
                    <a:bodyPr/>
                    <a:lstStyle/>
                    <a:p>
                      <a:pPr marL="0" marR="0" lvl="0" indent="0" algn="l" rtl="0">
                        <a:lnSpc>
                          <a:spcPct val="100000"/>
                        </a:lnSpc>
                        <a:spcBef>
                          <a:spcPts val="0"/>
                        </a:spcBef>
                        <a:spcAft>
                          <a:spcPts val="0"/>
                        </a:spcAft>
                        <a:buClr>
                          <a:srgbClr val="D9D9D9"/>
                        </a:buClr>
                        <a:buSzPts val="1000"/>
                        <a:buFont typeface="Roboto"/>
                        <a:buNone/>
                      </a:pPr>
                      <a:r>
                        <a:rPr lang="en-AU" sz="1000" b="1" u="none" strike="noStrike" cap="none">
                          <a:solidFill>
                            <a:schemeClr val="bg1">
                              <a:lumMod val="95000"/>
                            </a:schemeClr>
                          </a:solidFill>
                          <a:latin typeface="Roboto"/>
                          <a:ea typeface="Roboto"/>
                          <a:cs typeface="Roboto"/>
                          <a:sym typeface="Roboto"/>
                        </a:rPr>
                        <a:t>Feedback</a:t>
                      </a:r>
                      <a:endParaRPr>
                        <a:solidFill>
                          <a:schemeClr val="bg1">
                            <a:lumMod val="95000"/>
                          </a:schemeClr>
                        </a:solidFill>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solidFill>
                      <a:schemeClr val="accent3">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D9D9D9"/>
                        </a:buClr>
                        <a:buSzPts val="1000"/>
                        <a:buFont typeface="Roboto"/>
                        <a:buNone/>
                        <a:tabLst/>
                        <a:defRPr/>
                      </a:pPr>
                      <a:r>
                        <a:rPr lang="en-AU" sz="1000" b="1" u="none" strike="noStrike" cap="none">
                          <a:solidFill>
                            <a:schemeClr val="bg1">
                              <a:lumMod val="95000"/>
                            </a:schemeClr>
                          </a:solidFill>
                          <a:latin typeface="Roboto"/>
                          <a:ea typeface="Roboto"/>
                          <a:sym typeface="Roboto"/>
                        </a:rPr>
                        <a:t>Actions Taken Based on Feedback</a:t>
                      </a:r>
                      <a:endParaRPr>
                        <a:solidFill>
                          <a:schemeClr val="bg1">
                            <a:lumMod val="95000"/>
                          </a:schemeClr>
                        </a:solidFill>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2386039">
                <a:tc>
                  <a:txBody>
                    <a:bodyPr/>
                    <a:lstStyle/>
                    <a:p>
                      <a:pPr marL="0" marR="0" lvl="0" indent="0" algn="l" rtl="0">
                        <a:lnSpc>
                          <a:spcPct val="100000"/>
                        </a:lnSpc>
                        <a:spcBef>
                          <a:spcPts val="0"/>
                        </a:spcBef>
                        <a:spcAft>
                          <a:spcPts val="0"/>
                        </a:spcAft>
                        <a:buSzPts val="900"/>
                        <a:buFont typeface="Arial" panose="020B0604020202020204" pitchFamily="34" charset="0"/>
                        <a:buNone/>
                      </a:pPr>
                      <a:r>
                        <a:rPr lang="en-AU" sz="900" b="0" i="0" u="none" strike="noStrike" cap="none">
                          <a:solidFill>
                            <a:srgbClr val="92D050"/>
                          </a:solidFill>
                          <a:latin typeface="Roboto"/>
                          <a:ea typeface="Roboto"/>
                        </a:rPr>
                        <a:t>Answer here</a:t>
                      </a:r>
                      <a:endParaRPr lang="en-US"/>
                    </a:p>
                    <a:p>
                      <a:pPr marL="0" marR="0" lvl="0" indent="0" algn="l" rtl="0">
                        <a:lnSpc>
                          <a:spcPct val="100000"/>
                        </a:lnSpc>
                        <a:spcBef>
                          <a:spcPts val="0"/>
                        </a:spcBef>
                        <a:spcAft>
                          <a:spcPts val="0"/>
                        </a:spcAft>
                        <a:buSzPts val="900"/>
                        <a:buFont typeface="Arial" panose="020B0604020202020204" pitchFamily="34" charset="0"/>
                        <a:buNone/>
                      </a:pPr>
                      <a:endParaRPr sz="900" b="0" i="0" u="none" strike="noStrike" cap="none">
                        <a:solidFill>
                          <a:srgbClr val="92D050"/>
                        </a:solidFill>
                        <a:latin typeface="Roboto"/>
                        <a:ea typeface="Roboto"/>
                      </a:endParaRPr>
                    </a:p>
                  </a:txBody>
                  <a:tcPr marL="91425" marR="91425" marT="91425" marB="91425">
                    <a:lnL w="19050">
                      <a:solidFill>
                        <a:srgbClr val="92D050"/>
                      </a:solidFill>
                    </a:lnL>
                    <a:lnR w="19050">
                      <a:solidFill>
                        <a:srgbClr val="92D050"/>
                      </a:solidFill>
                    </a:lnR>
                    <a:lnT w="19050">
                      <a:solidFill>
                        <a:srgbClr val="92D050"/>
                      </a:solidFill>
                    </a:lnT>
                    <a:lnB w="19050">
                      <a:solidFill>
                        <a:srgbClr val="92D050"/>
                      </a:solidFill>
                    </a:lnB>
                    <a:noFill/>
                  </a:tcPr>
                </a:tc>
                <a:tc>
                  <a:txBody>
                    <a:bodyPr/>
                    <a:lstStyle/>
                    <a:p>
                      <a:pPr marL="0" marR="0" lvl="0" indent="0" algn="l" rtl="0">
                        <a:lnSpc>
                          <a:spcPct val="100000"/>
                        </a:lnSpc>
                        <a:spcBef>
                          <a:spcPts val="0"/>
                        </a:spcBef>
                        <a:spcAft>
                          <a:spcPts val="0"/>
                        </a:spcAft>
                        <a:buSzPts val="900"/>
                        <a:buFont typeface="Arial" panose="020B0604020202020204" pitchFamily="34" charset="0"/>
                        <a:buNone/>
                      </a:pPr>
                      <a:r>
                        <a:rPr lang="en-AU" sz="900" b="0" i="0" u="none" strike="noStrike" cap="none">
                          <a:solidFill>
                            <a:srgbClr val="92D050"/>
                          </a:solidFill>
                          <a:latin typeface="Roboto"/>
                          <a:ea typeface="Roboto"/>
                        </a:rPr>
                        <a:t>Answer here</a:t>
                      </a:r>
                      <a:endParaRPr/>
                    </a:p>
                  </a:txBody>
                  <a:tcPr marL="91425" marR="91425" marT="91425" marB="91425">
                    <a:lnL w="19050">
                      <a:solidFill>
                        <a:srgbClr val="92D050"/>
                      </a:solidFill>
                    </a:lnL>
                    <a:lnR w="19050">
                      <a:solidFill>
                        <a:srgbClr val="92D050"/>
                      </a:solidFill>
                    </a:lnR>
                    <a:lnT w="19050">
                      <a:solidFill>
                        <a:srgbClr val="92D050"/>
                      </a:solidFill>
                    </a:lnT>
                    <a:lnB w="19050">
                      <a:solidFill>
                        <a:srgbClr val="92D050"/>
                      </a:solidFill>
                    </a:lnB>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2678317744"/>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33" name="Google Shape;333;p47"/>
          <p:cNvSpPr/>
          <p:nvPr/>
        </p:nvSpPr>
        <p:spPr>
          <a:xfrm>
            <a:off x="6825" y="-6825"/>
            <a:ext cx="447900" cy="51435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graphicFrame>
        <p:nvGraphicFramePr>
          <p:cNvPr id="15" name="Table 14">
            <a:extLst>
              <a:ext uri="{FF2B5EF4-FFF2-40B4-BE49-F238E27FC236}">
                <a16:creationId xmlns:a16="http://schemas.microsoft.com/office/drawing/2014/main" id="{A8006ECC-1C52-4E74-801B-E675685C0314}"/>
              </a:ext>
            </a:extLst>
          </p:cNvPr>
          <p:cNvGraphicFramePr>
            <a:graphicFrameLocks noGrp="1"/>
          </p:cNvGraphicFramePr>
          <p:nvPr/>
        </p:nvGraphicFramePr>
        <p:xfrm>
          <a:off x="457071" y="3837768"/>
          <a:ext cx="3735787" cy="538543"/>
        </p:xfrm>
        <a:graphic>
          <a:graphicData uri="http://schemas.openxmlformats.org/drawingml/2006/table">
            <a:tbl>
              <a:tblPr firstRow="1" bandRow="1"/>
              <a:tblGrid>
                <a:gridCol w="3735787">
                  <a:extLst>
                    <a:ext uri="{9D8B030D-6E8A-4147-A177-3AD203B41FA5}">
                      <a16:colId xmlns:a16="http://schemas.microsoft.com/office/drawing/2014/main" val="1667041406"/>
                    </a:ext>
                  </a:extLst>
                </a:gridCol>
              </a:tblGrid>
              <a:tr h="538543">
                <a:tc>
                  <a:txBody>
                    <a:bodyPr/>
                    <a:lstStyle/>
                    <a:p>
                      <a:endParaRPr lang="en-GB"/>
                    </a:p>
                  </a:txBody>
                  <a:tcPr>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lnTlToBr w="12700" cmpd="sng">
                      <a:noFill/>
                      <a:prstDash val="solid"/>
                    </a:lnTlToBr>
                    <a:lnBlToTr w="12700" cmpd="sng">
                      <a:noFill/>
                      <a:prstDash val="solid"/>
                    </a:lnBlToTr>
                    <a:noFill/>
                  </a:tcPr>
                </a:tc>
                <a:extLst>
                  <a:ext uri="{0D108BD9-81ED-4DB2-BD59-A6C34878D82A}">
                    <a16:rowId xmlns:a16="http://schemas.microsoft.com/office/drawing/2014/main" val="4228781509"/>
                  </a:ext>
                </a:extLst>
              </a:tr>
            </a:tbl>
          </a:graphicData>
        </a:graphic>
      </p:graphicFrame>
      <p:sp>
        <p:nvSpPr>
          <p:cNvPr id="16" name="Google Shape;291;p44">
            <a:extLst>
              <a:ext uri="{FF2B5EF4-FFF2-40B4-BE49-F238E27FC236}">
                <a16:creationId xmlns:a16="http://schemas.microsoft.com/office/drawing/2014/main" id="{0FD8B14E-7CCF-42C8-9E9F-051852995464}"/>
              </a:ext>
            </a:extLst>
          </p:cNvPr>
          <p:cNvSpPr txBox="1">
            <a:spLocks noGrp="1"/>
          </p:cNvSpPr>
          <p:nvPr>
            <p:ph type="title"/>
          </p:nvPr>
        </p:nvSpPr>
        <p:spPr>
          <a:xfrm>
            <a:off x="323528" y="205979"/>
            <a:ext cx="8510693"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Pre-Production | </a:t>
            </a:r>
            <a:r>
              <a:rPr lang="en-AU" sz="3000">
                <a:solidFill>
                  <a:srgbClr val="8CB3E3"/>
                </a:solidFill>
                <a:latin typeface="Roboto"/>
                <a:ea typeface="Roboto"/>
                <a:cs typeface="Roboto"/>
                <a:sym typeface="Roboto"/>
              </a:rPr>
              <a:t>Trainer Feedback</a:t>
            </a:r>
            <a:endParaRPr lang="en-US" sz="3000"/>
          </a:p>
        </p:txBody>
      </p:sp>
      <p:sp>
        <p:nvSpPr>
          <p:cNvPr id="17" name="Google Shape;292;p44">
            <a:extLst>
              <a:ext uri="{FF2B5EF4-FFF2-40B4-BE49-F238E27FC236}">
                <a16:creationId xmlns:a16="http://schemas.microsoft.com/office/drawing/2014/main" id="{5AE9912C-98EA-4128-BAF0-91C8BAB6E99F}"/>
              </a:ext>
            </a:extLst>
          </p:cNvPr>
          <p:cNvSpPr txBox="1">
            <a:spLocks noGrp="1"/>
          </p:cNvSpPr>
          <p:nvPr>
            <p:ph type="body" idx="1"/>
          </p:nvPr>
        </p:nvSpPr>
        <p:spPr>
          <a:xfrm>
            <a:off x="383574" y="1063375"/>
            <a:ext cx="7630873" cy="370892"/>
          </a:xfrm>
          <a:prstGeom prst="rect">
            <a:avLst/>
          </a:prstGeom>
          <a:noFill/>
          <a:ln>
            <a:noFill/>
          </a:ln>
        </p:spPr>
        <p:txBody>
          <a:bodyPr spcFirstLastPara="1" wrap="square" lIns="91425" tIns="45700" rIns="91425" bIns="45700" anchor="t" anchorCtr="0">
            <a:noAutofit/>
          </a:bodyPr>
          <a:lstStyle/>
          <a:p>
            <a:pPr marL="0" lvl="0" indent="0">
              <a:spcBef>
                <a:spcPts val="0"/>
              </a:spcBef>
              <a:buClr>
                <a:schemeClr val="dk1"/>
              </a:buClr>
              <a:buNone/>
            </a:pPr>
            <a:r>
              <a:rPr lang="en-AU" sz="900">
                <a:solidFill>
                  <a:srgbClr val="B7B7B7"/>
                </a:solidFill>
                <a:latin typeface="Roboto"/>
                <a:ea typeface="Roboto"/>
                <a:cs typeface="Roboto"/>
                <a:sym typeface="Roboto"/>
              </a:rPr>
              <a:t>You </a:t>
            </a:r>
            <a:r>
              <a:rPr lang="en-AU" sz="900" b="1">
                <a:solidFill>
                  <a:schemeClr val="bg1">
                    <a:lumMod val="85000"/>
                  </a:schemeClr>
                </a:solidFill>
                <a:latin typeface="Roboto"/>
                <a:ea typeface="Roboto"/>
                <a:cs typeface="Roboto"/>
                <a:sym typeface="Roboto"/>
              </a:rPr>
              <a:t>Must</a:t>
            </a:r>
            <a:r>
              <a:rPr lang="en-AU" sz="900">
                <a:solidFill>
                  <a:srgbClr val="B7B7B7"/>
                </a:solidFill>
                <a:latin typeface="Roboto"/>
                <a:ea typeface="Roboto"/>
                <a:cs typeface="Roboto"/>
                <a:sym typeface="Roboto"/>
              </a:rPr>
              <a:t> gather feedback and obtain approval for pre-production before modelling the assets. </a:t>
            </a:r>
            <a:r>
              <a:rPr lang="en-US" sz="900">
                <a:solidFill>
                  <a:srgbClr val="B7B7B7"/>
                </a:solidFill>
                <a:latin typeface="Roboto"/>
                <a:ea typeface="Roboto"/>
                <a:cs typeface="Roboto"/>
                <a:sym typeface="Roboto"/>
              </a:rPr>
              <a:t>Feedback will be given verbally by your trainer, take notes below and describe how you will address the feedback.</a:t>
            </a:r>
            <a:endParaRPr/>
          </a:p>
        </p:txBody>
      </p:sp>
      <p:graphicFrame>
        <p:nvGraphicFramePr>
          <p:cNvPr id="18" name="Google Shape;293;p44">
            <a:extLst>
              <a:ext uri="{FF2B5EF4-FFF2-40B4-BE49-F238E27FC236}">
                <a16:creationId xmlns:a16="http://schemas.microsoft.com/office/drawing/2014/main" id="{3AE18A4C-3F4A-4EFD-ADDA-2EC5999EFF8A}"/>
              </a:ext>
            </a:extLst>
          </p:cNvPr>
          <p:cNvGraphicFramePr/>
          <p:nvPr/>
        </p:nvGraphicFramePr>
        <p:xfrm>
          <a:off x="457072" y="1522105"/>
          <a:ext cx="7372477" cy="2315663"/>
        </p:xfrm>
        <a:graphic>
          <a:graphicData uri="http://schemas.openxmlformats.org/drawingml/2006/table">
            <a:tbl>
              <a:tblPr>
                <a:noFill/>
              </a:tblPr>
              <a:tblGrid>
                <a:gridCol w="3734398">
                  <a:extLst>
                    <a:ext uri="{9D8B030D-6E8A-4147-A177-3AD203B41FA5}">
                      <a16:colId xmlns:a16="http://schemas.microsoft.com/office/drawing/2014/main" val="20000"/>
                    </a:ext>
                  </a:extLst>
                </a:gridCol>
                <a:gridCol w="2742730">
                  <a:extLst>
                    <a:ext uri="{9D8B030D-6E8A-4147-A177-3AD203B41FA5}">
                      <a16:colId xmlns:a16="http://schemas.microsoft.com/office/drawing/2014/main" val="4229412273"/>
                    </a:ext>
                  </a:extLst>
                </a:gridCol>
                <a:gridCol w="895349">
                  <a:extLst>
                    <a:ext uri="{9D8B030D-6E8A-4147-A177-3AD203B41FA5}">
                      <a16:colId xmlns:a16="http://schemas.microsoft.com/office/drawing/2014/main" val="20002"/>
                    </a:ext>
                  </a:extLst>
                </a:gridCol>
              </a:tblGrid>
              <a:tr h="306202">
                <a:tc>
                  <a:txBody>
                    <a:bodyPr/>
                    <a:lstStyle/>
                    <a:p>
                      <a:pPr marL="0" marR="0" lvl="0" indent="0" algn="l" rtl="0">
                        <a:lnSpc>
                          <a:spcPct val="100000"/>
                        </a:lnSpc>
                        <a:spcBef>
                          <a:spcPts val="0"/>
                        </a:spcBef>
                        <a:spcAft>
                          <a:spcPts val="0"/>
                        </a:spcAft>
                        <a:buClr>
                          <a:srgbClr val="D9D9D9"/>
                        </a:buClr>
                        <a:buSzPts val="1000"/>
                        <a:buFont typeface="Roboto"/>
                        <a:buNone/>
                      </a:pPr>
                      <a:r>
                        <a:rPr lang="en-AU" sz="1000" b="1" u="none" strike="noStrike" cap="none">
                          <a:solidFill>
                            <a:schemeClr val="bg1">
                              <a:lumMod val="95000"/>
                            </a:schemeClr>
                          </a:solidFill>
                          <a:latin typeface="Roboto"/>
                          <a:ea typeface="Roboto"/>
                          <a:cs typeface="Roboto"/>
                          <a:sym typeface="Roboto"/>
                        </a:rPr>
                        <a:t>Feedback</a:t>
                      </a:r>
                      <a:endParaRPr>
                        <a:solidFill>
                          <a:schemeClr val="bg1">
                            <a:lumMod val="95000"/>
                          </a:schemeClr>
                        </a:solidFill>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solidFill>
                      <a:schemeClr val="accent3">
                        <a:lumMod val="75000"/>
                      </a:schemeClr>
                    </a:solidFill>
                  </a:tcPr>
                </a:tc>
                <a:tc>
                  <a:txBody>
                    <a:bodyPr/>
                    <a:lstStyle/>
                    <a:p>
                      <a:pPr marL="0" marR="0" lvl="0" indent="0" algn="l" defTabSz="914400" rtl="0" eaLnBrk="1" fontAlgn="auto" latinLnBrk="0" hangingPunct="1">
                        <a:lnSpc>
                          <a:spcPct val="100000"/>
                        </a:lnSpc>
                        <a:spcBef>
                          <a:spcPts val="0"/>
                        </a:spcBef>
                        <a:spcAft>
                          <a:spcPts val="0"/>
                        </a:spcAft>
                        <a:buClr>
                          <a:srgbClr val="D9D9D9"/>
                        </a:buClr>
                        <a:buSzPts val="1000"/>
                        <a:buFont typeface="Roboto"/>
                        <a:buNone/>
                        <a:tabLst/>
                        <a:defRPr/>
                      </a:pPr>
                      <a:r>
                        <a:rPr lang="en-AU" sz="1000" b="1" u="none" strike="noStrike" cap="none">
                          <a:solidFill>
                            <a:schemeClr val="bg1">
                              <a:lumMod val="95000"/>
                            </a:schemeClr>
                          </a:solidFill>
                          <a:latin typeface="Roboto"/>
                          <a:ea typeface="Roboto"/>
                          <a:sym typeface="Roboto"/>
                        </a:rPr>
                        <a:t>Actions Taken Based on Feedback</a:t>
                      </a:r>
                      <a:endParaRPr>
                        <a:solidFill>
                          <a:schemeClr val="bg1">
                            <a:lumMod val="95000"/>
                          </a:schemeClr>
                        </a:solidFill>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solidFill>
                      <a:schemeClr val="accent3">
                        <a:lumMod val="75000"/>
                      </a:schemeClr>
                    </a:solidFill>
                  </a:tcPr>
                </a:tc>
                <a:tc>
                  <a:txBody>
                    <a:bodyPr/>
                    <a:lstStyle/>
                    <a:p>
                      <a:pPr marL="0" marR="0" lvl="0" indent="0" algn="ctr" rtl="0">
                        <a:lnSpc>
                          <a:spcPct val="100000"/>
                        </a:lnSpc>
                        <a:spcBef>
                          <a:spcPts val="0"/>
                        </a:spcBef>
                        <a:spcAft>
                          <a:spcPts val="0"/>
                        </a:spcAft>
                        <a:buClr>
                          <a:srgbClr val="D9D9D9"/>
                        </a:buClr>
                        <a:buSzPts val="1000"/>
                        <a:buFont typeface="Roboto"/>
                        <a:buNone/>
                      </a:pPr>
                      <a:r>
                        <a:rPr lang="en-AU" sz="1000" b="1" u="none" strike="noStrike" cap="none">
                          <a:solidFill>
                            <a:schemeClr val="bg1">
                              <a:lumMod val="95000"/>
                            </a:schemeClr>
                          </a:solidFill>
                          <a:latin typeface="Roboto"/>
                          <a:ea typeface="Roboto"/>
                          <a:cs typeface="Roboto"/>
                          <a:sym typeface="Roboto"/>
                        </a:rPr>
                        <a:t>Approved</a:t>
                      </a:r>
                      <a:endParaRPr>
                        <a:solidFill>
                          <a:schemeClr val="bg1">
                            <a:lumMod val="95000"/>
                          </a:schemeClr>
                        </a:solidFill>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1980413">
                <a:tc>
                  <a:txBody>
                    <a:bodyPr/>
                    <a:lstStyle/>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r>
                        <a:rPr lang="en-AU" sz="900" b="0" i="0" u="none" strike="noStrike" cap="none">
                          <a:solidFill>
                            <a:srgbClr val="92D050"/>
                          </a:solidFill>
                          <a:latin typeface="Roboto"/>
                          <a:ea typeface="Roboto"/>
                          <a:cs typeface="Roboto"/>
                          <a:sym typeface="Roboto"/>
                        </a:rPr>
                        <a:t>Answer here</a:t>
                      </a:r>
                    </a:p>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endParaRPr sz="900" b="0" i="0" u="none" strike="noStrike" cap="none">
                        <a:solidFill>
                          <a:srgbClr val="92D050"/>
                        </a:solidFill>
                        <a:latin typeface="Roboto"/>
                        <a:ea typeface="Roboto"/>
                        <a:cs typeface="Roboto"/>
                        <a:sym typeface="Roboto"/>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noFill/>
                  </a:tcPr>
                </a:tc>
                <a:tc>
                  <a:txBody>
                    <a:bodyPr/>
                    <a:lstStyle/>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r>
                        <a:rPr lang="en-AU" sz="900" b="0" i="0" u="none" strike="noStrike" cap="none">
                          <a:solidFill>
                            <a:srgbClr val="92D050"/>
                          </a:solidFill>
                          <a:latin typeface="Roboto"/>
                          <a:ea typeface="Roboto"/>
                          <a:cs typeface="Roboto"/>
                          <a:sym typeface="Roboto"/>
                        </a:rPr>
                        <a:t>Answer here</a:t>
                      </a: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noFill/>
                  </a:tcPr>
                </a:tc>
                <a:tc>
                  <a:txBody>
                    <a:bodyPr/>
                    <a:lstStyle/>
                    <a:p>
                      <a:pPr marL="0" marR="0" lvl="0" indent="0" algn="l" rtl="0">
                        <a:lnSpc>
                          <a:spcPct val="100000"/>
                        </a:lnSpc>
                        <a:spcBef>
                          <a:spcPts val="0"/>
                        </a:spcBef>
                        <a:spcAft>
                          <a:spcPts val="0"/>
                        </a:spcAft>
                        <a:buClr>
                          <a:srgbClr val="000000"/>
                        </a:buClr>
                        <a:buSzPts val="900"/>
                        <a:buFont typeface="Arial"/>
                        <a:buNone/>
                      </a:pPr>
                      <a:endParaRPr sz="900" u="none" strike="noStrike" cap="none">
                        <a:latin typeface="Roboto"/>
                        <a:ea typeface="Roboto"/>
                        <a:cs typeface="Roboto"/>
                        <a:sym typeface="Roboto"/>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19" name="Google Shape;294;p44">
            <a:extLst>
              <a:ext uri="{FF2B5EF4-FFF2-40B4-BE49-F238E27FC236}">
                <a16:creationId xmlns:a16="http://schemas.microsoft.com/office/drawing/2014/main" id="{2EF7B2F8-2378-42F1-8952-DD9443D358FE}"/>
              </a:ext>
            </a:extLst>
          </p:cNvPr>
          <p:cNvSpPr txBox="1"/>
          <p:nvPr/>
        </p:nvSpPr>
        <p:spPr>
          <a:xfrm>
            <a:off x="7221317" y="2636021"/>
            <a:ext cx="309000" cy="294300"/>
          </a:xfrm>
          <a:prstGeom prst="rect">
            <a:avLst/>
          </a:prstGeom>
          <a:solidFill>
            <a:schemeClr val="bg1"/>
          </a:solidFill>
          <a:ln w="19050" cap="flat" cmpd="sng">
            <a:solidFill>
              <a:srgbClr val="599C3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1F497D"/>
              </a:solidFill>
              <a:latin typeface="Roboto"/>
              <a:ea typeface="Roboto"/>
              <a:cs typeface="Roboto"/>
              <a:sym typeface="Roboto"/>
            </a:endParaRPr>
          </a:p>
        </p:txBody>
      </p:sp>
      <p:sp>
        <p:nvSpPr>
          <p:cNvPr id="21" name="TextBox 20">
            <a:extLst>
              <a:ext uri="{FF2B5EF4-FFF2-40B4-BE49-F238E27FC236}">
                <a16:creationId xmlns:a16="http://schemas.microsoft.com/office/drawing/2014/main" id="{2E312A83-5E9D-4389-9504-2ADA1156B42A}"/>
              </a:ext>
            </a:extLst>
          </p:cNvPr>
          <p:cNvSpPr txBox="1"/>
          <p:nvPr/>
        </p:nvSpPr>
        <p:spPr>
          <a:xfrm>
            <a:off x="870685" y="3925398"/>
            <a:ext cx="2889520" cy="369332"/>
          </a:xfrm>
          <a:prstGeom prst="rect">
            <a:avLst/>
          </a:prstGeom>
          <a:noFill/>
        </p:spPr>
        <p:txBody>
          <a:bodyPr wrap="square" rtlCol="0">
            <a:spAutoFit/>
          </a:bodyPr>
          <a:lstStyle/>
          <a:p>
            <a:r>
              <a:rPr lang="en-US" sz="900">
                <a:solidFill>
                  <a:schemeClr val="bg1">
                    <a:lumMod val="85000"/>
                  </a:schemeClr>
                </a:solidFill>
                <a:latin typeface="Roboto"/>
                <a:ea typeface="Roboto"/>
                <a:cs typeface="Roboto"/>
                <a:sym typeface="Roboto"/>
              </a:rPr>
              <a:t>I confirm that the concept is my own or does not infringe copyright</a:t>
            </a:r>
            <a:endParaRPr lang="en-GB"/>
          </a:p>
        </p:txBody>
      </p:sp>
      <p:sp>
        <p:nvSpPr>
          <p:cNvPr id="10" name="Google Shape;294;p44">
            <a:extLst>
              <a:ext uri="{FF2B5EF4-FFF2-40B4-BE49-F238E27FC236}">
                <a16:creationId xmlns:a16="http://schemas.microsoft.com/office/drawing/2014/main" id="{7BDDA4CE-3CE4-4740-914E-5961E662040E}"/>
              </a:ext>
            </a:extLst>
          </p:cNvPr>
          <p:cNvSpPr txBox="1"/>
          <p:nvPr/>
        </p:nvSpPr>
        <p:spPr>
          <a:xfrm>
            <a:off x="570829" y="3959889"/>
            <a:ext cx="309000" cy="294300"/>
          </a:xfrm>
          <a:prstGeom prst="rect">
            <a:avLst/>
          </a:prstGeom>
          <a:solidFill>
            <a:schemeClr val="bg1"/>
          </a:solidFill>
          <a:ln w="19050" cap="flat" cmpd="sng">
            <a:solidFill>
              <a:srgbClr val="599C34"/>
            </a:solidFill>
            <a:prstDash val="solid"/>
            <a:round/>
            <a:headEnd type="none" w="sm" len="sm"/>
            <a:tailEnd type="none" w="sm" len="sm"/>
          </a:ln>
        </p:spPr>
        <p:txBody>
          <a:bodyPr spcFirstLastPara="1" wrap="square" lIns="91425" tIns="91425" rIns="91425" bIns="91425"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1F497D"/>
              </a:solidFill>
              <a:latin typeface="Roboto"/>
              <a:ea typeface="Roboto"/>
              <a:cs typeface="Roboto"/>
              <a:sym typeface="Roboto"/>
            </a:endParaRP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9" name="Google Shape;409;p66"/>
          <p:cNvSpPr txBox="1"/>
          <p:nvPr/>
        </p:nvSpPr>
        <p:spPr>
          <a:xfrm>
            <a:off x="323528" y="1063375"/>
            <a:ext cx="8064900" cy="3394500"/>
          </a:xfrm>
          <a:prstGeom prst="rect">
            <a:avLst/>
          </a:prstGeom>
          <a:noFill/>
          <a:ln>
            <a:noFill/>
          </a:ln>
        </p:spPr>
        <p:txBody>
          <a:bodyPr spcFirstLastPara="1" wrap="square" lIns="91425" tIns="45700" rIns="91425" bIns="45700" anchor="t" anchorCtr="0">
            <a:noAutofit/>
          </a:bodyPr>
          <a:lstStyle/>
          <a:p>
            <a:pPr marL="0" lvl="0" indent="0" rtl="0">
              <a:lnSpc>
                <a:spcPct val="115000"/>
              </a:lnSpc>
              <a:spcBef>
                <a:spcPts val="0"/>
              </a:spcBef>
              <a:spcAft>
                <a:spcPts val="0"/>
              </a:spcAft>
              <a:buClr>
                <a:schemeClr val="dk1"/>
              </a:buClr>
              <a:buSzPts val="1100"/>
              <a:buFont typeface="Arial"/>
              <a:buNone/>
            </a:pPr>
            <a:endParaRPr lang="en-US" sz="900">
              <a:solidFill>
                <a:srgbClr val="B7B7B7"/>
              </a:solidFill>
              <a:latin typeface="Roboto"/>
              <a:ea typeface="Roboto"/>
              <a:cs typeface="Roboto"/>
              <a:sym typeface="Roboto"/>
            </a:endParaRPr>
          </a:p>
        </p:txBody>
      </p:sp>
      <p:sp>
        <p:nvSpPr>
          <p:cNvPr id="4" name="Google Shape;173;p27">
            <a:extLst>
              <a:ext uri="{FF2B5EF4-FFF2-40B4-BE49-F238E27FC236}">
                <a16:creationId xmlns:a16="http://schemas.microsoft.com/office/drawing/2014/main" id="{44FB46B9-0317-4CEF-861A-A36F8E349EA6}"/>
              </a:ext>
            </a:extLst>
          </p:cNvPr>
          <p:cNvSpPr/>
          <p:nvPr/>
        </p:nvSpPr>
        <p:spPr>
          <a:xfrm>
            <a:off x="0" y="1666864"/>
            <a:ext cx="9143999" cy="1415772"/>
          </a:xfrm>
          <a:prstGeom prst="roundRect">
            <a:avLst>
              <a:gd name="adj" fmla="val 3186"/>
            </a:avLst>
          </a:prstGeom>
          <a:gradFill>
            <a:gsLst>
              <a:gs pos="0">
                <a:srgbClr val="1F3D5F"/>
              </a:gs>
              <a:gs pos="60000">
                <a:srgbClr val="1F3D5F"/>
              </a:gs>
              <a:gs pos="100000">
                <a:srgbClr val="1F3D5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 name="Google Shape;174;p27">
            <a:extLst>
              <a:ext uri="{FF2B5EF4-FFF2-40B4-BE49-F238E27FC236}">
                <a16:creationId xmlns:a16="http://schemas.microsoft.com/office/drawing/2014/main" id="{1C8796AF-8B06-4F1B-A618-25F3C7D00C9D}"/>
              </a:ext>
            </a:extLst>
          </p:cNvPr>
          <p:cNvSpPr/>
          <p:nvPr/>
        </p:nvSpPr>
        <p:spPr>
          <a:xfrm>
            <a:off x="755071" y="2051584"/>
            <a:ext cx="7633855" cy="646331"/>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B0F0"/>
              </a:buClr>
              <a:buSzPts val="3600"/>
              <a:buFont typeface="Roboto"/>
              <a:buNone/>
            </a:pPr>
            <a:r>
              <a:rPr lang="en-AU" sz="3600" b="1" i="0" u="none" strike="noStrike" cap="none">
                <a:solidFill>
                  <a:srgbClr val="00B0F0"/>
                </a:solidFill>
                <a:latin typeface="Roboto"/>
                <a:ea typeface="Roboto"/>
                <a:sym typeface="Roboto"/>
              </a:rPr>
              <a:t>Production</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3857041016"/>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Shape 420"/>
        <p:cNvGrpSpPr/>
        <p:nvPr/>
      </p:nvGrpSpPr>
      <p:grpSpPr>
        <a:xfrm>
          <a:off x="0" y="0"/>
          <a:ext cx="0" cy="0"/>
          <a:chOff x="0" y="0"/>
          <a:chExt cx="0" cy="0"/>
        </a:xfrm>
      </p:grpSpPr>
      <p:sp>
        <p:nvSpPr>
          <p:cNvPr id="421" name="Google Shape;421;p62"/>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Production | </a:t>
            </a:r>
            <a:r>
              <a:rPr lang="en-AU" sz="3000">
                <a:solidFill>
                  <a:srgbClr val="8CB3E3"/>
                </a:solidFill>
                <a:latin typeface="Roboto"/>
                <a:ea typeface="Roboto"/>
                <a:cs typeface="Roboto"/>
                <a:sym typeface="Roboto"/>
              </a:rPr>
              <a:t>Modelling</a:t>
            </a:r>
            <a:endParaRPr/>
          </a:p>
        </p:txBody>
      </p:sp>
      <p:sp>
        <p:nvSpPr>
          <p:cNvPr id="422" name="Google Shape;422;p62"/>
          <p:cNvSpPr txBox="1">
            <a:spLocks noGrp="1"/>
          </p:cNvSpPr>
          <p:nvPr>
            <p:ph type="body" idx="1"/>
          </p:nvPr>
        </p:nvSpPr>
        <p:spPr>
          <a:xfrm>
            <a:off x="323525" y="1063363"/>
            <a:ext cx="8057700" cy="301200"/>
          </a:xfrm>
          <a:prstGeom prst="rect">
            <a:avLst/>
          </a:prstGeom>
          <a:noFill/>
          <a:ln>
            <a:noFill/>
          </a:ln>
        </p:spPr>
        <p:txBody>
          <a:bodyPr spcFirstLastPara="1" wrap="square" lIns="91425" tIns="45700" rIns="91425" bIns="45700" anchor="t" anchorCtr="0">
            <a:noAutofit/>
          </a:bodyPr>
          <a:lstStyle/>
          <a:p>
            <a:pPr marL="0" lvl="0" indent="0" rtl="0">
              <a:lnSpc>
                <a:spcPct val="100000"/>
              </a:lnSpc>
              <a:spcBef>
                <a:spcPts val="0"/>
              </a:spcBef>
              <a:spcAft>
                <a:spcPts val="0"/>
              </a:spcAft>
              <a:buNone/>
            </a:pPr>
            <a:r>
              <a:rPr lang="en-AU" sz="900">
                <a:solidFill>
                  <a:srgbClr val="B7B7B7"/>
                </a:solidFill>
                <a:latin typeface="Roboto"/>
                <a:ea typeface="Roboto"/>
                <a:cs typeface="Roboto"/>
                <a:sym typeface="Roboto"/>
              </a:rPr>
              <a:t>Create each model, ensuring that the mesh is clean with efficient topology. Screen capture all the objects in shaded wireframe mode and insert the images below.</a:t>
            </a:r>
            <a:endParaRPr>
              <a:solidFill>
                <a:srgbClr val="00B0F0"/>
              </a:solidFill>
            </a:endParaRPr>
          </a:p>
          <a:p>
            <a:pPr marL="0" lvl="0" indent="0" rtl="0">
              <a:lnSpc>
                <a:spcPct val="100000"/>
              </a:lnSpc>
              <a:spcBef>
                <a:spcPts val="0"/>
              </a:spcBef>
              <a:spcAft>
                <a:spcPts val="0"/>
              </a:spcAft>
              <a:buNone/>
            </a:pPr>
            <a:endParaRPr sz="900">
              <a:solidFill>
                <a:srgbClr val="B7B7B7"/>
              </a:solidFill>
              <a:latin typeface="Roboto"/>
              <a:ea typeface="Roboto"/>
              <a:cs typeface="Roboto"/>
              <a:sym typeface="Roboto"/>
            </a:endParaRPr>
          </a:p>
        </p:txBody>
      </p:sp>
      <p:sp>
        <p:nvSpPr>
          <p:cNvPr id="423" name="Google Shape;423;p62"/>
          <p:cNvSpPr/>
          <p:nvPr/>
        </p:nvSpPr>
        <p:spPr>
          <a:xfrm>
            <a:off x="6825" y="-6825"/>
            <a:ext cx="447900" cy="51435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pic>
        <p:nvPicPr>
          <p:cNvPr id="424" name="Google Shape;424;p62" descr="temp.PNG"/>
          <p:cNvPicPr preferRelativeResize="0"/>
          <p:nvPr/>
        </p:nvPicPr>
        <p:blipFill rotWithShape="1">
          <a:blip r:embed="rId3">
            <a:alphaModFix/>
          </a:blip>
          <a:srcRect/>
          <a:stretch/>
        </p:blipFill>
        <p:spPr>
          <a:xfrm>
            <a:off x="454725" y="1492850"/>
            <a:ext cx="7926600" cy="3240000"/>
          </a:xfrm>
          <a:prstGeom prst="roundRect">
            <a:avLst>
              <a:gd name="adj" fmla="val 0"/>
            </a:avLst>
          </a:prstGeom>
          <a:noFill/>
          <a:ln w="19050" cap="flat" cmpd="sng">
            <a:solidFill>
              <a:srgbClr val="92D050"/>
            </a:solidFill>
            <a:prstDash val="solid"/>
            <a:round/>
            <a:headEnd type="none" w="sm" len="sm"/>
            <a:tailEnd type="none" w="sm" len="sm"/>
          </a:ln>
        </p:spPr>
      </p:pic>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33" name="Google Shape;333;p47"/>
          <p:cNvSpPr/>
          <p:nvPr/>
        </p:nvSpPr>
        <p:spPr>
          <a:xfrm>
            <a:off x="6825" y="-6825"/>
            <a:ext cx="447900" cy="51435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1" name="Google Shape;338;p48">
            <a:extLst>
              <a:ext uri="{FF2B5EF4-FFF2-40B4-BE49-F238E27FC236}">
                <a16:creationId xmlns:a16="http://schemas.microsoft.com/office/drawing/2014/main" id="{0C7FC5DF-0D36-4A73-A8AE-0CDB3B704A71}"/>
              </a:ext>
            </a:extLst>
          </p:cNvPr>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sz="3600" b="0">
                <a:latin typeface="Roboto"/>
                <a:ea typeface="Roboto"/>
                <a:cs typeface="Roboto"/>
                <a:sym typeface="Roboto"/>
              </a:rPr>
              <a:t>Production</a:t>
            </a:r>
            <a:r>
              <a:rPr lang="en-AU">
                <a:latin typeface="Roboto"/>
                <a:ea typeface="Roboto"/>
                <a:cs typeface="Roboto"/>
                <a:sym typeface="Roboto"/>
              </a:rPr>
              <a:t> | </a:t>
            </a:r>
            <a:r>
              <a:rPr lang="en-AU" sz="3000" b="0" i="0" u="none" strike="noStrike" cap="none">
                <a:solidFill>
                  <a:srgbClr val="8CB3E3"/>
                </a:solidFill>
                <a:latin typeface="Roboto"/>
                <a:ea typeface="Roboto"/>
                <a:cs typeface="Roboto"/>
                <a:sym typeface="Roboto"/>
              </a:rPr>
              <a:t>Mesh Clean Up</a:t>
            </a:r>
            <a:endParaRPr lang="en-US"/>
          </a:p>
        </p:txBody>
      </p:sp>
      <p:sp>
        <p:nvSpPr>
          <p:cNvPr id="12" name="Google Shape;339;p48">
            <a:extLst>
              <a:ext uri="{FF2B5EF4-FFF2-40B4-BE49-F238E27FC236}">
                <a16:creationId xmlns:a16="http://schemas.microsoft.com/office/drawing/2014/main" id="{D4178E53-F80A-4504-AC96-06A8C811CC2F}"/>
              </a:ext>
            </a:extLst>
          </p:cNvPr>
          <p:cNvSpPr txBox="1">
            <a:spLocks noGrp="1"/>
          </p:cNvSpPr>
          <p:nvPr>
            <p:ph type="body" idx="1"/>
          </p:nvPr>
        </p:nvSpPr>
        <p:spPr>
          <a:xfrm>
            <a:off x="323525" y="1063375"/>
            <a:ext cx="7333800" cy="3474600"/>
          </a:xfrm>
          <a:prstGeom prst="rect">
            <a:avLst/>
          </a:prstGeom>
          <a:noFill/>
          <a:ln>
            <a:noFill/>
          </a:ln>
        </p:spPr>
        <p:txBody>
          <a:bodyPr spcFirstLastPara="1" wrap="square" lIns="91425" tIns="45700" rIns="91425" bIns="45700" anchor="t" anchorCtr="0">
            <a:noAutofit/>
          </a:bodyPr>
          <a:lstStyle/>
          <a:p>
            <a:pPr marL="0" marR="0" lvl="0" indent="0" algn="l" rtl="0">
              <a:lnSpc>
                <a:spcPct val="115000"/>
              </a:lnSpc>
              <a:spcBef>
                <a:spcPts val="0"/>
              </a:spcBef>
              <a:spcAft>
                <a:spcPts val="0"/>
              </a:spcAft>
              <a:buClr>
                <a:srgbClr val="92D050"/>
              </a:buClr>
              <a:buSzPts val="3200"/>
              <a:buFont typeface="Arial"/>
              <a:buNone/>
            </a:pPr>
            <a:r>
              <a:rPr lang="en-AU" sz="900" b="1" i="0" u="none" strike="noStrike" cap="none">
                <a:solidFill>
                  <a:srgbClr val="D9D9D9"/>
                </a:solidFill>
                <a:latin typeface="Roboto"/>
                <a:ea typeface="Roboto"/>
                <a:cs typeface="Roboto"/>
                <a:sym typeface="Roboto"/>
              </a:rPr>
              <a:t>Before exporting your </a:t>
            </a:r>
            <a:r>
              <a:rPr lang="en-AU" sz="900" b="1">
                <a:solidFill>
                  <a:srgbClr val="D9D9D9"/>
                </a:solidFill>
                <a:latin typeface="Roboto"/>
                <a:ea typeface="Roboto"/>
                <a:cs typeface="Roboto"/>
                <a:sym typeface="Roboto"/>
              </a:rPr>
              <a:t>asset</a:t>
            </a:r>
            <a:r>
              <a:rPr lang="en-AU" sz="900" b="1" i="0" u="none" strike="noStrike" cap="none">
                <a:solidFill>
                  <a:srgbClr val="D9D9D9"/>
                </a:solidFill>
                <a:latin typeface="Roboto"/>
                <a:ea typeface="Roboto"/>
                <a:cs typeface="Roboto"/>
                <a:sym typeface="Roboto"/>
              </a:rPr>
              <a:t>:</a:t>
            </a:r>
            <a:endParaRPr sz="900">
              <a:latin typeface="Roboto"/>
              <a:ea typeface="Roboto"/>
              <a:cs typeface="Roboto"/>
              <a:sym typeface="Roboto"/>
            </a:endParaRPr>
          </a:p>
          <a:p>
            <a:pPr marL="457200" marR="0" lvl="0" indent="-292100" algn="l" rtl="0">
              <a:lnSpc>
                <a:spcPct val="115000"/>
              </a:lnSpc>
              <a:spcBef>
                <a:spcPts val="280"/>
              </a:spcBef>
              <a:spcAft>
                <a:spcPts val="0"/>
              </a:spcAft>
              <a:buClr>
                <a:srgbClr val="00B0F0"/>
              </a:buClr>
              <a:buSzPts val="900"/>
              <a:buFont typeface="Roboto"/>
              <a:buChar char="•"/>
            </a:pPr>
            <a:r>
              <a:rPr lang="en-AU" sz="900" i="0" u="none" strike="noStrike" cap="none">
                <a:solidFill>
                  <a:srgbClr val="B7B7B7"/>
                </a:solidFill>
                <a:latin typeface="Roboto"/>
                <a:ea typeface="Roboto"/>
                <a:cs typeface="Roboto"/>
                <a:sym typeface="Roboto"/>
              </a:rPr>
              <a:t>Check that the mesh scale is accurate.</a:t>
            </a:r>
            <a:endParaRPr sz="900">
              <a:latin typeface="Roboto"/>
              <a:ea typeface="Roboto"/>
              <a:cs typeface="Roboto"/>
              <a:sym typeface="Roboto"/>
            </a:endParaRPr>
          </a:p>
          <a:p>
            <a:pPr marL="457200" marR="0" lvl="0" indent="-292100" algn="l" rtl="0">
              <a:lnSpc>
                <a:spcPct val="115000"/>
              </a:lnSpc>
              <a:spcBef>
                <a:spcPts val="280"/>
              </a:spcBef>
              <a:spcAft>
                <a:spcPts val="0"/>
              </a:spcAft>
              <a:buClr>
                <a:srgbClr val="00B0F0"/>
              </a:buClr>
              <a:buSzPts val="900"/>
              <a:buFont typeface="Roboto"/>
              <a:buChar char="•"/>
            </a:pPr>
            <a:r>
              <a:rPr lang="en-AU" sz="900" i="0" u="none" strike="noStrike" cap="none">
                <a:solidFill>
                  <a:srgbClr val="B7B7B7"/>
                </a:solidFill>
                <a:latin typeface="Roboto"/>
                <a:ea typeface="Roboto"/>
                <a:cs typeface="Roboto"/>
                <a:sym typeface="Roboto"/>
              </a:rPr>
              <a:t>Delete history (edit, delete all by type, history).</a:t>
            </a:r>
            <a:endParaRPr sz="900">
              <a:latin typeface="Roboto"/>
              <a:ea typeface="Roboto"/>
              <a:cs typeface="Roboto"/>
              <a:sym typeface="Roboto"/>
            </a:endParaRPr>
          </a:p>
          <a:p>
            <a:pPr marL="457200" marR="0" lvl="0" indent="-292100" algn="l" rtl="0">
              <a:lnSpc>
                <a:spcPct val="115000"/>
              </a:lnSpc>
              <a:spcBef>
                <a:spcPts val="280"/>
              </a:spcBef>
              <a:spcAft>
                <a:spcPts val="0"/>
              </a:spcAft>
              <a:buClr>
                <a:srgbClr val="00B0F0"/>
              </a:buClr>
              <a:buSzPts val="900"/>
              <a:buFont typeface="Roboto"/>
              <a:buChar char="•"/>
            </a:pPr>
            <a:r>
              <a:rPr lang="en-AU" sz="900" i="0" u="none" strike="noStrike" cap="none">
                <a:solidFill>
                  <a:srgbClr val="B7B7B7"/>
                </a:solidFill>
                <a:latin typeface="Roboto"/>
                <a:ea typeface="Roboto"/>
                <a:cs typeface="Roboto"/>
                <a:sym typeface="Roboto"/>
              </a:rPr>
              <a:t>Run the </a:t>
            </a:r>
            <a:r>
              <a:rPr lang="en-AU" sz="900">
                <a:solidFill>
                  <a:srgbClr val="B7B7B7"/>
                </a:solidFill>
                <a:latin typeface="Roboto"/>
                <a:ea typeface="Roboto"/>
                <a:cs typeface="Roboto"/>
                <a:sym typeface="Roboto"/>
              </a:rPr>
              <a:t>clean-up</a:t>
            </a:r>
            <a:r>
              <a:rPr lang="en-AU" sz="900" i="0" u="none" strike="noStrike" cap="none">
                <a:solidFill>
                  <a:srgbClr val="B7B7B7"/>
                </a:solidFill>
                <a:latin typeface="Roboto"/>
                <a:ea typeface="Roboto"/>
                <a:cs typeface="Roboto"/>
                <a:sym typeface="Roboto"/>
              </a:rPr>
              <a:t> tool and resolve any issues.</a:t>
            </a:r>
            <a:endParaRPr sz="900">
              <a:latin typeface="Roboto"/>
              <a:ea typeface="Roboto"/>
              <a:cs typeface="Roboto"/>
              <a:sym typeface="Roboto"/>
            </a:endParaRPr>
          </a:p>
          <a:p>
            <a:pPr marL="457200" marR="0" lvl="0" indent="-292100" algn="l" rtl="0">
              <a:lnSpc>
                <a:spcPct val="115000"/>
              </a:lnSpc>
              <a:spcBef>
                <a:spcPts val="280"/>
              </a:spcBef>
              <a:spcAft>
                <a:spcPts val="0"/>
              </a:spcAft>
              <a:buClr>
                <a:srgbClr val="00B0F0"/>
              </a:buClr>
              <a:buSzPts val="900"/>
              <a:buFont typeface="Roboto"/>
              <a:buChar char="•"/>
            </a:pPr>
            <a:r>
              <a:rPr lang="en-AU" sz="900" i="0" u="none" strike="noStrike" cap="none">
                <a:solidFill>
                  <a:srgbClr val="B7B7B7"/>
                </a:solidFill>
                <a:latin typeface="Roboto"/>
                <a:ea typeface="Roboto"/>
                <a:cs typeface="Roboto"/>
                <a:sym typeface="Roboto"/>
              </a:rPr>
              <a:t>Move the object to the </a:t>
            </a:r>
            <a:r>
              <a:rPr lang="en-AU" sz="900">
                <a:solidFill>
                  <a:srgbClr val="B7B7B7"/>
                </a:solidFill>
                <a:latin typeface="Roboto"/>
                <a:ea typeface="Roboto"/>
                <a:cs typeface="Roboto"/>
                <a:sym typeface="Roboto"/>
              </a:rPr>
              <a:t>centre</a:t>
            </a:r>
            <a:r>
              <a:rPr lang="en-AU" sz="900" i="0" u="none" strike="noStrike" cap="none">
                <a:solidFill>
                  <a:srgbClr val="B7B7B7"/>
                </a:solidFill>
                <a:latin typeface="Roboto"/>
                <a:ea typeface="Roboto"/>
                <a:cs typeface="Roboto"/>
                <a:sym typeface="Roboto"/>
              </a:rPr>
              <a:t>/origin of the world space (the grid is the ground).</a:t>
            </a:r>
            <a:endParaRPr sz="900">
              <a:latin typeface="Roboto"/>
              <a:ea typeface="Roboto"/>
              <a:cs typeface="Roboto"/>
              <a:sym typeface="Roboto"/>
            </a:endParaRPr>
          </a:p>
          <a:p>
            <a:pPr marL="457200" marR="0" lvl="0" indent="-292100" algn="l" rtl="0">
              <a:lnSpc>
                <a:spcPct val="115000"/>
              </a:lnSpc>
              <a:spcBef>
                <a:spcPts val="280"/>
              </a:spcBef>
              <a:spcAft>
                <a:spcPts val="0"/>
              </a:spcAft>
              <a:buClr>
                <a:srgbClr val="00B0F0"/>
              </a:buClr>
              <a:buSzPts val="900"/>
              <a:buFont typeface="Roboto"/>
              <a:buChar char="•"/>
            </a:pPr>
            <a:r>
              <a:rPr lang="en-AU" sz="900" i="0" u="none" strike="noStrike" cap="none">
                <a:solidFill>
                  <a:srgbClr val="B7B7B7"/>
                </a:solidFill>
                <a:latin typeface="Roboto"/>
                <a:ea typeface="Roboto"/>
                <a:cs typeface="Roboto"/>
                <a:sym typeface="Roboto"/>
              </a:rPr>
              <a:t>Move the pivot to the </a:t>
            </a:r>
            <a:r>
              <a:rPr lang="en-AU" sz="900">
                <a:solidFill>
                  <a:srgbClr val="B7B7B7"/>
                </a:solidFill>
                <a:latin typeface="Roboto"/>
                <a:ea typeface="Roboto"/>
                <a:cs typeface="Roboto"/>
                <a:sym typeface="Roboto"/>
              </a:rPr>
              <a:t>centre</a:t>
            </a:r>
            <a:r>
              <a:rPr lang="en-AU" sz="900" i="0" u="none" strike="noStrike" cap="none">
                <a:solidFill>
                  <a:srgbClr val="B7B7B7"/>
                </a:solidFill>
                <a:latin typeface="Roboto"/>
                <a:ea typeface="Roboto"/>
                <a:cs typeface="Roboto"/>
                <a:sym typeface="Roboto"/>
              </a:rPr>
              <a:t>/origin of world space (0 in XYZ).</a:t>
            </a:r>
            <a:endParaRPr sz="900">
              <a:latin typeface="Roboto"/>
              <a:ea typeface="Roboto"/>
              <a:cs typeface="Roboto"/>
              <a:sym typeface="Roboto"/>
            </a:endParaRPr>
          </a:p>
          <a:p>
            <a:pPr marL="457200" marR="0" lvl="0" indent="-292100" algn="l" rtl="0">
              <a:lnSpc>
                <a:spcPct val="115000"/>
              </a:lnSpc>
              <a:spcBef>
                <a:spcPts val="280"/>
              </a:spcBef>
              <a:spcAft>
                <a:spcPts val="0"/>
              </a:spcAft>
              <a:buClr>
                <a:srgbClr val="00B0F0"/>
              </a:buClr>
              <a:buSzPts val="900"/>
              <a:buFont typeface="Roboto"/>
              <a:buChar char="•"/>
            </a:pPr>
            <a:r>
              <a:rPr lang="en-AU" sz="900">
                <a:solidFill>
                  <a:srgbClr val="B7B7B7"/>
                </a:solidFill>
                <a:latin typeface="Roboto"/>
                <a:ea typeface="Roboto"/>
                <a:cs typeface="Roboto"/>
                <a:sym typeface="Roboto"/>
              </a:rPr>
              <a:t>Clean-up</a:t>
            </a:r>
            <a:r>
              <a:rPr lang="en-AU" sz="900" i="0" u="none" strike="noStrike" cap="none">
                <a:solidFill>
                  <a:srgbClr val="B7B7B7"/>
                </a:solidFill>
                <a:latin typeface="Roboto"/>
                <a:ea typeface="Roboto"/>
                <a:cs typeface="Roboto"/>
                <a:sym typeface="Roboto"/>
              </a:rPr>
              <a:t> the outliner and rename </a:t>
            </a:r>
            <a:r>
              <a:rPr lang="en-AU" sz="900">
                <a:solidFill>
                  <a:srgbClr val="B7B7B7"/>
                </a:solidFill>
                <a:latin typeface="Roboto"/>
                <a:ea typeface="Roboto"/>
                <a:cs typeface="Roboto"/>
                <a:sym typeface="Roboto"/>
              </a:rPr>
              <a:t>the</a:t>
            </a:r>
            <a:r>
              <a:rPr lang="en-AU" sz="900" i="0" u="none" strike="noStrike" cap="none">
                <a:solidFill>
                  <a:srgbClr val="B7B7B7"/>
                </a:solidFill>
                <a:latin typeface="Roboto"/>
                <a:ea typeface="Roboto"/>
                <a:cs typeface="Roboto"/>
                <a:sym typeface="Roboto"/>
              </a:rPr>
              <a:t> </a:t>
            </a:r>
            <a:r>
              <a:rPr lang="en-AU" sz="900">
                <a:solidFill>
                  <a:srgbClr val="B7B7B7"/>
                </a:solidFill>
                <a:latin typeface="Roboto"/>
                <a:ea typeface="Roboto"/>
                <a:cs typeface="Roboto"/>
                <a:sym typeface="Roboto"/>
              </a:rPr>
              <a:t>meshes in-line with the asset list</a:t>
            </a:r>
            <a:r>
              <a:rPr lang="en-AU" sz="900" i="0" u="none" strike="noStrike" cap="none">
                <a:solidFill>
                  <a:srgbClr val="B7B7B7"/>
                </a:solidFill>
                <a:latin typeface="Roboto"/>
                <a:ea typeface="Roboto"/>
                <a:cs typeface="Roboto"/>
                <a:sym typeface="Roboto"/>
              </a:rPr>
              <a:t>.</a:t>
            </a:r>
            <a:endParaRPr sz="900">
              <a:latin typeface="Roboto"/>
              <a:ea typeface="Roboto"/>
              <a:cs typeface="Roboto"/>
              <a:sym typeface="Roboto"/>
            </a:endParaRPr>
          </a:p>
          <a:p>
            <a:pPr marL="457200" marR="0" lvl="0" indent="-292100" algn="l" rtl="0">
              <a:lnSpc>
                <a:spcPct val="115000"/>
              </a:lnSpc>
              <a:spcBef>
                <a:spcPts val="280"/>
              </a:spcBef>
              <a:spcAft>
                <a:spcPts val="0"/>
              </a:spcAft>
              <a:buClr>
                <a:srgbClr val="00B0F0"/>
              </a:buClr>
              <a:buSzPts val="900"/>
              <a:buFont typeface="Roboto"/>
              <a:buChar char="•"/>
            </a:pPr>
            <a:r>
              <a:rPr lang="en-AU" sz="900" i="0" u="none" strike="noStrike" cap="none">
                <a:solidFill>
                  <a:srgbClr val="B7B7B7"/>
                </a:solidFill>
                <a:latin typeface="Roboto"/>
                <a:ea typeface="Roboto"/>
                <a:cs typeface="Roboto"/>
                <a:sym typeface="Roboto"/>
              </a:rPr>
              <a:t>Freeze transformations (modify, freeze transformations).</a:t>
            </a:r>
            <a:endParaRPr sz="900">
              <a:latin typeface="Roboto"/>
              <a:ea typeface="Roboto"/>
              <a:cs typeface="Roboto"/>
              <a:sym typeface="Roboto"/>
            </a:endParaRPr>
          </a:p>
          <a:p>
            <a:pPr marL="457200" marR="0" lvl="0" indent="-292100" algn="l" rtl="0">
              <a:lnSpc>
                <a:spcPct val="115000"/>
              </a:lnSpc>
              <a:spcBef>
                <a:spcPts val="280"/>
              </a:spcBef>
              <a:spcAft>
                <a:spcPts val="0"/>
              </a:spcAft>
              <a:buClr>
                <a:srgbClr val="00B0F0"/>
              </a:buClr>
              <a:buSzPts val="900"/>
              <a:buFont typeface="Roboto"/>
              <a:buChar char="•"/>
            </a:pPr>
            <a:r>
              <a:rPr lang="en-AU" sz="900" i="0" u="none" strike="noStrike" cap="none">
                <a:solidFill>
                  <a:srgbClr val="B7B7B7"/>
                </a:solidFill>
                <a:latin typeface="Roboto"/>
                <a:ea typeface="Roboto"/>
                <a:cs typeface="Roboto"/>
                <a:sym typeface="Roboto"/>
              </a:rPr>
              <a:t>Save your </a:t>
            </a:r>
            <a:r>
              <a:rPr lang="en-AU" sz="900">
                <a:solidFill>
                  <a:srgbClr val="B7B7B7"/>
                </a:solidFill>
                <a:latin typeface="Roboto"/>
                <a:ea typeface="Roboto"/>
                <a:cs typeface="Roboto"/>
                <a:sym typeface="Roboto"/>
              </a:rPr>
              <a:t>work and ensure you have a backup</a:t>
            </a:r>
            <a:r>
              <a:rPr lang="en-AU" sz="900" i="0" u="none" strike="noStrike" cap="none">
                <a:solidFill>
                  <a:srgbClr val="B7B7B7"/>
                </a:solidFill>
                <a:latin typeface="Roboto"/>
                <a:ea typeface="Roboto"/>
                <a:cs typeface="Roboto"/>
                <a:sym typeface="Roboto"/>
              </a:rPr>
              <a:t>.</a:t>
            </a:r>
            <a:endParaRPr lang="en-AU" sz="900" i="0" u="none" strike="noStrike" cap="none">
              <a:solidFill>
                <a:srgbClr val="B7B7B7"/>
              </a:solidFill>
              <a:latin typeface="Roboto"/>
              <a:ea typeface="Roboto"/>
              <a:cs typeface="Roboto"/>
            </a:endParaRPr>
          </a:p>
        </p:txBody>
      </p:sp>
    </p:spTree>
    <p:extLst>
      <p:ext uri="{BB962C8B-B14F-4D97-AF65-F5344CB8AC3E}">
        <p14:creationId xmlns:p14="http://schemas.microsoft.com/office/powerpoint/2010/main" val="1977009700"/>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Shape 428"/>
        <p:cNvGrpSpPr/>
        <p:nvPr/>
      </p:nvGrpSpPr>
      <p:grpSpPr>
        <a:xfrm>
          <a:off x="0" y="0"/>
          <a:ext cx="0" cy="0"/>
          <a:chOff x="0" y="0"/>
          <a:chExt cx="0" cy="0"/>
        </a:xfrm>
      </p:grpSpPr>
      <p:sp>
        <p:nvSpPr>
          <p:cNvPr id="429" name="Google Shape;429;p63"/>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Production | </a:t>
            </a:r>
            <a:r>
              <a:rPr lang="en-AU" sz="3000">
                <a:solidFill>
                  <a:srgbClr val="8CB3E3"/>
                </a:solidFill>
                <a:latin typeface="Roboto"/>
                <a:ea typeface="Roboto"/>
                <a:cs typeface="Roboto"/>
                <a:sym typeface="Roboto"/>
              </a:rPr>
              <a:t>UV Unwrapping</a:t>
            </a:r>
            <a:endParaRPr/>
          </a:p>
        </p:txBody>
      </p:sp>
      <p:sp>
        <p:nvSpPr>
          <p:cNvPr id="430" name="Google Shape;430;p63"/>
          <p:cNvSpPr txBox="1">
            <a:spLocks noGrp="1"/>
          </p:cNvSpPr>
          <p:nvPr>
            <p:ph type="body" idx="1"/>
          </p:nvPr>
        </p:nvSpPr>
        <p:spPr>
          <a:xfrm>
            <a:off x="323525" y="1063363"/>
            <a:ext cx="8057700" cy="301200"/>
          </a:xfrm>
          <a:prstGeom prst="rect">
            <a:avLst/>
          </a:prstGeom>
          <a:noFill/>
          <a:ln>
            <a:noFill/>
          </a:ln>
        </p:spPr>
        <p:txBody>
          <a:bodyPr spcFirstLastPara="1" wrap="square" lIns="91425" tIns="45700" rIns="91425" bIns="45700" anchor="t" anchorCtr="0">
            <a:noAutofit/>
          </a:bodyPr>
          <a:lstStyle/>
          <a:p>
            <a:pPr marL="0" indent="0">
              <a:spcBef>
                <a:spcPts val="0"/>
              </a:spcBef>
              <a:buNone/>
            </a:pPr>
            <a:r>
              <a:rPr lang="en-AU" sz="900">
                <a:solidFill>
                  <a:srgbClr val="B7B7B7"/>
                </a:solidFill>
                <a:latin typeface="Roboto"/>
                <a:ea typeface="Roboto"/>
                <a:cs typeface="Roboto"/>
                <a:sym typeface="Roboto"/>
              </a:rPr>
              <a:t>UV unwrap all the meshes ready for texturing, ensure that the texel density is consistent and that there is minimal distortion. Screen capture all the objects in checkered texture mode and insert the images below. </a:t>
            </a:r>
            <a:endParaRPr>
              <a:solidFill>
                <a:srgbClr val="00B0F0"/>
              </a:solidFill>
            </a:endParaRPr>
          </a:p>
          <a:p>
            <a:pPr marL="0" lvl="0" indent="0" rtl="0">
              <a:lnSpc>
                <a:spcPct val="100000"/>
              </a:lnSpc>
              <a:spcBef>
                <a:spcPts val="0"/>
              </a:spcBef>
              <a:spcAft>
                <a:spcPts val="0"/>
              </a:spcAft>
              <a:buNone/>
            </a:pPr>
            <a:endParaRPr sz="900">
              <a:solidFill>
                <a:srgbClr val="B7B7B7"/>
              </a:solidFill>
              <a:latin typeface="Roboto"/>
              <a:ea typeface="Roboto"/>
              <a:cs typeface="Roboto"/>
              <a:sym typeface="Roboto"/>
            </a:endParaRPr>
          </a:p>
        </p:txBody>
      </p:sp>
      <p:sp>
        <p:nvSpPr>
          <p:cNvPr id="431" name="Google Shape;431;p63"/>
          <p:cNvSpPr/>
          <p:nvPr/>
        </p:nvSpPr>
        <p:spPr>
          <a:xfrm>
            <a:off x="6825" y="-6825"/>
            <a:ext cx="447900" cy="51435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pic>
        <p:nvPicPr>
          <p:cNvPr id="432" name="Google Shape;432;p63" descr="temp.PNG"/>
          <p:cNvPicPr preferRelativeResize="0"/>
          <p:nvPr/>
        </p:nvPicPr>
        <p:blipFill rotWithShape="1">
          <a:blip r:embed="rId3">
            <a:alphaModFix/>
          </a:blip>
          <a:srcRect/>
          <a:stretch/>
        </p:blipFill>
        <p:spPr>
          <a:xfrm>
            <a:off x="454725" y="1492850"/>
            <a:ext cx="7926600" cy="3240000"/>
          </a:xfrm>
          <a:prstGeom prst="roundRect">
            <a:avLst>
              <a:gd name="adj" fmla="val 0"/>
            </a:avLst>
          </a:prstGeom>
          <a:noFill/>
          <a:ln w="19050" cap="flat" cmpd="sng">
            <a:solidFill>
              <a:srgbClr val="92D050"/>
            </a:solidFill>
            <a:prstDash val="solid"/>
            <a:round/>
            <a:headEnd type="none" w="sm" len="sm"/>
            <a:tailEnd type="none" w="sm" len="sm"/>
          </a:ln>
        </p:spPr>
      </p:pic>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33" name="Google Shape;333;p47"/>
          <p:cNvSpPr/>
          <p:nvPr/>
        </p:nvSpPr>
        <p:spPr>
          <a:xfrm>
            <a:off x="6825" y="-6825"/>
            <a:ext cx="447900" cy="51435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 name="Google Shape;291;p44">
            <a:extLst>
              <a:ext uri="{FF2B5EF4-FFF2-40B4-BE49-F238E27FC236}">
                <a16:creationId xmlns:a16="http://schemas.microsoft.com/office/drawing/2014/main" id="{0FD8B14E-7CCF-42C8-9E9F-051852995464}"/>
              </a:ext>
            </a:extLst>
          </p:cNvPr>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Production | </a:t>
            </a:r>
            <a:r>
              <a:rPr lang="en-AU" sz="3000">
                <a:solidFill>
                  <a:srgbClr val="8CB3E3"/>
                </a:solidFill>
                <a:latin typeface="Roboto"/>
                <a:ea typeface="Roboto"/>
                <a:cs typeface="Roboto"/>
                <a:sym typeface="Roboto"/>
              </a:rPr>
              <a:t>Modelling/UV Feedback</a:t>
            </a:r>
            <a:endParaRPr/>
          </a:p>
        </p:txBody>
      </p:sp>
      <p:sp>
        <p:nvSpPr>
          <p:cNvPr id="6" name="Google Shape;292;p44">
            <a:extLst>
              <a:ext uri="{FF2B5EF4-FFF2-40B4-BE49-F238E27FC236}">
                <a16:creationId xmlns:a16="http://schemas.microsoft.com/office/drawing/2014/main" id="{67C285D0-13E5-477D-87C4-795E392D9BE5}"/>
              </a:ext>
            </a:extLst>
          </p:cNvPr>
          <p:cNvSpPr txBox="1">
            <a:spLocks noGrp="1"/>
          </p:cNvSpPr>
          <p:nvPr>
            <p:ph type="body" idx="1"/>
          </p:nvPr>
        </p:nvSpPr>
        <p:spPr>
          <a:xfrm>
            <a:off x="364091" y="914006"/>
            <a:ext cx="7630873" cy="294300"/>
          </a:xfrm>
          <a:prstGeom prst="rect">
            <a:avLst/>
          </a:prstGeom>
          <a:noFill/>
          <a:ln>
            <a:noFill/>
          </a:ln>
        </p:spPr>
        <p:txBody>
          <a:bodyPr spcFirstLastPara="1" wrap="square" lIns="91425" tIns="45700" rIns="91425" bIns="45700" anchor="t" anchorCtr="0">
            <a:noAutofit/>
          </a:bodyPr>
          <a:lstStyle/>
          <a:p>
            <a:pPr marL="0" lvl="0" indent="0">
              <a:spcBef>
                <a:spcPts val="0"/>
              </a:spcBef>
              <a:buNone/>
            </a:pPr>
            <a:r>
              <a:rPr lang="en-US" sz="900">
                <a:solidFill>
                  <a:schemeClr val="bg1">
                    <a:lumMod val="85000"/>
                  </a:schemeClr>
                </a:solidFill>
                <a:latin typeface="Roboto"/>
                <a:ea typeface="Roboto"/>
                <a:cs typeface="Roboto"/>
                <a:sym typeface="Roboto"/>
              </a:rPr>
              <a:t>You </a:t>
            </a:r>
            <a:r>
              <a:rPr lang="en-AU" sz="900" b="1">
                <a:solidFill>
                  <a:schemeClr val="bg1">
                    <a:lumMod val="85000"/>
                  </a:schemeClr>
                </a:solidFill>
                <a:latin typeface="Roboto"/>
                <a:ea typeface="Roboto"/>
                <a:cs typeface="Roboto"/>
                <a:sym typeface="Roboto"/>
              </a:rPr>
              <a:t>Must </a:t>
            </a:r>
            <a:r>
              <a:rPr lang="en-US" sz="900">
                <a:solidFill>
                  <a:schemeClr val="bg1">
                    <a:lumMod val="85000"/>
                  </a:schemeClr>
                </a:solidFill>
                <a:latin typeface="Roboto"/>
                <a:ea typeface="Roboto"/>
                <a:cs typeface="Roboto"/>
                <a:sym typeface="Roboto"/>
              </a:rPr>
              <a:t>gather feedback and obtain approval for the meshes and UV’s before texturing the assets. Feedback will be given verbally by your trainer, take notes below.</a:t>
            </a:r>
            <a:endParaRPr lang="en-US" sz="900" b="1">
              <a:solidFill>
                <a:schemeClr val="bg1">
                  <a:lumMod val="85000"/>
                </a:schemeClr>
              </a:solidFill>
              <a:latin typeface="Roboto"/>
              <a:ea typeface="Roboto"/>
              <a:cs typeface="Roboto"/>
              <a:sym typeface="Roboto"/>
            </a:endParaRPr>
          </a:p>
        </p:txBody>
      </p:sp>
      <p:graphicFrame>
        <p:nvGraphicFramePr>
          <p:cNvPr id="8" name="Google Shape;293;p44">
            <a:extLst>
              <a:ext uri="{FF2B5EF4-FFF2-40B4-BE49-F238E27FC236}">
                <a16:creationId xmlns:a16="http://schemas.microsoft.com/office/drawing/2014/main" id="{C68A1A8F-4C73-4170-A910-AF863296D97B}"/>
              </a:ext>
            </a:extLst>
          </p:cNvPr>
          <p:cNvGraphicFramePr/>
          <p:nvPr>
            <p:extLst>
              <p:ext uri="{D42A27DB-BD31-4B8C-83A1-F6EECF244321}">
                <p14:modId xmlns:p14="http://schemas.microsoft.com/office/powerpoint/2010/main" val="633227058"/>
              </p:ext>
            </p:extLst>
          </p:nvPr>
        </p:nvGraphicFramePr>
        <p:xfrm>
          <a:off x="412011" y="1475267"/>
          <a:ext cx="8349213" cy="2706606"/>
        </p:xfrm>
        <a:graphic>
          <a:graphicData uri="http://schemas.openxmlformats.org/drawingml/2006/table">
            <a:tbl>
              <a:tblPr>
                <a:noFill/>
              </a:tblPr>
              <a:tblGrid>
                <a:gridCol w="8349213">
                  <a:extLst>
                    <a:ext uri="{9D8B030D-6E8A-4147-A177-3AD203B41FA5}">
                      <a16:colId xmlns:a16="http://schemas.microsoft.com/office/drawing/2014/main" val="20000"/>
                    </a:ext>
                  </a:extLst>
                </a:gridCol>
              </a:tblGrid>
              <a:tr h="334925">
                <a:tc>
                  <a:txBody>
                    <a:bodyPr/>
                    <a:lstStyle/>
                    <a:p>
                      <a:pPr marL="0" marR="0" lvl="0" indent="0" algn="l" rtl="0">
                        <a:lnSpc>
                          <a:spcPct val="100000"/>
                        </a:lnSpc>
                        <a:spcBef>
                          <a:spcPts val="0"/>
                        </a:spcBef>
                        <a:spcAft>
                          <a:spcPts val="0"/>
                        </a:spcAft>
                        <a:buClr>
                          <a:srgbClr val="D9D9D9"/>
                        </a:buClr>
                        <a:buSzPts val="1000"/>
                        <a:buFont typeface="Roboto"/>
                        <a:buNone/>
                      </a:pPr>
                      <a:r>
                        <a:rPr lang="en-AU" sz="1000" b="1" i="0" u="none" strike="noStrike" cap="none" noProof="0">
                          <a:solidFill>
                            <a:schemeClr val="bg1">
                              <a:lumMod val="95000"/>
                            </a:schemeClr>
                          </a:solidFill>
                          <a:latin typeface="Roboto"/>
                        </a:rPr>
                        <a:t>Feedback</a:t>
                      </a:r>
                      <a:endParaRPr i="0" noProof="0">
                        <a:solidFill>
                          <a:schemeClr val="bg1">
                            <a:lumMod val="95000"/>
                          </a:schemeClr>
                        </a:solidFill>
                        <a:latin typeface="Roboto"/>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solidFill>
                      <a:schemeClr val="accent3">
                        <a:lumMod val="75000"/>
                      </a:schemeClr>
                    </a:solidFill>
                  </a:tcPr>
                </a:tc>
                <a:extLst>
                  <a:ext uri="{0D108BD9-81ED-4DB2-BD59-A6C34878D82A}">
                    <a16:rowId xmlns:a16="http://schemas.microsoft.com/office/drawing/2014/main" val="10000"/>
                  </a:ext>
                </a:extLst>
              </a:tr>
              <a:tr h="2371356">
                <a:tc>
                  <a:txBody>
                    <a:bodyPr/>
                    <a:lstStyle/>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r>
                        <a:rPr lang="en-AU" sz="900" b="0" i="0" u="none" strike="noStrike" cap="none">
                          <a:solidFill>
                            <a:srgbClr val="92D050"/>
                          </a:solidFill>
                          <a:latin typeface="Roboto"/>
                          <a:ea typeface="Roboto"/>
                          <a:cs typeface="Roboto"/>
                          <a:sym typeface="Roboto"/>
                        </a:rPr>
                        <a:t>Answer here</a:t>
                      </a:r>
                    </a:p>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endParaRPr sz="900" b="0" i="0" u="none" strike="noStrike" cap="none">
                        <a:solidFill>
                          <a:srgbClr val="92D050"/>
                        </a:solidFill>
                        <a:latin typeface="Roboto"/>
                        <a:ea typeface="Roboto"/>
                        <a:cs typeface="Roboto"/>
                        <a:sym typeface="Roboto"/>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Tree>
    <p:extLst>
      <p:ext uri="{BB962C8B-B14F-4D97-AF65-F5344CB8AC3E}">
        <p14:creationId xmlns:p14="http://schemas.microsoft.com/office/powerpoint/2010/main" val="349900267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Shape 324"/>
        <p:cNvGrpSpPr/>
        <p:nvPr/>
      </p:nvGrpSpPr>
      <p:grpSpPr>
        <a:xfrm>
          <a:off x="0" y="0"/>
          <a:ext cx="0" cy="0"/>
          <a:chOff x="0" y="0"/>
          <a:chExt cx="0" cy="0"/>
        </a:xfrm>
      </p:grpSpPr>
      <p:sp>
        <p:nvSpPr>
          <p:cNvPr id="333" name="Google Shape;333;p47"/>
          <p:cNvSpPr/>
          <p:nvPr/>
        </p:nvSpPr>
        <p:spPr>
          <a:xfrm>
            <a:off x="6825" y="-6825"/>
            <a:ext cx="447900" cy="51435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
        <p:nvSpPr>
          <p:cNvPr id="16" name="Google Shape;291;p44">
            <a:extLst>
              <a:ext uri="{FF2B5EF4-FFF2-40B4-BE49-F238E27FC236}">
                <a16:creationId xmlns:a16="http://schemas.microsoft.com/office/drawing/2014/main" id="{0FD8B14E-7CCF-42C8-9E9F-051852995464}"/>
              </a:ext>
            </a:extLst>
          </p:cNvPr>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Production | </a:t>
            </a:r>
            <a:r>
              <a:rPr lang="en-AU" sz="3000">
                <a:solidFill>
                  <a:srgbClr val="8CB3E3"/>
                </a:solidFill>
                <a:latin typeface="Roboto"/>
                <a:ea typeface="Roboto"/>
                <a:cs typeface="Roboto"/>
                <a:sym typeface="Roboto"/>
              </a:rPr>
              <a:t>Modelling/UV Approval</a:t>
            </a:r>
            <a:endParaRPr/>
          </a:p>
        </p:txBody>
      </p:sp>
      <p:sp>
        <p:nvSpPr>
          <p:cNvPr id="6" name="Google Shape;292;p44">
            <a:extLst>
              <a:ext uri="{FF2B5EF4-FFF2-40B4-BE49-F238E27FC236}">
                <a16:creationId xmlns:a16="http://schemas.microsoft.com/office/drawing/2014/main" id="{67C285D0-13E5-477D-87C4-795E392D9BE5}"/>
              </a:ext>
            </a:extLst>
          </p:cNvPr>
          <p:cNvSpPr txBox="1">
            <a:spLocks noGrp="1"/>
          </p:cNvSpPr>
          <p:nvPr>
            <p:ph type="body" idx="1"/>
          </p:nvPr>
        </p:nvSpPr>
        <p:spPr>
          <a:xfrm>
            <a:off x="364091" y="914006"/>
            <a:ext cx="7630873" cy="294300"/>
          </a:xfrm>
          <a:prstGeom prst="rect">
            <a:avLst/>
          </a:prstGeom>
          <a:noFill/>
          <a:ln>
            <a:noFill/>
          </a:ln>
        </p:spPr>
        <p:txBody>
          <a:bodyPr spcFirstLastPara="1" wrap="square" lIns="91425" tIns="45700" rIns="91425" bIns="45700" anchor="t" anchorCtr="0">
            <a:noAutofit/>
          </a:bodyPr>
          <a:lstStyle/>
          <a:p>
            <a:pPr marL="0" indent="0">
              <a:spcBef>
                <a:spcPts val="0"/>
              </a:spcBef>
              <a:buNone/>
            </a:pPr>
            <a:r>
              <a:rPr lang="en-US" sz="900">
                <a:solidFill>
                  <a:schemeClr val="bg1">
                    <a:lumMod val="85000"/>
                  </a:schemeClr>
                </a:solidFill>
                <a:latin typeface="Roboto"/>
                <a:ea typeface="Roboto"/>
                <a:cs typeface="Roboto"/>
                <a:sym typeface="Roboto"/>
              </a:rPr>
              <a:t>Describe how you have addressed the feedback received. </a:t>
            </a:r>
            <a:r>
              <a:rPr lang="en-AU" sz="900">
                <a:solidFill>
                  <a:schemeClr val="bg1">
                    <a:lumMod val="85000"/>
                  </a:schemeClr>
                </a:solidFill>
                <a:latin typeface="Roboto"/>
                <a:ea typeface="Roboto"/>
                <a:sym typeface="Roboto"/>
              </a:rPr>
              <a:t>Below insert an image of the adjustments made based off feedback.</a:t>
            </a:r>
            <a:endParaRPr lang="en-US" sz="900" b="1">
              <a:solidFill>
                <a:schemeClr val="bg1">
                  <a:lumMod val="85000"/>
                </a:schemeClr>
              </a:solidFill>
              <a:latin typeface="Roboto"/>
              <a:ea typeface="Roboto"/>
              <a:cs typeface="Roboto"/>
              <a:sym typeface="Roboto"/>
            </a:endParaRPr>
          </a:p>
        </p:txBody>
      </p:sp>
      <p:graphicFrame>
        <p:nvGraphicFramePr>
          <p:cNvPr id="4" name="Google Shape;293;p44">
            <a:extLst>
              <a:ext uri="{FF2B5EF4-FFF2-40B4-BE49-F238E27FC236}">
                <a16:creationId xmlns:a16="http://schemas.microsoft.com/office/drawing/2014/main" id="{A17FFDCE-999B-4158-A6BA-480638506A12}"/>
              </a:ext>
            </a:extLst>
          </p:cNvPr>
          <p:cNvGraphicFramePr/>
          <p:nvPr>
            <p:extLst>
              <p:ext uri="{D42A27DB-BD31-4B8C-83A1-F6EECF244321}">
                <p14:modId xmlns:p14="http://schemas.microsoft.com/office/powerpoint/2010/main" val="244868935"/>
              </p:ext>
            </p:extLst>
          </p:nvPr>
        </p:nvGraphicFramePr>
        <p:xfrm>
          <a:off x="3854302" y="1475267"/>
          <a:ext cx="5095795" cy="2706606"/>
        </p:xfrm>
        <a:graphic>
          <a:graphicData uri="http://schemas.openxmlformats.org/drawingml/2006/table">
            <a:tbl>
              <a:tblPr>
                <a:noFill/>
              </a:tblPr>
              <a:tblGrid>
                <a:gridCol w="4276281">
                  <a:extLst>
                    <a:ext uri="{9D8B030D-6E8A-4147-A177-3AD203B41FA5}">
                      <a16:colId xmlns:a16="http://schemas.microsoft.com/office/drawing/2014/main" val="20000"/>
                    </a:ext>
                  </a:extLst>
                </a:gridCol>
                <a:gridCol w="819514">
                  <a:extLst>
                    <a:ext uri="{9D8B030D-6E8A-4147-A177-3AD203B41FA5}">
                      <a16:colId xmlns:a16="http://schemas.microsoft.com/office/drawing/2014/main" val="1284515101"/>
                    </a:ext>
                  </a:extLst>
                </a:gridCol>
              </a:tblGrid>
              <a:tr h="334925">
                <a:tc>
                  <a:txBody>
                    <a:bodyPr/>
                    <a:lstStyle/>
                    <a:p>
                      <a:pPr marL="0" marR="0" lvl="0" indent="0" algn="l" rtl="0">
                        <a:lnSpc>
                          <a:spcPct val="100000"/>
                        </a:lnSpc>
                        <a:spcBef>
                          <a:spcPts val="0"/>
                        </a:spcBef>
                        <a:spcAft>
                          <a:spcPts val="0"/>
                        </a:spcAft>
                        <a:buClr>
                          <a:srgbClr val="D9D9D9"/>
                        </a:buClr>
                        <a:buSzPts val="1000"/>
                        <a:buFont typeface="Roboto"/>
                        <a:buNone/>
                      </a:pPr>
                      <a:r>
                        <a:rPr lang="en-AU" sz="1000" b="1" i="0" u="none" strike="noStrike" cap="none" noProof="0">
                          <a:solidFill>
                            <a:schemeClr val="bg1">
                              <a:lumMod val="95000"/>
                            </a:schemeClr>
                          </a:solidFill>
                          <a:latin typeface="Roboto"/>
                        </a:rPr>
                        <a:t>Action Taken Based on Feedback</a:t>
                      </a:r>
                      <a:endParaRPr i="0" noProof="0">
                        <a:solidFill>
                          <a:schemeClr val="bg1">
                            <a:lumMod val="95000"/>
                          </a:schemeClr>
                        </a:solidFill>
                        <a:latin typeface="Roboto"/>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solidFill>
                      <a:schemeClr val="accent3">
                        <a:lumMod val="75000"/>
                      </a:schemeClr>
                    </a:solidFill>
                  </a:tcPr>
                </a:tc>
                <a:tc>
                  <a:txBody>
                    <a:bodyPr/>
                    <a:lstStyle/>
                    <a:p>
                      <a:pPr marL="0" lvl="0" indent="0" algn="l">
                        <a:lnSpc>
                          <a:spcPct val="100000"/>
                        </a:lnSpc>
                        <a:spcBef>
                          <a:spcPts val="0"/>
                        </a:spcBef>
                        <a:spcAft>
                          <a:spcPts val="0"/>
                        </a:spcAft>
                        <a:buNone/>
                      </a:pPr>
                      <a:r>
                        <a:rPr lang="en-AU" sz="1000" b="1" i="0" u="none" strike="noStrike" cap="none" noProof="0">
                          <a:solidFill>
                            <a:schemeClr val="bg1">
                              <a:lumMod val="95000"/>
                            </a:schemeClr>
                          </a:solidFill>
                          <a:latin typeface="Roboto"/>
                        </a:rPr>
                        <a:t>Approved</a:t>
                      </a:r>
                    </a:p>
                  </a:txBody>
                  <a:tcPr marL="91425" marR="91425" marT="91425" marB="91425">
                    <a:lnL w="19050">
                      <a:solidFill>
                        <a:srgbClr val="92D050"/>
                      </a:solidFill>
                    </a:lnL>
                    <a:lnR w="19050">
                      <a:solidFill>
                        <a:srgbClr val="92D050"/>
                      </a:solidFill>
                    </a:lnR>
                    <a:lnT w="19050">
                      <a:solidFill>
                        <a:srgbClr val="92D050"/>
                      </a:solidFill>
                    </a:lnT>
                    <a:lnB w="19050">
                      <a:solidFill>
                        <a:srgbClr val="92D050"/>
                      </a:solidFill>
                    </a:lnB>
                    <a:solidFill>
                      <a:schemeClr val="accent3">
                        <a:lumMod val="75000"/>
                      </a:schemeClr>
                    </a:solidFill>
                  </a:tcPr>
                </a:tc>
                <a:extLst>
                  <a:ext uri="{0D108BD9-81ED-4DB2-BD59-A6C34878D82A}">
                    <a16:rowId xmlns:a16="http://schemas.microsoft.com/office/drawing/2014/main" val="10000"/>
                  </a:ext>
                </a:extLst>
              </a:tr>
              <a:tr h="2371356">
                <a:tc>
                  <a:txBody>
                    <a:bodyPr/>
                    <a:lstStyle/>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r>
                        <a:rPr lang="en-AU" sz="900" b="0" i="0" u="none" strike="noStrike" cap="none">
                          <a:solidFill>
                            <a:srgbClr val="92D050"/>
                          </a:solidFill>
                          <a:latin typeface="Roboto"/>
                          <a:ea typeface="Roboto"/>
                          <a:cs typeface="Roboto"/>
                          <a:sym typeface="Roboto"/>
                        </a:rPr>
                        <a:t>Answer here</a:t>
                      </a:r>
                    </a:p>
                    <a:p>
                      <a:pPr marL="0" marR="0" lvl="0" indent="0" algn="l" defTabSz="914400" rtl="0" eaLnBrk="1" fontAlgn="auto" latinLnBrk="0" hangingPunct="1">
                        <a:lnSpc>
                          <a:spcPct val="100000"/>
                        </a:lnSpc>
                        <a:spcBef>
                          <a:spcPts val="0"/>
                        </a:spcBef>
                        <a:spcAft>
                          <a:spcPts val="0"/>
                        </a:spcAft>
                        <a:buClr>
                          <a:srgbClr val="92D050"/>
                        </a:buClr>
                        <a:buSzPts val="900"/>
                        <a:buFont typeface="Arial" panose="020B0604020202020204" pitchFamily="34" charset="0"/>
                        <a:buNone/>
                        <a:tabLst/>
                        <a:defRPr/>
                      </a:pPr>
                      <a:endParaRPr sz="900" b="0" i="0" u="none" strike="noStrike" cap="none">
                        <a:solidFill>
                          <a:srgbClr val="92D050"/>
                        </a:solidFill>
                        <a:latin typeface="Roboto"/>
                        <a:ea typeface="Roboto"/>
                        <a:cs typeface="Roboto"/>
                        <a:sym typeface="Roboto"/>
                      </a:endParaRPr>
                    </a:p>
                  </a:txBody>
                  <a:tcPr marL="91425" marR="91425" marT="91425" marB="91425">
                    <a:lnL w="19050" cap="flat" cmpd="sng" algn="ctr">
                      <a:solidFill>
                        <a:srgbClr val="92D050"/>
                      </a:solidFill>
                      <a:prstDash val="solid"/>
                      <a:round/>
                      <a:headEnd type="none" w="med" len="med"/>
                      <a:tailEnd type="none" w="med" len="med"/>
                    </a:lnL>
                    <a:lnR w="19050" cap="flat" cmpd="sng" algn="ctr">
                      <a:solidFill>
                        <a:srgbClr val="92D050"/>
                      </a:solidFill>
                      <a:prstDash val="solid"/>
                      <a:round/>
                      <a:headEnd type="none" w="med" len="med"/>
                      <a:tailEnd type="none" w="med" len="med"/>
                    </a:lnR>
                    <a:lnT w="19050" cap="flat" cmpd="sng" algn="ctr">
                      <a:solidFill>
                        <a:srgbClr val="92D050"/>
                      </a:solidFill>
                      <a:prstDash val="solid"/>
                      <a:round/>
                      <a:headEnd type="none" w="med" len="med"/>
                      <a:tailEnd type="none" w="med" len="med"/>
                    </a:lnT>
                    <a:lnB w="19050" cap="flat" cmpd="sng" algn="ctr">
                      <a:solidFill>
                        <a:srgbClr val="92D050"/>
                      </a:solidFill>
                      <a:prstDash val="solid"/>
                      <a:round/>
                      <a:headEnd type="none" w="med" len="med"/>
                      <a:tailEnd type="none" w="med" len="med"/>
                    </a:lnB>
                    <a:noFill/>
                  </a:tcPr>
                </a:tc>
                <a:tc>
                  <a:txBody>
                    <a:bodyPr/>
                    <a:lstStyle/>
                    <a:p>
                      <a:pPr marL="0" lvl="0" indent="0" algn="l" defTabSz="914400">
                        <a:lnSpc>
                          <a:spcPct val="100000"/>
                        </a:lnSpc>
                        <a:spcBef>
                          <a:spcPts val="0"/>
                        </a:spcBef>
                        <a:spcAft>
                          <a:spcPts val="0"/>
                        </a:spcAft>
                        <a:buNone/>
                        <a:tabLst/>
                        <a:defRPr/>
                      </a:pPr>
                      <a:endParaRPr sz="900" b="0" i="0" u="none" strike="noStrike" cap="none">
                        <a:solidFill>
                          <a:srgbClr val="92D050"/>
                        </a:solidFill>
                        <a:latin typeface="Roboto"/>
                        <a:ea typeface="Roboto"/>
                        <a:cs typeface="Roboto"/>
                        <a:sym typeface="Roboto"/>
                      </a:endParaRPr>
                    </a:p>
                  </a:txBody>
                  <a:tcPr marL="91425" marR="91425" marT="91425" marB="91425">
                    <a:lnL w="19050">
                      <a:solidFill>
                        <a:srgbClr val="92D050"/>
                      </a:solidFill>
                    </a:lnL>
                    <a:lnR w="19050">
                      <a:solidFill>
                        <a:srgbClr val="92D050"/>
                      </a:solidFill>
                    </a:lnR>
                    <a:lnT w="19050">
                      <a:solidFill>
                        <a:srgbClr val="92D050"/>
                      </a:solidFill>
                    </a:lnT>
                    <a:lnB w="19050" cap="flat" cmpd="sng" algn="ctr">
                      <a:solidFill>
                        <a:srgbClr val="92D050"/>
                      </a:solidFill>
                      <a:prstDash val="solid"/>
                      <a:round/>
                      <a:headEnd type="none" w="med" len="med"/>
                      <a:tailEnd type="none" w="med" len="med"/>
                    </a:lnB>
                    <a:noFill/>
                  </a:tcPr>
                </a:tc>
                <a:extLst>
                  <a:ext uri="{0D108BD9-81ED-4DB2-BD59-A6C34878D82A}">
                    <a16:rowId xmlns:a16="http://schemas.microsoft.com/office/drawing/2014/main" val="10001"/>
                  </a:ext>
                </a:extLst>
              </a:tr>
            </a:tbl>
          </a:graphicData>
        </a:graphic>
      </p:graphicFrame>
      <p:sp>
        <p:nvSpPr>
          <p:cNvPr id="5" name="Google Shape;270;p42">
            <a:extLst>
              <a:ext uri="{FF2B5EF4-FFF2-40B4-BE49-F238E27FC236}">
                <a16:creationId xmlns:a16="http://schemas.microsoft.com/office/drawing/2014/main" id="{35264656-6279-4D7B-A0FA-A2917A7F7273}"/>
              </a:ext>
            </a:extLst>
          </p:cNvPr>
          <p:cNvSpPr txBox="1"/>
          <p:nvPr/>
        </p:nvSpPr>
        <p:spPr>
          <a:xfrm>
            <a:off x="411145" y="4735563"/>
            <a:ext cx="3132474" cy="237300"/>
          </a:xfrm>
          <a:prstGeom prst="rect">
            <a:avLst/>
          </a:prstGeom>
          <a:noFill/>
          <a:ln>
            <a:noFill/>
          </a:ln>
        </p:spPr>
        <p:txBody>
          <a:bodyPr spcFirstLastPara="1" wrap="square" lIns="91425" tIns="91425" rIns="91425" bIns="91425" anchor="t" anchorCtr="0">
            <a:noAutofit/>
          </a:bodyPr>
          <a:lstStyle/>
          <a:p>
            <a:pPr algn="ctr"/>
            <a:r>
              <a:rPr lang="en-AU" sz="1000">
                <a:solidFill>
                  <a:schemeClr val="bg1">
                    <a:lumMod val="85000"/>
                  </a:schemeClr>
                </a:solidFill>
                <a:latin typeface="Roboto"/>
                <a:ea typeface="Roboto"/>
                <a:sym typeface="Roboto"/>
              </a:rPr>
              <a:t>Image demonstrating applied feedback</a:t>
            </a:r>
            <a:endParaRPr lang="en-US">
              <a:solidFill>
                <a:schemeClr val="bg1">
                  <a:lumMod val="85000"/>
                </a:schemeClr>
              </a:solidFill>
            </a:endParaRPr>
          </a:p>
        </p:txBody>
      </p:sp>
      <p:sp>
        <p:nvSpPr>
          <p:cNvPr id="9" name="Google Shape;294;p44">
            <a:extLst>
              <a:ext uri="{FF2B5EF4-FFF2-40B4-BE49-F238E27FC236}">
                <a16:creationId xmlns:a16="http://schemas.microsoft.com/office/drawing/2014/main" id="{E8AAF04B-C19C-4400-BE92-050878F42E59}"/>
              </a:ext>
            </a:extLst>
          </p:cNvPr>
          <p:cNvSpPr txBox="1"/>
          <p:nvPr/>
        </p:nvSpPr>
        <p:spPr>
          <a:xfrm>
            <a:off x="8379264" y="2692945"/>
            <a:ext cx="309000" cy="294300"/>
          </a:xfrm>
          <a:prstGeom prst="rect">
            <a:avLst/>
          </a:prstGeom>
          <a:solidFill>
            <a:schemeClr val="bg1"/>
          </a:solidFill>
          <a:ln w="19050" cap="flat" cmpd="sng">
            <a:solidFill>
              <a:srgbClr val="599C34"/>
            </a:solidFill>
            <a:prstDash val="solid"/>
            <a:round/>
            <a:headEnd type="none" w="sm" len="sm"/>
            <a:tailEnd type="none" w="sm" len="sm"/>
          </a:ln>
        </p:spPr>
        <p:txBody>
          <a:bodyPr spcFirstLastPara="1" wrap="square" lIns="91425" tIns="91425" rIns="91425" bIns="91425" anchor="ctr" anchorCtr="0">
            <a:noAutofit/>
          </a:bodyPr>
          <a:ls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a:lstStyle>
          <a:p>
            <a:pPr marL="0" marR="0" lvl="0" indent="0" algn="ctr" rtl="0">
              <a:lnSpc>
                <a:spcPct val="100000"/>
              </a:lnSpc>
              <a:spcBef>
                <a:spcPts val="0"/>
              </a:spcBef>
              <a:spcAft>
                <a:spcPts val="0"/>
              </a:spcAft>
              <a:buClr>
                <a:srgbClr val="000000"/>
              </a:buClr>
              <a:buSzPts val="1400"/>
              <a:buFont typeface="Arial"/>
              <a:buNone/>
            </a:pPr>
            <a:endParaRPr sz="1400" b="1" i="0" u="none" strike="noStrike" cap="none">
              <a:solidFill>
                <a:srgbClr val="1F497D"/>
              </a:solidFill>
              <a:latin typeface="Roboto"/>
              <a:ea typeface="Roboto"/>
              <a:cs typeface="Roboto"/>
              <a:sym typeface="Roboto"/>
            </a:endParaRPr>
          </a:p>
        </p:txBody>
      </p:sp>
      <p:pic>
        <p:nvPicPr>
          <p:cNvPr id="11" name="Google Shape;267;p42" descr="temp.PNG">
            <a:extLst>
              <a:ext uri="{FF2B5EF4-FFF2-40B4-BE49-F238E27FC236}">
                <a16:creationId xmlns:a16="http://schemas.microsoft.com/office/drawing/2014/main" id="{EDDCCDCD-7F56-4B65-91E0-DFCBDBF4D219}"/>
              </a:ext>
            </a:extLst>
          </p:cNvPr>
          <p:cNvPicPr preferRelativeResize="0"/>
          <p:nvPr/>
        </p:nvPicPr>
        <p:blipFill rotWithShape="1">
          <a:blip r:embed="rId3">
            <a:alphaModFix/>
          </a:blip>
          <a:srcRect/>
          <a:stretch/>
        </p:blipFill>
        <p:spPr>
          <a:xfrm>
            <a:off x="231556" y="1487133"/>
            <a:ext cx="3487677" cy="3220056"/>
          </a:xfrm>
          <a:prstGeom prst="roundRect">
            <a:avLst>
              <a:gd name="adj" fmla="val 0"/>
            </a:avLst>
          </a:prstGeom>
          <a:noFill/>
          <a:ln w="19050" cap="flat" cmpd="sng">
            <a:solidFill>
              <a:srgbClr val="92D050"/>
            </a:solidFill>
            <a:prstDash val="solid"/>
            <a:round/>
            <a:headEnd type="none" w="sm" len="sm"/>
            <a:tailEnd type="none" w="sm" len="sm"/>
          </a:ln>
        </p:spPr>
      </p:pic>
    </p:spTree>
    <p:extLst>
      <p:ext uri="{BB962C8B-B14F-4D97-AF65-F5344CB8AC3E}">
        <p14:creationId xmlns:p14="http://schemas.microsoft.com/office/powerpoint/2010/main" val="349542409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Shape 450"/>
        <p:cNvGrpSpPr/>
        <p:nvPr/>
      </p:nvGrpSpPr>
      <p:grpSpPr>
        <a:xfrm>
          <a:off x="0" y="0"/>
          <a:ext cx="0" cy="0"/>
          <a:chOff x="0" y="0"/>
          <a:chExt cx="0" cy="0"/>
        </a:xfrm>
      </p:grpSpPr>
      <p:sp>
        <p:nvSpPr>
          <p:cNvPr id="451" name="Google Shape;451;p66"/>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Production </a:t>
            </a:r>
            <a:r>
              <a:rPr lang="en-AU" sz="3600" b="0" i="0" u="none" strike="noStrike" cap="none">
                <a:solidFill>
                  <a:srgbClr val="00B0F0"/>
                </a:solidFill>
                <a:latin typeface="Roboto"/>
                <a:ea typeface="Roboto"/>
                <a:cs typeface="Roboto"/>
                <a:sym typeface="Roboto"/>
              </a:rPr>
              <a:t>|</a:t>
            </a:r>
            <a:r>
              <a:rPr lang="en-AU">
                <a:latin typeface="Roboto"/>
                <a:ea typeface="Roboto"/>
                <a:cs typeface="Roboto"/>
                <a:sym typeface="Roboto"/>
              </a:rPr>
              <a:t> </a:t>
            </a:r>
            <a:r>
              <a:rPr lang="en-AU" sz="3000">
                <a:solidFill>
                  <a:srgbClr val="8CB3E3"/>
                </a:solidFill>
                <a:latin typeface="Roboto"/>
                <a:ea typeface="Roboto"/>
                <a:cs typeface="Roboto"/>
                <a:sym typeface="Roboto"/>
              </a:rPr>
              <a:t>Texturing</a:t>
            </a:r>
            <a:endParaRPr>
              <a:solidFill>
                <a:srgbClr val="8CB3E3"/>
              </a:solidFill>
            </a:endParaRPr>
          </a:p>
        </p:txBody>
      </p:sp>
      <p:pic>
        <p:nvPicPr>
          <p:cNvPr id="452" name="Google Shape;452;p66" descr="temp.PNG"/>
          <p:cNvPicPr preferRelativeResize="0"/>
          <p:nvPr/>
        </p:nvPicPr>
        <p:blipFill rotWithShape="1">
          <a:blip r:embed="rId3">
            <a:alphaModFix/>
          </a:blip>
          <a:srcRect/>
          <a:stretch/>
        </p:blipFill>
        <p:spPr>
          <a:xfrm>
            <a:off x="454725" y="1492850"/>
            <a:ext cx="7926600" cy="3240000"/>
          </a:xfrm>
          <a:prstGeom prst="roundRect">
            <a:avLst>
              <a:gd name="adj" fmla="val 0"/>
            </a:avLst>
          </a:prstGeom>
          <a:noFill/>
          <a:ln w="28575" cap="flat" cmpd="sng">
            <a:solidFill>
              <a:srgbClr val="92D050"/>
            </a:solidFill>
            <a:prstDash val="solid"/>
            <a:round/>
            <a:headEnd type="none" w="sm" len="sm"/>
            <a:tailEnd type="none" w="sm" len="sm"/>
          </a:ln>
        </p:spPr>
      </p:pic>
      <p:sp>
        <p:nvSpPr>
          <p:cNvPr id="453" name="Google Shape;453;p66"/>
          <p:cNvSpPr txBox="1">
            <a:spLocks noGrp="1"/>
          </p:cNvSpPr>
          <p:nvPr>
            <p:ph type="body" idx="1"/>
          </p:nvPr>
        </p:nvSpPr>
        <p:spPr>
          <a:xfrm>
            <a:off x="323525" y="1054400"/>
            <a:ext cx="8057700" cy="281400"/>
          </a:xfrm>
          <a:prstGeom prst="rect">
            <a:avLst/>
          </a:prstGeom>
          <a:noFill/>
          <a:ln>
            <a:noFill/>
          </a:ln>
        </p:spPr>
        <p:txBody>
          <a:bodyPr spcFirstLastPara="1" wrap="square" lIns="91425" tIns="45700" rIns="91425" bIns="45700" anchor="t" anchorCtr="0">
            <a:noAutofit/>
          </a:bodyPr>
          <a:lstStyle/>
          <a:p>
            <a:pPr marL="0" lvl="0" indent="0" rtl="0">
              <a:spcBef>
                <a:spcPts val="0"/>
              </a:spcBef>
              <a:spcAft>
                <a:spcPts val="0"/>
              </a:spcAft>
              <a:buClr>
                <a:schemeClr val="dk1"/>
              </a:buClr>
              <a:buSzPts val="1100"/>
              <a:buFont typeface="Arial"/>
              <a:buNone/>
            </a:pPr>
            <a:r>
              <a:rPr lang="en-AU" sz="900">
                <a:solidFill>
                  <a:srgbClr val="B7B7B7"/>
                </a:solidFill>
                <a:latin typeface="Roboto"/>
                <a:ea typeface="Roboto"/>
                <a:cs typeface="Roboto"/>
                <a:sym typeface="Roboto"/>
              </a:rPr>
              <a:t>Create the required texture maps for each asset, utilising a non-destructive workflow. Screen capture the textured assets and insert the images below.</a:t>
            </a:r>
            <a:endParaRPr sz="900">
              <a:solidFill>
                <a:srgbClr val="B7B7B7"/>
              </a:solidFill>
              <a:latin typeface="Roboto"/>
              <a:ea typeface="Roboto"/>
              <a:cs typeface="Roboto"/>
              <a:sym typeface="Roboto"/>
            </a:endParaRPr>
          </a:p>
        </p:txBody>
      </p:sp>
      <p:sp>
        <p:nvSpPr>
          <p:cNvPr id="454" name="Google Shape;454;p66"/>
          <p:cNvSpPr/>
          <p:nvPr/>
        </p:nvSpPr>
        <p:spPr>
          <a:xfrm>
            <a:off x="6825" y="-6825"/>
            <a:ext cx="447900" cy="51435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9" name="Google Shape;409;p66"/>
          <p:cNvSpPr txBox="1"/>
          <p:nvPr/>
        </p:nvSpPr>
        <p:spPr>
          <a:xfrm>
            <a:off x="323528" y="1063375"/>
            <a:ext cx="8064900" cy="3394500"/>
          </a:xfrm>
          <a:prstGeom prst="rect">
            <a:avLst/>
          </a:prstGeom>
          <a:noFill/>
          <a:ln>
            <a:noFill/>
          </a:ln>
        </p:spPr>
        <p:txBody>
          <a:bodyPr spcFirstLastPara="1" wrap="square" lIns="91425" tIns="45700" rIns="91425" bIns="45700" anchor="t" anchorCtr="0">
            <a:noAutofit/>
          </a:bodyPr>
          <a:lstStyle/>
          <a:p>
            <a:pPr marL="0" lvl="0" indent="0" rtl="0">
              <a:lnSpc>
                <a:spcPct val="115000"/>
              </a:lnSpc>
              <a:spcBef>
                <a:spcPts val="0"/>
              </a:spcBef>
              <a:spcAft>
                <a:spcPts val="0"/>
              </a:spcAft>
              <a:buClr>
                <a:schemeClr val="dk1"/>
              </a:buClr>
              <a:buSzPts val="1100"/>
              <a:buFont typeface="Arial"/>
              <a:buNone/>
            </a:pPr>
            <a:endParaRPr lang="en-US" sz="900">
              <a:solidFill>
                <a:srgbClr val="B7B7B7"/>
              </a:solidFill>
              <a:latin typeface="Roboto"/>
              <a:ea typeface="Roboto"/>
              <a:cs typeface="Roboto"/>
              <a:sym typeface="Roboto"/>
            </a:endParaRPr>
          </a:p>
        </p:txBody>
      </p:sp>
      <p:sp>
        <p:nvSpPr>
          <p:cNvPr id="4" name="Google Shape;173;p27">
            <a:extLst>
              <a:ext uri="{FF2B5EF4-FFF2-40B4-BE49-F238E27FC236}">
                <a16:creationId xmlns:a16="http://schemas.microsoft.com/office/drawing/2014/main" id="{44FB46B9-0317-4CEF-861A-A36F8E349EA6}"/>
              </a:ext>
            </a:extLst>
          </p:cNvPr>
          <p:cNvSpPr/>
          <p:nvPr/>
        </p:nvSpPr>
        <p:spPr>
          <a:xfrm>
            <a:off x="0" y="1666864"/>
            <a:ext cx="9143999" cy="1415772"/>
          </a:xfrm>
          <a:prstGeom prst="roundRect">
            <a:avLst>
              <a:gd name="adj" fmla="val 3186"/>
            </a:avLst>
          </a:prstGeom>
          <a:gradFill>
            <a:gsLst>
              <a:gs pos="0">
                <a:srgbClr val="1F3D5F"/>
              </a:gs>
              <a:gs pos="60000">
                <a:srgbClr val="1F3D5F"/>
              </a:gs>
              <a:gs pos="100000">
                <a:srgbClr val="1F3D5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 name="Google Shape;174;p27">
            <a:extLst>
              <a:ext uri="{FF2B5EF4-FFF2-40B4-BE49-F238E27FC236}">
                <a16:creationId xmlns:a16="http://schemas.microsoft.com/office/drawing/2014/main" id="{1C8796AF-8B06-4F1B-A618-25F3C7D00C9D}"/>
              </a:ext>
            </a:extLst>
          </p:cNvPr>
          <p:cNvSpPr/>
          <p:nvPr/>
        </p:nvSpPr>
        <p:spPr>
          <a:xfrm>
            <a:off x="755071" y="2051584"/>
            <a:ext cx="7633855" cy="646331"/>
          </a:xfrm>
          <a:prstGeom prst="rect">
            <a:avLst/>
          </a:prstGeom>
          <a:noFill/>
          <a:ln>
            <a:noFill/>
          </a:ln>
        </p:spPr>
        <p:txBody>
          <a:bodyPr spcFirstLastPara="1" wrap="square" lIns="91425" tIns="45700" rIns="91425" bIns="45700" anchor="t" anchorCtr="0">
            <a:noAutofit/>
          </a:bodyPr>
          <a:lstStyle/>
          <a:p>
            <a:pPr algn="ctr">
              <a:buClr>
                <a:srgbClr val="00B0F0"/>
              </a:buClr>
              <a:buSzPts val="3600"/>
            </a:pPr>
            <a:r>
              <a:rPr lang="en-AU" sz="3600" b="1">
                <a:solidFill>
                  <a:srgbClr val="00B0F0"/>
                </a:solidFill>
                <a:latin typeface="Roboto"/>
                <a:ea typeface="Roboto"/>
                <a:sym typeface="Roboto"/>
              </a:rPr>
              <a:t>Completed Production</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4082996970"/>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Shape 466"/>
        <p:cNvGrpSpPr/>
        <p:nvPr/>
      </p:nvGrpSpPr>
      <p:grpSpPr>
        <a:xfrm>
          <a:off x="0" y="0"/>
          <a:ext cx="0" cy="0"/>
          <a:chOff x="0" y="0"/>
          <a:chExt cx="0" cy="0"/>
        </a:xfrm>
      </p:grpSpPr>
      <p:sp>
        <p:nvSpPr>
          <p:cNvPr id="468" name="Google Shape;468;p68"/>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sz="3000">
                <a:latin typeface="Roboto"/>
                <a:ea typeface="Roboto"/>
                <a:cs typeface="Roboto"/>
                <a:sym typeface="Roboto"/>
              </a:rPr>
              <a:t>Completed Production </a:t>
            </a:r>
            <a:r>
              <a:rPr lang="en-AU" sz="3000" b="0" i="0" u="none" strike="noStrike" cap="none">
                <a:solidFill>
                  <a:srgbClr val="00B0F0"/>
                </a:solidFill>
                <a:latin typeface="Roboto"/>
                <a:ea typeface="Roboto"/>
                <a:cs typeface="Roboto"/>
                <a:sym typeface="Roboto"/>
              </a:rPr>
              <a:t>|</a:t>
            </a:r>
            <a:r>
              <a:rPr lang="en-AU" sz="3000">
                <a:latin typeface="Roboto"/>
                <a:ea typeface="Roboto"/>
                <a:cs typeface="Roboto"/>
                <a:sym typeface="Roboto"/>
              </a:rPr>
              <a:t> </a:t>
            </a:r>
            <a:r>
              <a:rPr lang="en-AU" sz="3000">
                <a:solidFill>
                  <a:srgbClr val="8CB3E3"/>
                </a:solidFill>
                <a:latin typeface="Roboto"/>
                <a:ea typeface="Roboto"/>
                <a:cs typeface="Roboto"/>
                <a:sym typeface="Roboto"/>
              </a:rPr>
              <a:t>Presentation</a:t>
            </a:r>
            <a:endParaRPr lang="en-US" sz="3000">
              <a:solidFill>
                <a:srgbClr val="8CB3E3"/>
              </a:solidFill>
              <a:ea typeface="Roboto"/>
            </a:endParaRPr>
          </a:p>
        </p:txBody>
      </p:sp>
      <p:sp>
        <p:nvSpPr>
          <p:cNvPr id="471" name="Google Shape;471;p68"/>
          <p:cNvSpPr txBox="1">
            <a:spLocks noGrp="1"/>
          </p:cNvSpPr>
          <p:nvPr>
            <p:ph type="body" idx="1"/>
          </p:nvPr>
        </p:nvSpPr>
        <p:spPr>
          <a:xfrm>
            <a:off x="323525" y="1063375"/>
            <a:ext cx="7955100" cy="303000"/>
          </a:xfrm>
          <a:prstGeom prst="rect">
            <a:avLst/>
          </a:prstGeom>
          <a:noFill/>
          <a:ln>
            <a:noFill/>
          </a:ln>
        </p:spPr>
        <p:txBody>
          <a:bodyPr spcFirstLastPara="1" wrap="square" lIns="91425" tIns="45700" rIns="91425" bIns="45700" anchor="t" anchorCtr="0">
            <a:noAutofit/>
          </a:bodyPr>
          <a:lstStyle/>
          <a:p>
            <a:pPr marL="0" indent="0">
              <a:spcBef>
                <a:spcPts val="0"/>
              </a:spcBef>
              <a:buNone/>
            </a:pPr>
            <a:r>
              <a:rPr lang="en-AU" sz="900">
                <a:solidFill>
                  <a:srgbClr val="B7B7B7"/>
                </a:solidFill>
                <a:latin typeface="Roboto"/>
                <a:ea typeface="Roboto"/>
                <a:cs typeface="Roboto"/>
                <a:sym typeface="Roboto"/>
              </a:rPr>
              <a:t>Import the modular textured environment into a real-time engine for presentation. Light the scene and add any desired post effects. Take a beauty render of the scene and insert the image below.</a:t>
            </a:r>
            <a:endParaRPr sz="900">
              <a:solidFill>
                <a:srgbClr val="B7B7B7"/>
              </a:solidFill>
              <a:latin typeface="Roboto"/>
              <a:ea typeface="Roboto"/>
              <a:cs typeface="Roboto"/>
              <a:sym typeface="Roboto"/>
            </a:endParaRPr>
          </a:p>
        </p:txBody>
      </p:sp>
      <p:sp>
        <p:nvSpPr>
          <p:cNvPr id="472" name="Google Shape;472;p68"/>
          <p:cNvSpPr/>
          <p:nvPr/>
        </p:nvSpPr>
        <p:spPr>
          <a:xfrm>
            <a:off x="6825" y="-6825"/>
            <a:ext cx="447900" cy="5143500"/>
          </a:xfrm>
          <a:prstGeom prst="rect">
            <a:avLst/>
          </a:prstGeom>
          <a:noFill/>
          <a:ln>
            <a:noFill/>
          </a:ln>
        </p:spPr>
        <p:txBody>
          <a:bodyPr spcFirstLastPara="1" wrap="square" lIns="91425" tIns="91425" rIns="91425" bIns="91425" anchor="ctr" anchorCtr="0">
            <a:noAutofit/>
          </a:bodyPr>
          <a:lstStyle/>
          <a:p>
            <a:pPr marL="0" lvl="0" indent="0">
              <a:spcBef>
                <a:spcPts val="0"/>
              </a:spcBef>
              <a:spcAft>
                <a:spcPts val="0"/>
              </a:spcAft>
              <a:buNone/>
            </a:pPr>
            <a:endParaRPr/>
          </a:p>
        </p:txBody>
      </p:sp>
      <p:pic>
        <p:nvPicPr>
          <p:cNvPr id="8" name="Google Shape;403;p53" descr="temp.PNG">
            <a:extLst>
              <a:ext uri="{FF2B5EF4-FFF2-40B4-BE49-F238E27FC236}">
                <a16:creationId xmlns:a16="http://schemas.microsoft.com/office/drawing/2014/main" id="{74142FC0-AE25-4DA6-846D-6CED7D946627}"/>
              </a:ext>
            </a:extLst>
          </p:cNvPr>
          <p:cNvPicPr preferRelativeResize="0"/>
          <p:nvPr/>
        </p:nvPicPr>
        <p:blipFill rotWithShape="1">
          <a:blip r:embed="rId3">
            <a:alphaModFix/>
          </a:blip>
          <a:srcRect/>
          <a:stretch/>
        </p:blipFill>
        <p:spPr>
          <a:xfrm>
            <a:off x="1465809" y="1482007"/>
            <a:ext cx="5854800" cy="3306300"/>
          </a:xfrm>
          <a:prstGeom prst="roundRect">
            <a:avLst>
              <a:gd name="adj" fmla="val 0"/>
            </a:avLst>
          </a:prstGeom>
          <a:noFill/>
          <a:ln w="19050" cap="flat" cmpd="sng">
            <a:solidFill>
              <a:srgbClr val="92D050"/>
            </a:solidFill>
            <a:prstDash val="solid"/>
            <a:round/>
            <a:headEnd type="none" w="sm" len="sm"/>
            <a:tailEnd type="none" w="sm" len="sm"/>
          </a:ln>
        </p:spPr>
      </p:pic>
      <p:sp>
        <p:nvSpPr>
          <p:cNvPr id="10" name="Google Shape;405;p53">
            <a:extLst>
              <a:ext uri="{FF2B5EF4-FFF2-40B4-BE49-F238E27FC236}">
                <a16:creationId xmlns:a16="http://schemas.microsoft.com/office/drawing/2014/main" id="{E7B15153-6A47-4F82-BF7A-3DCF70B5350A}"/>
              </a:ext>
            </a:extLst>
          </p:cNvPr>
          <p:cNvSpPr txBox="1"/>
          <p:nvPr/>
        </p:nvSpPr>
        <p:spPr>
          <a:xfrm>
            <a:off x="2971809" y="4804956"/>
            <a:ext cx="2842800" cy="303000"/>
          </a:xfrm>
          <a:prstGeom prst="rect">
            <a:avLst/>
          </a:prstGeom>
          <a:noFill/>
          <a:ln>
            <a:noFill/>
          </a:ln>
        </p:spPr>
        <p:txBody>
          <a:bodyPr spcFirstLastPara="1" wrap="square" lIns="91425" tIns="91425" rIns="91425" bIns="91425" anchor="t" anchorCtr="0">
            <a:noAutofit/>
          </a:bodyPr>
          <a:lstStyle/>
          <a:p>
            <a:pPr algn="ctr">
              <a:buClr>
                <a:srgbClr val="B7B7B7"/>
              </a:buClr>
              <a:buSzPts val="1000"/>
            </a:pPr>
            <a:r>
              <a:rPr lang="en-AU" sz="1000">
                <a:solidFill>
                  <a:srgbClr val="B7B7B7"/>
                </a:solidFill>
                <a:latin typeface="Roboto"/>
                <a:ea typeface="Roboto"/>
                <a:cs typeface="Roboto"/>
                <a:sym typeface="Roboto"/>
              </a:rPr>
              <a:t>Environment Beauty</a:t>
            </a:r>
            <a:r>
              <a:rPr lang="en-AU" sz="1000" b="0" i="0" u="none" strike="noStrike" cap="none">
                <a:solidFill>
                  <a:srgbClr val="B7B7B7"/>
                </a:solidFill>
                <a:latin typeface="Roboto"/>
                <a:ea typeface="Roboto"/>
                <a:cs typeface="Roboto"/>
                <a:sym typeface="Roboto"/>
              </a:rPr>
              <a:t> </a:t>
            </a:r>
            <a:r>
              <a:rPr lang="en-AU" sz="1000">
                <a:solidFill>
                  <a:srgbClr val="B7B7B7"/>
                </a:solidFill>
                <a:latin typeface="Roboto"/>
                <a:ea typeface="Roboto"/>
                <a:cs typeface="Roboto"/>
                <a:sym typeface="Roboto"/>
              </a:rPr>
              <a:t>R</a:t>
            </a:r>
            <a:r>
              <a:rPr lang="en-AU" sz="1000" b="0" i="0" u="none" strike="noStrike" cap="none">
                <a:solidFill>
                  <a:srgbClr val="B7B7B7"/>
                </a:solidFill>
                <a:latin typeface="Roboto"/>
                <a:ea typeface="Roboto"/>
                <a:cs typeface="Roboto"/>
                <a:sym typeface="Roboto"/>
              </a:rPr>
              <a:t>ender</a:t>
            </a:r>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Shape 407"/>
        <p:cNvGrpSpPr/>
        <p:nvPr/>
      </p:nvGrpSpPr>
      <p:grpSpPr>
        <a:xfrm>
          <a:off x="0" y="0"/>
          <a:ext cx="0" cy="0"/>
          <a:chOff x="0" y="0"/>
          <a:chExt cx="0" cy="0"/>
        </a:xfrm>
      </p:grpSpPr>
      <p:sp>
        <p:nvSpPr>
          <p:cNvPr id="409" name="Google Shape;409;p66"/>
          <p:cNvSpPr txBox="1"/>
          <p:nvPr/>
        </p:nvSpPr>
        <p:spPr>
          <a:xfrm>
            <a:off x="323528" y="1063375"/>
            <a:ext cx="8064900" cy="3394500"/>
          </a:xfrm>
          <a:prstGeom prst="rect">
            <a:avLst/>
          </a:prstGeom>
          <a:noFill/>
          <a:ln>
            <a:noFill/>
          </a:ln>
        </p:spPr>
        <p:txBody>
          <a:bodyPr spcFirstLastPara="1" wrap="square" lIns="91425" tIns="45700" rIns="91425" bIns="45700" anchor="t" anchorCtr="0">
            <a:noAutofit/>
          </a:bodyPr>
          <a:lstStyle/>
          <a:p>
            <a:pPr marL="0" lvl="0" indent="0" rtl="0">
              <a:lnSpc>
                <a:spcPct val="115000"/>
              </a:lnSpc>
              <a:spcBef>
                <a:spcPts val="0"/>
              </a:spcBef>
              <a:spcAft>
                <a:spcPts val="0"/>
              </a:spcAft>
              <a:buClr>
                <a:schemeClr val="dk1"/>
              </a:buClr>
              <a:buSzPts val="1100"/>
              <a:buFont typeface="Arial"/>
              <a:buNone/>
            </a:pPr>
            <a:endParaRPr lang="en-US" sz="900">
              <a:solidFill>
                <a:srgbClr val="B7B7B7"/>
              </a:solidFill>
              <a:latin typeface="Roboto"/>
              <a:ea typeface="Roboto"/>
              <a:cs typeface="Roboto"/>
              <a:sym typeface="Roboto"/>
            </a:endParaRPr>
          </a:p>
        </p:txBody>
      </p:sp>
      <p:sp>
        <p:nvSpPr>
          <p:cNvPr id="4" name="Google Shape;173;p27">
            <a:extLst>
              <a:ext uri="{FF2B5EF4-FFF2-40B4-BE49-F238E27FC236}">
                <a16:creationId xmlns:a16="http://schemas.microsoft.com/office/drawing/2014/main" id="{44FB46B9-0317-4CEF-861A-A36F8E349EA6}"/>
              </a:ext>
            </a:extLst>
          </p:cNvPr>
          <p:cNvSpPr/>
          <p:nvPr/>
        </p:nvSpPr>
        <p:spPr>
          <a:xfrm>
            <a:off x="0" y="1666864"/>
            <a:ext cx="9143999" cy="1415772"/>
          </a:xfrm>
          <a:prstGeom prst="roundRect">
            <a:avLst>
              <a:gd name="adj" fmla="val 3186"/>
            </a:avLst>
          </a:prstGeom>
          <a:gradFill>
            <a:gsLst>
              <a:gs pos="0">
                <a:srgbClr val="1F3D5F"/>
              </a:gs>
              <a:gs pos="60000">
                <a:srgbClr val="1F3D5F"/>
              </a:gs>
              <a:gs pos="100000">
                <a:srgbClr val="1F3D5F">
                  <a:alpha val="0"/>
                </a:srgbClr>
              </a:gs>
            </a:gsLst>
            <a:lin ang="0" scaled="0"/>
          </a:gradFill>
          <a:ln>
            <a:noFill/>
          </a:ln>
        </p:spPr>
        <p:txBody>
          <a:bodyPr spcFirstLastPara="1" wrap="square" lIns="91425" tIns="45700" rIns="91425" bIns="45700" anchor="ctr" anchorCtr="0">
            <a:noAutofit/>
          </a:bodyPr>
          <a:lstStyle/>
          <a:p>
            <a:pPr marL="0" marR="0" lvl="0" indent="0" algn="ctr" rtl="0">
              <a:lnSpc>
                <a:spcPct val="100000"/>
              </a:lnSpc>
              <a:spcBef>
                <a:spcPts val="0"/>
              </a:spcBef>
              <a:spcAft>
                <a:spcPts val="0"/>
              </a:spcAft>
              <a:buClr>
                <a:srgbClr val="000000"/>
              </a:buClr>
              <a:buSzPts val="1400"/>
              <a:buFont typeface="Arial"/>
              <a:buNone/>
            </a:pPr>
            <a:endParaRPr sz="1400" b="0" i="0" u="none" strike="noStrike" cap="none">
              <a:solidFill>
                <a:schemeClr val="lt1"/>
              </a:solidFill>
              <a:latin typeface="Arial"/>
              <a:ea typeface="Arial"/>
              <a:cs typeface="Arial"/>
              <a:sym typeface="Arial"/>
            </a:endParaRPr>
          </a:p>
        </p:txBody>
      </p:sp>
      <p:sp>
        <p:nvSpPr>
          <p:cNvPr id="5" name="Google Shape;174;p27">
            <a:extLst>
              <a:ext uri="{FF2B5EF4-FFF2-40B4-BE49-F238E27FC236}">
                <a16:creationId xmlns:a16="http://schemas.microsoft.com/office/drawing/2014/main" id="{1C8796AF-8B06-4F1B-A618-25F3C7D00C9D}"/>
              </a:ext>
            </a:extLst>
          </p:cNvPr>
          <p:cNvSpPr/>
          <p:nvPr/>
        </p:nvSpPr>
        <p:spPr>
          <a:xfrm>
            <a:off x="755071" y="2051584"/>
            <a:ext cx="7633855" cy="646331"/>
          </a:xfrm>
          <a:prstGeom prst="rect">
            <a:avLst/>
          </a:prstGeom>
          <a:noFill/>
          <a:ln>
            <a:noFill/>
          </a:ln>
        </p:spPr>
        <p:txBody>
          <a:bodyPr spcFirstLastPara="1" wrap="square" lIns="91425" tIns="45700" rIns="91425" bIns="45700" anchor="t" anchorCtr="0">
            <a:noAutofit/>
          </a:bodyPr>
          <a:lstStyle/>
          <a:p>
            <a:pPr marL="0" marR="0" lvl="0" indent="0" algn="ctr" rtl="0">
              <a:lnSpc>
                <a:spcPct val="100000"/>
              </a:lnSpc>
              <a:spcBef>
                <a:spcPts val="0"/>
              </a:spcBef>
              <a:spcAft>
                <a:spcPts val="0"/>
              </a:spcAft>
              <a:buClr>
                <a:srgbClr val="00B0F0"/>
              </a:buClr>
              <a:buSzPts val="3600"/>
              <a:buFont typeface="Roboto"/>
              <a:buNone/>
            </a:pPr>
            <a:r>
              <a:rPr lang="en-AU" sz="3600" b="1" i="0" u="none" strike="noStrike" cap="none">
                <a:solidFill>
                  <a:srgbClr val="00B0F0"/>
                </a:solidFill>
                <a:latin typeface="Roboto"/>
                <a:ea typeface="Roboto"/>
                <a:sym typeface="Roboto"/>
              </a:rPr>
              <a:t>Evaluation</a:t>
            </a:r>
            <a:endParaRPr sz="1400" b="0" i="0" u="none" strike="noStrike" cap="none">
              <a:solidFill>
                <a:srgbClr val="000000"/>
              </a:solidFill>
              <a:latin typeface="Arial"/>
              <a:ea typeface="Arial"/>
              <a:cs typeface="Arial"/>
              <a:sym typeface="Arial"/>
            </a:endParaRPr>
          </a:p>
        </p:txBody>
      </p:sp>
    </p:spTree>
    <p:extLst>
      <p:ext uri="{BB962C8B-B14F-4D97-AF65-F5344CB8AC3E}">
        <p14:creationId xmlns:p14="http://schemas.microsoft.com/office/powerpoint/2010/main" val="1091312034"/>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Shape 476"/>
        <p:cNvGrpSpPr/>
        <p:nvPr/>
      </p:nvGrpSpPr>
      <p:grpSpPr>
        <a:xfrm>
          <a:off x="0" y="0"/>
          <a:ext cx="0" cy="0"/>
          <a:chOff x="0" y="0"/>
          <a:chExt cx="0" cy="0"/>
        </a:xfrm>
      </p:grpSpPr>
      <p:sp>
        <p:nvSpPr>
          <p:cNvPr id="477" name="Google Shape;477;p69"/>
          <p:cNvSpPr txBox="1">
            <a:spLocks noGrp="1"/>
          </p:cNvSpPr>
          <p:nvPr>
            <p:ph type="body" idx="1"/>
          </p:nvPr>
        </p:nvSpPr>
        <p:spPr>
          <a:xfrm>
            <a:off x="323521" y="951212"/>
            <a:ext cx="8424600" cy="4062621"/>
          </a:xfrm>
          <a:prstGeom prst="rect">
            <a:avLst/>
          </a:prstGeom>
          <a:noFill/>
          <a:ln>
            <a:noFill/>
          </a:ln>
        </p:spPr>
        <p:txBody>
          <a:bodyPr spcFirstLastPara="1" wrap="square" lIns="91425" tIns="45700" rIns="91425" bIns="45700" anchor="t" anchorCtr="0">
            <a:noAutofit/>
          </a:bodyPr>
          <a:lstStyle/>
          <a:p>
            <a:pPr marL="0" marR="0" lvl="0" indent="0" algn="l" rtl="0">
              <a:lnSpc>
                <a:spcPct val="100000"/>
              </a:lnSpc>
              <a:spcBef>
                <a:spcPts val="0"/>
              </a:spcBef>
              <a:spcAft>
                <a:spcPts val="0"/>
              </a:spcAft>
              <a:buClr>
                <a:schemeClr val="dk1"/>
              </a:buClr>
              <a:buSzPts val="2800"/>
              <a:buFont typeface="Arial"/>
              <a:buNone/>
            </a:pPr>
            <a:r>
              <a:rPr lang="en-AU" sz="900" i="0" u="none" strike="noStrike" cap="none">
                <a:solidFill>
                  <a:srgbClr val="D9D9D9"/>
                </a:solidFill>
                <a:latin typeface="Roboto"/>
                <a:ea typeface="Roboto"/>
                <a:cs typeface="Roboto"/>
                <a:sym typeface="Roboto"/>
              </a:rPr>
              <a:t>Did the </a:t>
            </a:r>
            <a:r>
              <a:rPr lang="en-AU" sz="900">
                <a:solidFill>
                  <a:srgbClr val="D9D9D9"/>
                </a:solidFill>
                <a:latin typeface="Roboto"/>
                <a:ea typeface="Roboto"/>
                <a:cs typeface="Roboto"/>
                <a:sym typeface="Roboto"/>
              </a:rPr>
              <a:t>environment</a:t>
            </a:r>
            <a:r>
              <a:rPr lang="en-AU" sz="900" i="0" u="none" strike="noStrike" cap="none">
                <a:solidFill>
                  <a:srgbClr val="D9D9D9"/>
                </a:solidFill>
                <a:latin typeface="Roboto"/>
                <a:ea typeface="Roboto"/>
                <a:cs typeface="Roboto"/>
                <a:sym typeface="Roboto"/>
              </a:rPr>
              <a:t> turn out as you expected? If </a:t>
            </a:r>
            <a:r>
              <a:rPr lang="en-AU" sz="900">
                <a:solidFill>
                  <a:srgbClr val="D9D9D9"/>
                </a:solidFill>
                <a:latin typeface="Roboto"/>
                <a:ea typeface="Roboto"/>
                <a:cs typeface="Roboto"/>
                <a:sym typeface="Roboto"/>
              </a:rPr>
              <a:t>not,</a:t>
            </a:r>
            <a:r>
              <a:rPr lang="en-AU" sz="900" i="0" u="none" strike="noStrike" cap="none">
                <a:solidFill>
                  <a:srgbClr val="D9D9D9"/>
                </a:solidFill>
                <a:latin typeface="Roboto"/>
                <a:ea typeface="Roboto"/>
                <a:cs typeface="Roboto"/>
                <a:sym typeface="Roboto"/>
              </a:rPr>
              <a:t> how is it different?</a:t>
            </a:r>
            <a:endParaRPr sz="900">
              <a:solidFill>
                <a:srgbClr val="D9D9D9"/>
              </a:solidFill>
              <a:latin typeface="Roboto"/>
              <a:ea typeface="Roboto"/>
              <a:cs typeface="Roboto"/>
              <a:sym typeface="Roboto"/>
            </a:endParaRPr>
          </a:p>
          <a:p>
            <a:pPr marL="0" indent="0">
              <a:spcBef>
                <a:spcPts val="0"/>
              </a:spcBef>
              <a:buSzPct val="100000"/>
              <a:buNone/>
              <a:defRPr/>
            </a:pPr>
            <a:r>
              <a:rPr lang="en-AU" sz="900">
                <a:solidFill>
                  <a:srgbClr val="92D050"/>
                </a:solidFill>
                <a:latin typeface="Roboto"/>
                <a:ea typeface="Roboto"/>
                <a:cs typeface="Arial"/>
                <a:sym typeface="Roboto"/>
              </a:rPr>
              <a:t>Answer here (~25 words)</a:t>
            </a:r>
            <a:endParaRPr sz="900">
              <a:solidFill>
                <a:srgbClr val="92D050"/>
              </a:solidFill>
              <a:latin typeface="Roboto"/>
              <a:ea typeface="Roboto"/>
              <a:cs typeface="Arial"/>
              <a:sym typeface="Roboto"/>
            </a:endParaRPr>
          </a:p>
          <a:p>
            <a:pPr marL="0" marR="0" lvl="0" indent="0" algn="l" rtl="0">
              <a:lnSpc>
                <a:spcPct val="100000"/>
              </a:lnSpc>
              <a:spcBef>
                <a:spcPts val="0"/>
              </a:spcBef>
              <a:spcAft>
                <a:spcPts val="0"/>
              </a:spcAft>
              <a:buClr>
                <a:schemeClr val="dk1"/>
              </a:buClr>
              <a:buSzPts val="2800"/>
              <a:buFont typeface="Arial"/>
              <a:buNone/>
            </a:pPr>
            <a:endParaRPr sz="900" i="0" u="none" strike="noStrike" cap="none">
              <a:solidFill>
                <a:srgbClr val="B7B7B7"/>
              </a:solidFill>
              <a:latin typeface="Roboto"/>
              <a:ea typeface="Roboto"/>
              <a:cs typeface="Roboto"/>
              <a:sym typeface="Roboto"/>
            </a:endParaRPr>
          </a:p>
          <a:p>
            <a:pPr marL="0" indent="0">
              <a:spcBef>
                <a:spcPts val="0"/>
              </a:spcBef>
              <a:buNone/>
            </a:pPr>
            <a:endParaRPr lang="en-US" sz="900">
              <a:solidFill>
                <a:srgbClr val="B7B7B7"/>
              </a:solidFill>
              <a:latin typeface="Roboto"/>
              <a:ea typeface="Roboto"/>
              <a:cs typeface="Roboto"/>
              <a:sym typeface="Roboto"/>
            </a:endParaRPr>
          </a:p>
          <a:p>
            <a:pPr marL="0" indent="0">
              <a:spcBef>
                <a:spcPts val="0"/>
              </a:spcBef>
              <a:buNone/>
            </a:pPr>
            <a:endParaRPr lang="en-US" sz="900">
              <a:solidFill>
                <a:srgbClr val="B7B7B7"/>
              </a:solidFill>
              <a:latin typeface="Roboto"/>
              <a:ea typeface="Roboto"/>
              <a:cs typeface="Roboto"/>
            </a:endParaRPr>
          </a:p>
          <a:p>
            <a:pPr marL="0" indent="0">
              <a:spcBef>
                <a:spcPts val="0"/>
              </a:spcBef>
              <a:buNone/>
            </a:pPr>
            <a:endParaRPr lang="en-US" sz="900">
              <a:solidFill>
                <a:srgbClr val="B7B7B7"/>
              </a:solidFill>
              <a:latin typeface="Roboto"/>
              <a:ea typeface="Roboto"/>
              <a:cs typeface="Roboto"/>
              <a:sym typeface="Roboto"/>
            </a:endParaRPr>
          </a:p>
          <a:p>
            <a:pPr marL="0" lvl="0" indent="0">
              <a:spcBef>
                <a:spcPts val="0"/>
              </a:spcBef>
              <a:buClr>
                <a:schemeClr val="dk1"/>
              </a:buClr>
              <a:buNone/>
            </a:pPr>
            <a:r>
              <a:rPr lang="en-US" sz="900">
                <a:solidFill>
                  <a:srgbClr val="D9D9D9"/>
                </a:solidFill>
                <a:latin typeface="Roboto"/>
                <a:ea typeface="Roboto"/>
                <a:cs typeface="Roboto"/>
                <a:sym typeface="Roboto"/>
              </a:rPr>
              <a:t>What were the most challenging aspects of creating your environment?</a:t>
            </a:r>
            <a:endParaRPr lang="en-US" sz="900">
              <a:solidFill>
                <a:srgbClr val="D9D9D9"/>
              </a:solidFill>
              <a:latin typeface="Roboto"/>
              <a:ea typeface="Roboto"/>
              <a:cs typeface="Roboto"/>
            </a:endParaRPr>
          </a:p>
          <a:p>
            <a:pPr marL="0" lvl="0" indent="0">
              <a:spcBef>
                <a:spcPts val="0"/>
              </a:spcBef>
              <a:buSzPct val="100000"/>
              <a:buNone/>
              <a:defRPr/>
            </a:pPr>
            <a:r>
              <a:rPr lang="en-AU" sz="900">
                <a:solidFill>
                  <a:srgbClr val="92D050"/>
                </a:solidFill>
                <a:latin typeface="Roboto"/>
                <a:ea typeface="Roboto"/>
                <a:cs typeface="Arial"/>
                <a:sym typeface="Roboto"/>
              </a:rPr>
              <a:t>Answer here (~25 words)</a:t>
            </a:r>
            <a:endParaRPr sz="900">
              <a:solidFill>
                <a:srgbClr val="92D050"/>
              </a:solidFill>
              <a:latin typeface="Roboto"/>
              <a:ea typeface="Roboto"/>
              <a:cs typeface="Arial"/>
              <a:sym typeface="Roboto"/>
            </a:endParaRPr>
          </a:p>
          <a:p>
            <a:pPr marL="0" marR="0" lvl="0" indent="0" algn="l" rtl="0">
              <a:lnSpc>
                <a:spcPct val="100000"/>
              </a:lnSpc>
              <a:spcBef>
                <a:spcPts val="0"/>
              </a:spcBef>
              <a:spcAft>
                <a:spcPts val="0"/>
              </a:spcAft>
              <a:buClr>
                <a:schemeClr val="dk1"/>
              </a:buClr>
              <a:buSzPts val="2800"/>
              <a:buFont typeface="Arial"/>
              <a:buNone/>
            </a:pPr>
            <a:endParaRPr sz="900" i="0" u="none" strike="noStrike" cap="none">
              <a:solidFill>
                <a:srgbClr val="B7B7B7"/>
              </a:solidFill>
              <a:latin typeface="Roboto"/>
              <a:ea typeface="Roboto"/>
              <a:cs typeface="Roboto"/>
              <a:sym typeface="Roboto"/>
            </a:endParaRPr>
          </a:p>
          <a:p>
            <a:pPr marL="0" indent="0">
              <a:spcBef>
                <a:spcPts val="0"/>
              </a:spcBef>
              <a:buNone/>
            </a:pPr>
            <a:endParaRPr lang="en-US" sz="900">
              <a:solidFill>
                <a:srgbClr val="B7B7B7"/>
              </a:solidFill>
              <a:latin typeface="Roboto"/>
              <a:ea typeface="Roboto"/>
              <a:cs typeface="Roboto"/>
            </a:endParaRPr>
          </a:p>
          <a:p>
            <a:pPr marL="0" indent="0">
              <a:spcBef>
                <a:spcPts val="0"/>
              </a:spcBef>
              <a:buNone/>
            </a:pPr>
            <a:endParaRPr lang="en-US" sz="900">
              <a:solidFill>
                <a:srgbClr val="B7B7B7"/>
              </a:solidFill>
              <a:latin typeface="Roboto"/>
              <a:ea typeface="Roboto"/>
              <a:cs typeface="Roboto"/>
            </a:endParaRPr>
          </a:p>
          <a:p>
            <a:pPr marL="0" indent="0">
              <a:spcBef>
                <a:spcPts val="0"/>
              </a:spcBef>
              <a:buNone/>
            </a:pPr>
            <a:endParaRPr lang="en-US" sz="900">
              <a:solidFill>
                <a:srgbClr val="B7B7B7"/>
              </a:solidFill>
              <a:latin typeface="Roboto"/>
              <a:ea typeface="Roboto"/>
              <a:cs typeface="Roboto"/>
              <a:sym typeface="Roboto"/>
            </a:endParaRPr>
          </a:p>
          <a:p>
            <a:pPr marL="0" lvl="0" indent="0">
              <a:spcBef>
                <a:spcPts val="0"/>
              </a:spcBef>
              <a:buClr>
                <a:schemeClr val="dk1"/>
              </a:buClr>
              <a:buNone/>
            </a:pPr>
            <a:r>
              <a:rPr lang="en-US" sz="900">
                <a:solidFill>
                  <a:srgbClr val="D9D9D9"/>
                </a:solidFill>
                <a:latin typeface="Roboto"/>
                <a:ea typeface="Roboto"/>
                <a:cs typeface="Roboto"/>
                <a:sym typeface="Roboto"/>
              </a:rPr>
              <a:t>What aspect of your environment are you most proud of and why?</a:t>
            </a:r>
            <a:endParaRPr lang="en-US" sz="900">
              <a:solidFill>
                <a:srgbClr val="D9D9D9"/>
              </a:solidFill>
              <a:latin typeface="Roboto"/>
              <a:ea typeface="Roboto"/>
              <a:cs typeface="Roboto"/>
            </a:endParaRPr>
          </a:p>
          <a:p>
            <a:pPr marL="0" indent="0">
              <a:spcBef>
                <a:spcPts val="0"/>
              </a:spcBef>
              <a:buSzPct val="100000"/>
              <a:buNone/>
              <a:defRPr/>
            </a:pPr>
            <a:r>
              <a:rPr lang="en-AU" sz="900">
                <a:solidFill>
                  <a:srgbClr val="92D050"/>
                </a:solidFill>
                <a:latin typeface="Roboto"/>
                <a:ea typeface="Roboto"/>
                <a:cs typeface="Arial"/>
                <a:sym typeface="Roboto"/>
              </a:rPr>
              <a:t>Answer here (~25 words)</a:t>
            </a:r>
            <a:endParaRPr sz="900">
              <a:solidFill>
                <a:srgbClr val="92D050"/>
              </a:solidFill>
              <a:latin typeface="Roboto"/>
              <a:ea typeface="Roboto"/>
              <a:cs typeface="Arial"/>
              <a:sym typeface="Roboto"/>
            </a:endParaRPr>
          </a:p>
          <a:p>
            <a:pPr marL="0" marR="0" lvl="0" indent="0" algn="l" rtl="0">
              <a:lnSpc>
                <a:spcPct val="100000"/>
              </a:lnSpc>
              <a:spcBef>
                <a:spcPts val="0"/>
              </a:spcBef>
              <a:spcAft>
                <a:spcPts val="0"/>
              </a:spcAft>
              <a:buClr>
                <a:schemeClr val="dk1"/>
              </a:buClr>
              <a:buSzPts val="2800"/>
              <a:buFont typeface="Arial"/>
              <a:buNone/>
            </a:pPr>
            <a:endParaRPr sz="900" i="0" u="none" strike="noStrike" cap="none">
              <a:solidFill>
                <a:srgbClr val="B7B7B7"/>
              </a:solidFill>
              <a:latin typeface="Roboto"/>
              <a:ea typeface="Roboto"/>
              <a:cs typeface="Roboto"/>
              <a:sym typeface="Roboto"/>
            </a:endParaRPr>
          </a:p>
          <a:p>
            <a:pPr marL="0" indent="0">
              <a:spcBef>
                <a:spcPts val="0"/>
              </a:spcBef>
              <a:buNone/>
            </a:pPr>
            <a:endParaRPr lang="en-US" sz="900">
              <a:solidFill>
                <a:srgbClr val="B7B7B7"/>
              </a:solidFill>
              <a:latin typeface="Roboto"/>
              <a:ea typeface="Roboto"/>
              <a:cs typeface="Roboto"/>
              <a:sym typeface="Roboto"/>
            </a:endParaRPr>
          </a:p>
          <a:p>
            <a:pPr marL="0" indent="0">
              <a:spcBef>
                <a:spcPts val="0"/>
              </a:spcBef>
              <a:buNone/>
            </a:pPr>
            <a:endParaRPr lang="en-US" sz="900">
              <a:solidFill>
                <a:srgbClr val="B7B7B7"/>
              </a:solidFill>
              <a:latin typeface="Roboto"/>
              <a:ea typeface="Roboto"/>
              <a:cs typeface="Roboto"/>
            </a:endParaRPr>
          </a:p>
          <a:p>
            <a:pPr marL="0" indent="0">
              <a:spcBef>
                <a:spcPts val="0"/>
              </a:spcBef>
              <a:buNone/>
            </a:pPr>
            <a:endParaRPr lang="en-US" sz="900">
              <a:solidFill>
                <a:srgbClr val="B7B7B7"/>
              </a:solidFill>
              <a:latin typeface="Roboto"/>
              <a:ea typeface="Roboto"/>
              <a:cs typeface="Roboto"/>
              <a:sym typeface="Roboto"/>
            </a:endParaRPr>
          </a:p>
          <a:p>
            <a:pPr marL="0" lvl="0" indent="0">
              <a:spcBef>
                <a:spcPts val="0"/>
              </a:spcBef>
              <a:buClr>
                <a:schemeClr val="dk1"/>
              </a:buClr>
              <a:buNone/>
            </a:pPr>
            <a:r>
              <a:rPr lang="en-US" sz="900">
                <a:solidFill>
                  <a:srgbClr val="D9D9D9"/>
                </a:solidFill>
                <a:latin typeface="Roboto"/>
                <a:ea typeface="Roboto"/>
                <a:cs typeface="Roboto"/>
                <a:sym typeface="Roboto"/>
              </a:rPr>
              <a:t>If you were to create the environment again or had more time, what would you change or do differently?</a:t>
            </a:r>
            <a:endParaRPr lang="en-US" sz="900">
              <a:solidFill>
                <a:srgbClr val="D9D9D9"/>
              </a:solidFill>
              <a:latin typeface="Roboto"/>
              <a:ea typeface="Roboto"/>
              <a:cs typeface="Roboto"/>
            </a:endParaRPr>
          </a:p>
          <a:p>
            <a:pPr marL="0" lvl="0" indent="0">
              <a:spcBef>
                <a:spcPts val="0"/>
              </a:spcBef>
              <a:buSzPct val="100000"/>
              <a:buNone/>
              <a:defRPr/>
            </a:pPr>
            <a:r>
              <a:rPr lang="en-AU" sz="900">
                <a:solidFill>
                  <a:srgbClr val="92D050"/>
                </a:solidFill>
                <a:latin typeface="Roboto"/>
                <a:ea typeface="Roboto"/>
                <a:cs typeface="Arial"/>
                <a:sym typeface="Roboto"/>
              </a:rPr>
              <a:t>Answer here (~25 words)</a:t>
            </a:r>
            <a:endParaRPr sz="900">
              <a:solidFill>
                <a:srgbClr val="92D050"/>
              </a:solidFill>
              <a:latin typeface="Roboto"/>
              <a:ea typeface="Roboto"/>
              <a:cs typeface="Arial"/>
              <a:sym typeface="Roboto"/>
            </a:endParaRPr>
          </a:p>
          <a:p>
            <a:pPr marL="0" marR="0" lvl="0" indent="0" algn="l" rtl="0">
              <a:lnSpc>
                <a:spcPct val="100000"/>
              </a:lnSpc>
              <a:spcBef>
                <a:spcPts val="0"/>
              </a:spcBef>
              <a:spcAft>
                <a:spcPts val="0"/>
              </a:spcAft>
              <a:buClr>
                <a:schemeClr val="dk1"/>
              </a:buClr>
              <a:buSzPts val="2800"/>
              <a:buFont typeface="Arial"/>
              <a:buNone/>
            </a:pPr>
            <a:endParaRPr sz="900" i="0" u="none" strike="noStrike" cap="none">
              <a:solidFill>
                <a:srgbClr val="B7B7B7"/>
              </a:solidFill>
              <a:latin typeface="Roboto"/>
              <a:ea typeface="Roboto"/>
              <a:cs typeface="Roboto"/>
              <a:sym typeface="Roboto"/>
            </a:endParaRPr>
          </a:p>
          <a:p>
            <a:pPr marL="0" indent="0">
              <a:spcBef>
                <a:spcPts val="0"/>
              </a:spcBef>
              <a:buNone/>
            </a:pPr>
            <a:endParaRPr lang="en-US" sz="900">
              <a:solidFill>
                <a:srgbClr val="B7B7B7"/>
              </a:solidFill>
              <a:latin typeface="Roboto"/>
              <a:ea typeface="Roboto"/>
              <a:cs typeface="Roboto"/>
              <a:sym typeface="Roboto"/>
            </a:endParaRPr>
          </a:p>
          <a:p>
            <a:pPr marL="0" indent="0">
              <a:spcBef>
                <a:spcPts val="0"/>
              </a:spcBef>
              <a:buNone/>
            </a:pPr>
            <a:endParaRPr lang="en-US" sz="900">
              <a:solidFill>
                <a:srgbClr val="B7B7B7"/>
              </a:solidFill>
              <a:latin typeface="Roboto"/>
              <a:ea typeface="Roboto"/>
              <a:cs typeface="Roboto"/>
              <a:sym typeface="Roboto"/>
            </a:endParaRPr>
          </a:p>
          <a:p>
            <a:pPr marL="0" indent="0">
              <a:spcBef>
                <a:spcPts val="0"/>
              </a:spcBef>
              <a:buNone/>
            </a:pPr>
            <a:endParaRPr lang="en-US" sz="900">
              <a:solidFill>
                <a:srgbClr val="B7B7B7"/>
              </a:solidFill>
              <a:latin typeface="Roboto"/>
              <a:ea typeface="Roboto"/>
              <a:cs typeface="Roboto"/>
              <a:sym typeface="Roboto"/>
            </a:endParaRPr>
          </a:p>
          <a:p>
            <a:pPr marL="0" lvl="0" indent="0">
              <a:spcBef>
                <a:spcPts val="0"/>
              </a:spcBef>
              <a:buClr>
                <a:schemeClr val="dk1"/>
              </a:buClr>
              <a:buNone/>
            </a:pPr>
            <a:r>
              <a:rPr lang="en-US" sz="900">
                <a:solidFill>
                  <a:srgbClr val="D9D9D9"/>
                </a:solidFill>
                <a:latin typeface="Roboto"/>
                <a:ea typeface="Roboto"/>
                <a:cs typeface="Roboto"/>
                <a:sym typeface="Roboto"/>
              </a:rPr>
              <a:t>What new skills/techniques did you learn during the project?</a:t>
            </a:r>
            <a:endParaRPr lang="en-US" sz="900">
              <a:solidFill>
                <a:srgbClr val="D9D9D9"/>
              </a:solidFill>
              <a:latin typeface="Roboto"/>
              <a:ea typeface="Roboto"/>
              <a:cs typeface="Roboto"/>
            </a:endParaRPr>
          </a:p>
          <a:p>
            <a:pPr marL="0" indent="0">
              <a:spcBef>
                <a:spcPts val="0"/>
              </a:spcBef>
              <a:buSzPct val="100000"/>
              <a:buNone/>
              <a:defRPr/>
            </a:pPr>
            <a:r>
              <a:rPr lang="en-AU" sz="900">
                <a:solidFill>
                  <a:srgbClr val="92D050"/>
                </a:solidFill>
                <a:latin typeface="Roboto"/>
                <a:ea typeface="Roboto"/>
                <a:cs typeface="Arial"/>
                <a:sym typeface="Roboto"/>
              </a:rPr>
              <a:t>Answer here (~25 words)</a:t>
            </a:r>
            <a:endParaRPr lang="en-AU" sz="900">
              <a:solidFill>
                <a:srgbClr val="92D050"/>
              </a:solidFill>
              <a:latin typeface="Roboto"/>
              <a:ea typeface="Roboto"/>
              <a:cs typeface="Arial"/>
            </a:endParaRPr>
          </a:p>
        </p:txBody>
      </p:sp>
      <p:sp>
        <p:nvSpPr>
          <p:cNvPr id="478" name="Google Shape;478;p69"/>
          <p:cNvSpPr txBox="1">
            <a:spLocks noGrp="1"/>
          </p:cNvSpPr>
          <p:nvPr>
            <p:ph type="title"/>
          </p:nvPr>
        </p:nvSpPr>
        <p:spPr>
          <a:xfrm>
            <a:off x="323528" y="205979"/>
            <a:ext cx="8363400" cy="857400"/>
          </a:xfrm>
          <a:prstGeom prst="rect">
            <a:avLst/>
          </a:prstGeom>
          <a:noFill/>
          <a:ln>
            <a:noFill/>
          </a:ln>
        </p:spPr>
        <p:txBody>
          <a:bodyPr spcFirstLastPara="1" wrap="square" lIns="91425" tIns="45700" rIns="91425" bIns="45700" anchor="ctr" anchorCtr="0">
            <a:noAutofit/>
          </a:bodyPr>
          <a:lstStyle/>
          <a:p>
            <a:r>
              <a:rPr lang="en-AU">
                <a:latin typeface="Roboto"/>
                <a:ea typeface="Roboto"/>
                <a:cs typeface="Roboto"/>
                <a:sym typeface="Roboto"/>
              </a:rPr>
              <a:t>Evaluation | </a:t>
            </a:r>
            <a:r>
              <a:rPr lang="en-AU" sz="3000">
                <a:solidFill>
                  <a:srgbClr val="8CB3E3"/>
                </a:solidFill>
                <a:latin typeface="Roboto"/>
                <a:ea typeface="Roboto"/>
                <a:cs typeface="Roboto"/>
                <a:sym typeface="Roboto"/>
              </a:rPr>
              <a:t>Post-Mortem</a:t>
            </a:r>
            <a:endParaRPr sz="3000">
              <a:solidFill>
                <a:srgbClr val="8CB3E3"/>
              </a:solidFill>
            </a:endParaRPr>
          </a:p>
        </p:txBody>
      </p:sp>
    </p:spTree>
  </p:cSld>
  <p:clrMapOvr>
    <a:masterClrMapping/>
  </p:clrMapOvr>
</p:sld>
</file>

<file path=ppt/theme/theme1.xml><?xml version="1.0" encoding="utf-8"?>
<a:theme xmlns:a="http://schemas.openxmlformats.org/drawingml/2006/main" name="Office Theme1">
  <a:themeElements>
    <a:clrScheme name="Custom 5">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92D050"/>
      </a:hlink>
      <a:folHlink>
        <a:srgbClr val="92D05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Office Theme1">
  <a:themeElements>
    <a:clrScheme name="Custom 2">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92D050"/>
      </a:hlink>
      <a:folHlink>
        <a:srgbClr val="92D05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1">
  <a:themeElements>
    <a:clrScheme name="Custom 3">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92D050"/>
      </a:hlink>
      <a:folHlink>
        <a:srgbClr val="92D05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4.xml><?xml version="1.0" encoding="utf-8"?>
<a:theme xmlns:a="http://schemas.openxmlformats.org/drawingml/2006/main" name="Office Theme1">
  <a:themeElements>
    <a:clrScheme name="Office">
      <a:dk1>
        <a:srgbClr val="000000"/>
      </a:dk1>
      <a:lt1>
        <a:srgbClr val="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5.xml><?xml version="1.0" encoding="utf-8"?>
<a:theme xmlns:a="http://schemas.openxmlformats.org/drawingml/2006/main" name="Custom Theme">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16F4542A8E7DD640B3BC4F081D67BD17" ma:contentTypeVersion="21" ma:contentTypeDescription="Create a new document." ma:contentTypeScope="" ma:versionID="d79ad8b758729db98b0d52fdeee48007">
  <xsd:schema xmlns:xsd="http://www.w3.org/2001/XMLSchema" xmlns:xs="http://www.w3.org/2001/XMLSchema" xmlns:p="http://schemas.microsoft.com/office/2006/metadata/properties" xmlns:ns2="6ac566f0-206d-4bc5-bcec-ce830458d3f1" xmlns:ns3="4ba0a89f-8d28-45b8-8c8a-cf56563c9d8a" targetNamespace="http://schemas.microsoft.com/office/2006/metadata/properties" ma:root="true" ma:fieldsID="013f960320f3e61d1b770e5c0cf5e0e9" ns2:_="" ns3:_="">
    <xsd:import namespace="6ac566f0-206d-4bc5-bcec-ce830458d3f1"/>
    <xsd:import namespace="4ba0a89f-8d28-45b8-8c8a-cf56563c9d8a"/>
    <xsd:element name="properties">
      <xsd:complexType>
        <xsd:sequence>
          <xsd:element name="documentManagement">
            <xsd:complexType>
              <xsd:all>
                <xsd:element ref="ns2:MediaServiceMetadata" minOccurs="0"/>
                <xsd:element ref="ns2:MediaServiceFastMetadata" minOccurs="0"/>
                <xsd:element ref="ns2:MediaServiceDateTaken" minOccurs="0"/>
                <xsd:element ref="ns3:SharedWithUsers" minOccurs="0"/>
                <xsd:element ref="ns3:SharedWithDetails" minOccurs="0"/>
                <xsd:element ref="ns2:MediaServiceAutoTags" minOccurs="0"/>
                <xsd:element ref="ns2:MediaServiceOCR" minOccurs="0"/>
                <xsd:element ref="ns2:MediaServiceEventHashCode" minOccurs="0"/>
                <xsd:element ref="ns2:MediaServiceGenerationTime" minOccurs="0"/>
                <xsd:element ref="ns2:Sesh" minOccurs="0"/>
                <xsd:element ref="ns2:MediaServiceLocation" minOccurs="0"/>
                <xsd:element ref="ns2:MediaServiceAutoKeyPoints" minOccurs="0"/>
                <xsd:element ref="ns2:MediaServiceKeyPoints" minOccurs="0"/>
                <xsd:element ref="ns2:MediaLengthInSeconds" minOccurs="0"/>
                <xsd:element ref="ns2:Notes" minOccurs="0"/>
                <xsd:element ref="ns2:lcf76f155ced4ddcb4097134ff3c332f" minOccurs="0"/>
                <xsd:element ref="ns3:TaxCatchAll" minOccurs="0"/>
                <xsd:element ref="ns2:Audit"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6ac566f0-206d-4bc5-bcec-ce830458d3f1"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element name="MediaServiceDateTaken" ma:index="10" nillable="true" ma:displayName="MediaServiceDateTaken" ma:hidden="true" ma:internalName="MediaServiceDateTaken" ma:readOnly="true">
      <xsd:simpleType>
        <xsd:restriction base="dms:Text"/>
      </xsd:simpleType>
    </xsd:element>
    <xsd:element name="MediaServiceAutoTags" ma:index="13" nillable="true" ma:displayName="MediaServiceAutoTags" ma:internalName="MediaServiceAutoTags" ma:readOnly="true">
      <xsd:simpleType>
        <xsd:restriction base="dms:Text"/>
      </xsd:simpleType>
    </xsd:element>
    <xsd:element name="MediaServiceOCR" ma:index="14" nillable="true" ma:displayName="MediaServiceOCR" ma:internalName="MediaServiceOCR" ma:readOnly="true">
      <xsd:simpleType>
        <xsd:restriction base="dms:Note">
          <xsd:maxLength value="255"/>
        </xsd:restriction>
      </xsd:simpleType>
    </xsd:element>
    <xsd:element name="MediaServiceEventHashCode" ma:index="15" nillable="true" ma:displayName="MediaServiceEventHashCode" ma:hidden="true" ma:internalName="MediaServiceEventHashCode" ma:readOnly="true">
      <xsd:simpleType>
        <xsd:restriction base="dms:Text"/>
      </xsd:simpleType>
    </xsd:element>
    <xsd:element name="MediaServiceGenerationTime" ma:index="16" nillable="true" ma:displayName="MediaServiceGenerationTime" ma:hidden="true" ma:internalName="MediaServiceGenerationTime" ma:readOnly="true">
      <xsd:simpleType>
        <xsd:restriction base="dms:Text"/>
      </xsd:simpleType>
    </xsd:element>
    <xsd:element name="Sesh" ma:index="17" nillable="true" ma:displayName="Sesh" ma:format="Dropdown" ma:internalName="Sesh" ma:percentage="FALSE">
      <xsd:simpleType>
        <xsd:restriction base="dms:Number"/>
      </xsd:simpleType>
    </xsd:element>
    <xsd:element name="MediaServiceLocation" ma:index="18" nillable="true" ma:displayName="Location" ma:internalName="MediaServiceLocation" ma:readOnly="true">
      <xsd:simpleType>
        <xsd:restriction base="dms:Text"/>
      </xsd:simpleType>
    </xsd:element>
    <xsd:element name="MediaServiceAutoKeyPoints" ma:index="19" nillable="true" ma:displayName="MediaServiceAutoKeyPoints" ma:hidden="true" ma:internalName="MediaServiceAutoKeyPoints" ma:readOnly="true">
      <xsd:simpleType>
        <xsd:restriction base="dms:Note"/>
      </xsd:simpleType>
    </xsd:element>
    <xsd:element name="MediaServiceKeyPoints" ma:index="20" nillable="true" ma:displayName="KeyPoints" ma:internalName="MediaServiceKeyPoints" ma:readOnly="true">
      <xsd:simpleType>
        <xsd:restriction base="dms:Note">
          <xsd:maxLength value="255"/>
        </xsd:restriction>
      </xsd:simpleType>
    </xsd:element>
    <xsd:element name="MediaLengthInSeconds" ma:index="21" nillable="true" ma:displayName="Length (seconds)" ma:internalName="MediaLengthInSeconds" ma:readOnly="true">
      <xsd:simpleType>
        <xsd:restriction base="dms:Unknown"/>
      </xsd:simpleType>
    </xsd:element>
    <xsd:element name="Notes" ma:index="22" nillable="true" ma:displayName="Notes" ma:description="Leave your notes here!" ma:format="Dropdown" ma:internalName="Notes">
      <xsd:simpleType>
        <xsd:restriction base="dms:Note">
          <xsd:maxLength value="255"/>
        </xsd:restriction>
      </xsd:simpleType>
    </xsd:element>
    <xsd:element name="lcf76f155ced4ddcb4097134ff3c332f" ma:index="24" nillable="true" ma:taxonomy="true" ma:internalName="lcf76f155ced4ddcb4097134ff3c332f" ma:taxonomyFieldName="MediaServiceImageTags" ma:displayName="Image Tags" ma:readOnly="false" ma:fieldId="{5cf76f15-5ced-4ddc-b409-7134ff3c332f}" ma:taxonomyMulti="true" ma:sspId="f5fef3c2-07a3-4532-a827-a7a99c3972e0" ma:termSetId="09814cd3-568e-fe90-9814-8d621ff8fb84" ma:anchorId="fba54fb3-c3e1-fe81-a776-ca4b69148c4d" ma:open="true" ma:isKeyword="false">
      <xsd:complexType>
        <xsd:sequence>
          <xsd:element ref="pc:Terms" minOccurs="0" maxOccurs="1"/>
        </xsd:sequence>
      </xsd:complexType>
    </xsd:element>
    <xsd:element name="Audit" ma:index="26" nillable="true" ma:displayName="Audit" ma:format="Dropdown" ma:internalName="Audit">
      <xsd:simpleType>
        <xsd:union memberTypes="dms:Text">
          <xsd:simpleType>
            <xsd:restriction base="dms:Choice">
              <xsd:enumeration value="Keep"/>
              <xsd:enumeration value="Archive"/>
              <xsd:enumeration value="Delete"/>
              <xsd:enumeration value="MyAIE"/>
            </xsd:restriction>
          </xsd:simpleType>
        </xsd:union>
      </xsd:simpleType>
    </xsd:element>
  </xsd:schema>
  <xsd:schema xmlns:xsd="http://www.w3.org/2001/XMLSchema" xmlns:xs="http://www.w3.org/2001/XMLSchema" xmlns:dms="http://schemas.microsoft.com/office/2006/documentManagement/types" xmlns:pc="http://schemas.microsoft.com/office/infopath/2007/PartnerControls" targetNamespace="4ba0a89f-8d28-45b8-8c8a-cf56563c9d8a" elementFormDefault="qualified">
    <xsd:import namespace="http://schemas.microsoft.com/office/2006/documentManagement/types"/>
    <xsd:import namespace="http://schemas.microsoft.com/office/infopath/2007/PartnerControls"/>
    <xsd:element name="SharedWithUsers" ma:index="11" nillable="true" ma:displayName="Shared With" ma:internalName="SharedWithUsers" ma:readOnly="true">
      <xsd:complexType>
        <xsd:complexContent>
          <xsd:extension base="dms:UserMulti">
            <xsd:sequence>
              <xsd:element name="UserInfo" minOccurs="0" maxOccurs="unbounded">
                <xsd:complexType>
                  <xsd:sequence>
                    <xsd:element name="DisplayName" type="xsd:string" minOccurs="0"/>
                    <xsd:element name="AccountId" type="dms:UserId" minOccurs="0" nillable="true"/>
                    <xsd:element name="AccountType" type="xsd:string" minOccurs="0"/>
                  </xsd:sequence>
                </xsd:complexType>
              </xsd:element>
            </xsd:sequence>
          </xsd:extension>
        </xsd:complexContent>
      </xsd:complexType>
    </xsd:element>
    <xsd:element name="SharedWithDetails" ma:index="12" nillable="true" ma:displayName="Shared With Details" ma:internalName="SharedWithDetails" ma:readOnly="true">
      <xsd:simpleType>
        <xsd:restriction base="dms:Note">
          <xsd:maxLength value="255"/>
        </xsd:restriction>
      </xsd:simpleType>
    </xsd:element>
    <xsd:element name="TaxCatchAll" ma:index="25" nillable="true" ma:displayName="Taxonomy Catch All Column" ma:hidden="true" ma:list="{7692cfc6-2af9-4895-ac0b-9a1573af4423}" ma:internalName="TaxCatchAll" ma:showField="CatchAllData" ma:web="4ba0a89f-8d28-45b8-8c8a-cf56563c9d8a">
      <xsd:complexType>
        <xsd:complexContent>
          <xsd:extension base="dms:MultiChoiceLookup">
            <xsd:sequence>
              <xsd:element name="Value" type="dms:Lookup" maxOccurs="unbounded" minOccurs="0" nillable="true"/>
            </xsd:sequence>
          </xsd:extension>
        </xsd:complexContent>
      </xsd:complex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Sesh xmlns="6ac566f0-206d-4bc5-bcec-ce830458d3f1" xsi:nil="true"/>
    <Notes xmlns="6ac566f0-206d-4bc5-bcec-ce830458d3f1" xsi:nil="true"/>
    <TaxCatchAll xmlns="4ba0a89f-8d28-45b8-8c8a-cf56563c9d8a" xsi:nil="true"/>
    <lcf76f155ced4ddcb4097134ff3c332f xmlns="6ac566f0-206d-4bc5-bcec-ce830458d3f1">
      <Terms xmlns="http://schemas.microsoft.com/office/infopath/2007/PartnerControls"/>
    </lcf76f155ced4ddcb4097134ff3c332f>
    <Audit xmlns="6ac566f0-206d-4bc5-bcec-ce830458d3f1" xsi:nil="true"/>
  </documentManagement>
</p:properties>
</file>

<file path=customXml/itemProps1.xml><?xml version="1.0" encoding="utf-8"?>
<ds:datastoreItem xmlns:ds="http://schemas.openxmlformats.org/officeDocument/2006/customXml" ds:itemID="{C7B00D5A-CB1F-4779-8EB9-FA4F3E341786}">
  <ds:schemaRefs>
    <ds:schemaRef ds:uri="http://schemas.microsoft.com/sharepoint/v3/contenttype/forms"/>
  </ds:schemaRefs>
</ds:datastoreItem>
</file>

<file path=customXml/itemProps2.xml><?xml version="1.0" encoding="utf-8"?>
<ds:datastoreItem xmlns:ds="http://schemas.openxmlformats.org/officeDocument/2006/customXml" ds:itemID="{58506A15-D232-456D-A8DB-1FBA77CA6DE9}">
  <ds:schemaRefs>
    <ds:schemaRef ds:uri="http://schemas.microsoft.com/office/2006/metadata/contentType"/>
    <ds:schemaRef ds:uri="http://schemas.microsoft.com/office/2006/metadata/properties/metaAttributes"/>
    <ds:schemaRef ds:uri="http://www.w3.org/2001/XMLSchema"/>
    <ds:schemaRef ds:uri="http://schemas.microsoft.com/office/2006/metadata/properties"/>
    <ds:schemaRef ds:uri="6ac566f0-206d-4bc5-bcec-ce830458d3f1"/>
    <ds:schemaRef ds:uri="4ba0a89f-8d28-45b8-8c8a-cf56563c9d8a"/>
    <ds:schemaRef ds:uri="http://schemas.microsoft.com/office/2006/documentManagement/types"/>
    <ds:schemaRef ds:uri="http://schemas.microsoft.com/office/infopath/2007/PartnerControls"/>
    <ds:schemaRef ds:uri="http://schemas.openxmlformats.org/package/2006/metadata/core-properties"/>
    <ds:schemaRef ds:uri="http://purl.org/dc/elements/1.1/"/>
    <ds:schemaRef ds:uri="http://purl.org/dc/terms/"/>
    <ds:schemaRef ds:uri="http://schemas.microsoft.com/internal/obd"/>
  </ds:schemaRefs>
</ds:datastoreItem>
</file>

<file path=customXml/itemProps3.xml><?xml version="1.0" encoding="utf-8"?>
<ds:datastoreItem xmlns:ds="http://schemas.openxmlformats.org/officeDocument/2006/customXml" ds:itemID="{2D18675E-01AF-4C5A-9726-657A19FD4397}">
  <ds:schemaRefs>
    <ds:schemaRef ds:uri="4ba0a89f-8d28-45b8-8c8a-cf56563c9d8a"/>
    <ds:schemaRef ds:uri="6ac566f0-206d-4bc5-bcec-ce830458d3f1"/>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99</TotalTime>
  <Words>2474</Words>
  <Application>Microsoft Office PowerPoint</Application>
  <PresentationFormat>On-screen Show (16:9)</PresentationFormat>
  <Paragraphs>321</Paragraphs>
  <Slides>31</Slides>
  <Notes>31</Notes>
  <HiddenSlides>0</HiddenSlides>
  <MMClips>0</MMClips>
  <ScaleCrop>false</ScaleCrop>
  <HeadingPairs>
    <vt:vector size="6" baseType="variant">
      <vt:variant>
        <vt:lpstr>Fonts Used</vt:lpstr>
      </vt:variant>
      <vt:variant>
        <vt:i4>5</vt:i4>
      </vt:variant>
      <vt:variant>
        <vt:lpstr>Theme</vt:lpstr>
      </vt:variant>
      <vt:variant>
        <vt:i4>4</vt:i4>
      </vt:variant>
      <vt:variant>
        <vt:lpstr>Slide Titles</vt:lpstr>
      </vt:variant>
      <vt:variant>
        <vt:i4>31</vt:i4>
      </vt:variant>
    </vt:vector>
  </HeadingPairs>
  <TitlesOfParts>
    <vt:vector size="40" baseType="lpstr">
      <vt:lpstr>Arial,Sans-Serif</vt:lpstr>
      <vt:lpstr>Arial</vt:lpstr>
      <vt:lpstr>Times New Roman</vt:lpstr>
      <vt:lpstr>Roboto</vt:lpstr>
      <vt:lpstr>Calibri</vt:lpstr>
      <vt:lpstr>Office Theme1</vt:lpstr>
      <vt:lpstr>Office Theme1</vt:lpstr>
      <vt:lpstr>Office Theme1</vt:lpstr>
      <vt:lpstr>Office Theme1</vt:lpstr>
      <vt:lpstr>Environment Pipeline Assessment - Game Art</vt:lpstr>
      <vt:lpstr>Introduction</vt:lpstr>
      <vt:lpstr>Brief | Environment</vt:lpstr>
      <vt:lpstr>Brief | Requirements  </vt:lpstr>
      <vt:lpstr>Submission | Guidelines</vt:lpstr>
      <vt:lpstr>Examples | Student Work</vt:lpstr>
      <vt:lpstr>PowerPoint Presentation</vt:lpstr>
      <vt:lpstr>Maintain Healthy Work Practices | WHS</vt:lpstr>
      <vt:lpstr>PowerPoint Presentation</vt:lpstr>
      <vt:lpstr>Pre-Production | Industry Research</vt:lpstr>
      <vt:lpstr>Pre-Production | Environment Description</vt:lpstr>
      <vt:lpstr>Pre-Production | Moodboard</vt:lpstr>
      <vt:lpstr>Pre-Production | Hero Asset Thumbnails</vt:lpstr>
      <vt:lpstr>Pre-Production | Asset List</vt:lpstr>
      <vt:lpstr>Pre-Production | Schedule</vt:lpstr>
      <vt:lpstr>Pre-Production | Greyboxing</vt:lpstr>
      <vt:lpstr>Pre-Production | Lighting Previsualisation</vt:lpstr>
      <vt:lpstr>Pre-Production | Paint Over</vt:lpstr>
      <vt:lpstr>Pre-Production | Peer Feedback</vt:lpstr>
      <vt:lpstr>Pre-Production | Trainer Feedback</vt:lpstr>
      <vt:lpstr>PowerPoint Presentation</vt:lpstr>
      <vt:lpstr>Production | Modelling</vt:lpstr>
      <vt:lpstr>Production | Mesh Clean Up</vt:lpstr>
      <vt:lpstr>Production | UV Unwrapping</vt:lpstr>
      <vt:lpstr>Production | Modelling/UV Feedback</vt:lpstr>
      <vt:lpstr>Production | Modelling/UV Approval</vt:lpstr>
      <vt:lpstr>Production | Texturing</vt:lpstr>
      <vt:lpstr>PowerPoint Presentation</vt:lpstr>
      <vt:lpstr>Completed Production | Presentation</vt:lpstr>
      <vt:lpstr>PowerPoint Presentation</vt:lpstr>
      <vt:lpstr>Evaluation | Post-Mortem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Modelling And Texturing Assessment 2</dc:title>
  <dc:creator>Thomas Sinclair</dc:creator>
  <cp:lastModifiedBy>Peter Donald</cp:lastModifiedBy>
  <cp:revision>50</cp:revision>
  <dcterms:modified xsi:type="dcterms:W3CDTF">2023-03-08T00:23:42Z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0x01010016F4542A8E7DD640B3BC4F081D67BD17</vt:lpwstr>
  </property>
  <property fmtid="{D5CDD505-2E9C-101B-9397-08002B2CF9AE}" pid="3" name="AuthorIds_UIVersion_2048">
    <vt:lpwstr>58</vt:lpwstr>
  </property>
  <property fmtid="{D5CDD505-2E9C-101B-9397-08002B2CF9AE}" pid="4" name="MediaServiceImageTags">
    <vt:lpwstr/>
  </property>
</Properties>
</file>