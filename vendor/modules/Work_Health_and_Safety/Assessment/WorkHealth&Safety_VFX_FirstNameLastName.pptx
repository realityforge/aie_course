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3.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4.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0" r:id="rId4"/>
    <p:sldMasterId id="2147483691" r:id="rId5"/>
    <p:sldMasterId id="2147483692" r:id="rId6"/>
    <p:sldMasterId id="2147483696" r:id="rId7"/>
    <p:sldMasterId id="2147483711" r:id="rId8"/>
  </p:sldMasterIdLst>
  <p:notesMasterIdLst>
    <p:notesMasterId r:id="rId25"/>
  </p:notesMasterIdLst>
  <p:sldIdLst>
    <p:sldId id="256" r:id="rId9"/>
    <p:sldId id="257" r:id="rId10"/>
    <p:sldId id="278" r:id="rId11"/>
    <p:sldId id="279" r:id="rId12"/>
    <p:sldId id="274" r:id="rId13"/>
    <p:sldId id="259" r:id="rId14"/>
    <p:sldId id="262" r:id="rId15"/>
    <p:sldId id="263" r:id="rId16"/>
    <p:sldId id="265" r:id="rId17"/>
    <p:sldId id="272" r:id="rId18"/>
    <p:sldId id="273" r:id="rId19"/>
    <p:sldId id="264" r:id="rId20"/>
    <p:sldId id="267" r:id="rId21"/>
    <p:sldId id="268" r:id="rId22"/>
    <p:sldId id="277" r:id="rId23"/>
    <p:sldId id="276" r:id="rId24"/>
  </p:sldIdLst>
  <p:sldSz cx="9144000" cy="5143500" type="screen16x9"/>
  <p:notesSz cx="6858000" cy="9144000"/>
  <p:embeddedFontLst>
    <p:embeddedFont>
      <p:font typeface="Calibri" panose="020F0502020204030204" pitchFamily="34" charset="0"/>
      <p:regular r:id="rId26"/>
      <p:bold r:id="rId27"/>
      <p:italic r:id="rId28"/>
      <p:boldItalic r:id="rId29"/>
    </p:embeddedFont>
    <p:embeddedFont>
      <p:font typeface="Roboto" panose="02000000000000000000" pitchFamily="2"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omas Sinclair" initials="TS" lastIdx="1" clrIdx="0">
    <p:extLst>
      <p:ext uri="{19B8F6BF-5375-455C-9EA6-DF929625EA0E}">
        <p15:presenceInfo xmlns:p15="http://schemas.microsoft.com/office/powerpoint/2012/main" userId="S::thomass@aie.edu.au::ea7e17c6-715c-40d9-8261-37f47b5b9a0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3D676"/>
    <a:srgbClr val="FFA85C"/>
    <a:srgbClr val="FFD35C"/>
    <a:srgbClr val="D9BE45"/>
    <a:srgbClr val="D6767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72F9DD-2F05-E519-4558-575CA114656D}" v="56" dt="2021-09-16T06:40:11.208"/>
    <p1510:client id="{22E9DD00-A48F-DD1D-C9B9-4E8954B87692}" v="10" dt="2021-10-14T05:43:57.807"/>
    <p1510:client id="{3BC63D1D-60C1-A840-DA63-E19011107C7A}" v="3" dt="2021-10-28T04:13:07.761"/>
    <p1510:client id="{3DFB0668-F0B4-DFC2-F1CA-896DC2385EA8}" v="3" dt="2021-09-14T02:52:08.850"/>
    <p1510:client id="{47A4B48D-39A8-C613-2005-2E3E517FE660}" v="2" dt="2021-09-16T07:27:05.225"/>
    <p1510:client id="{686389D8-EB5A-4E20-8275-42C8AAE80318}" v="2" dt="2021-09-09T01:11:45.300"/>
    <p1510:client id="{7EC5D7F8-4753-B489-A5EA-2E1CDD6DEF8F}" v="1" dt="2021-09-15T01:19:48.329"/>
    <p1510:client id="{A20ED347-A23D-2124-EB41-E112828E4927}" v="46" dt="2021-09-10T01:01:24.965"/>
    <p1510:client id="{A2DFF1F0-1677-165B-6092-3D94A12A8DFC}" v="45" dt="2021-09-08T23:12:42.546"/>
    <p1510:client id="{C6A43121-A893-2CF6-6556-E4325E9A8A05}" v="7" dt="2021-09-16T06:44:00.265"/>
    <p1510:client id="{F90B794B-3FFC-290B-CD4F-025E0321BBFE}" v="705" dt="2021-09-09T06:23:42.6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font" Target="fonts/font1.fntdata"/><Relationship Id="rId39" Type="http://schemas.microsoft.com/office/2016/11/relationships/changesInfo" Target="changesInfos/changesInfo1.xml"/><Relationship Id="rId21" Type="http://schemas.openxmlformats.org/officeDocument/2006/relationships/slide" Target="slides/slide13.xml"/><Relationship Id="rId34" Type="http://schemas.openxmlformats.org/officeDocument/2006/relationships/commentAuthors" Target="commentAuthors.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font" Target="fonts/font4.fntdata"/><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font" Target="fonts/font7.fntdata"/><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font" Target="fonts/font3.fntdata"/><Relationship Id="rId36" Type="http://schemas.openxmlformats.org/officeDocument/2006/relationships/viewProps" Target="viewProps.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font" Target="fonts/font6.fntdata"/><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presProps" Target="presProps.xml"/><Relationship Id="rId8" Type="http://schemas.openxmlformats.org/officeDocument/2006/relationships/slideMaster" Target="slideMasters/slideMaster5.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omas Sinclair" userId="S::thomass@aie.edu.au::ea7e17c6-715c-40d9-8261-37f47b5b9a01" providerId="AD" clId="Web-{27488694-42D6-437B-A417-EEB0FCB7532E}"/>
    <pc:docChg chg="addSld delSld modSld sldOrd addMainMaster">
      <pc:chgData name="Thomas Sinclair" userId="S::thomass@aie.edu.au::ea7e17c6-715c-40d9-8261-37f47b5b9a01" providerId="AD" clId="Web-{27488694-42D6-437B-A417-EEB0FCB7532E}" dt="2021-08-12T01:51:19.433" v="2139"/>
      <pc:docMkLst>
        <pc:docMk/>
      </pc:docMkLst>
      <pc:sldChg chg="del">
        <pc:chgData name="Thomas Sinclair" userId="S::thomass@aie.edu.au::ea7e17c6-715c-40d9-8261-37f47b5b9a01" providerId="AD" clId="Web-{27488694-42D6-437B-A417-EEB0FCB7532E}" dt="2021-08-11T23:49:45.385" v="942"/>
        <pc:sldMkLst>
          <pc:docMk/>
          <pc:sldMk cId="0" sldId="260"/>
        </pc:sldMkLst>
      </pc:sldChg>
      <pc:sldChg chg="addSp delSp modSp">
        <pc:chgData name="Thomas Sinclair" userId="S::thomass@aie.edu.au::ea7e17c6-715c-40d9-8261-37f47b5b9a01" providerId="AD" clId="Web-{27488694-42D6-437B-A417-EEB0FCB7532E}" dt="2021-08-12T01:46:22.489" v="2009"/>
        <pc:sldMkLst>
          <pc:docMk/>
          <pc:sldMk cId="1599177151" sldId="264"/>
        </pc:sldMkLst>
        <pc:spChg chg="add del mod">
          <ac:chgData name="Thomas Sinclair" userId="S::thomass@aie.edu.au::ea7e17c6-715c-40d9-8261-37f47b5b9a01" providerId="AD" clId="Web-{27488694-42D6-437B-A417-EEB0FCB7532E}" dt="2021-08-11T23:34:56.207" v="720"/>
          <ac:spMkLst>
            <pc:docMk/>
            <pc:sldMk cId="1599177151" sldId="264"/>
            <ac:spMk id="3" creationId="{131265F8-0B2C-43E0-9185-04FEB95332BC}"/>
          </ac:spMkLst>
        </pc:spChg>
        <pc:spChg chg="add mod">
          <ac:chgData name="Thomas Sinclair" userId="S::thomass@aie.edu.au::ea7e17c6-715c-40d9-8261-37f47b5b9a01" providerId="AD" clId="Web-{27488694-42D6-437B-A417-EEB0FCB7532E}" dt="2021-08-12T00:44:48.085" v="1599" actId="20577"/>
          <ac:spMkLst>
            <pc:docMk/>
            <pc:sldMk cId="1599177151" sldId="264"/>
            <ac:spMk id="8" creationId="{0F2D94E3-89FC-42C5-AC72-FB1BC792FA7D}"/>
          </ac:spMkLst>
        </pc:spChg>
        <pc:spChg chg="mod">
          <ac:chgData name="Thomas Sinclair" userId="S::thomass@aie.edu.au::ea7e17c6-715c-40d9-8261-37f47b5b9a01" providerId="AD" clId="Web-{27488694-42D6-437B-A417-EEB0FCB7532E}" dt="2021-08-12T00:54:40.699" v="1775" actId="20577"/>
          <ac:spMkLst>
            <pc:docMk/>
            <pc:sldMk cId="1599177151" sldId="264"/>
            <ac:spMk id="270" creationId="{00000000-0000-0000-0000-000000000000}"/>
          </ac:spMkLst>
        </pc:spChg>
        <pc:spChg chg="del mod">
          <ac:chgData name="Thomas Sinclair" userId="S::thomass@aie.edu.au::ea7e17c6-715c-40d9-8261-37f47b5b9a01" providerId="AD" clId="Web-{27488694-42D6-437B-A417-EEB0FCB7532E}" dt="2021-08-11T23:34:53.050" v="719"/>
          <ac:spMkLst>
            <pc:docMk/>
            <pc:sldMk cId="1599177151" sldId="264"/>
            <ac:spMk id="271" creationId="{00000000-0000-0000-0000-000000000000}"/>
          </ac:spMkLst>
        </pc:spChg>
        <pc:graphicFrameChg chg="add mod modGraphic">
          <ac:chgData name="Thomas Sinclair" userId="S::thomass@aie.edu.au::ea7e17c6-715c-40d9-8261-37f47b5b9a01" providerId="AD" clId="Web-{27488694-42D6-437B-A417-EEB0FCB7532E}" dt="2021-08-12T01:02:03.929" v="1854"/>
          <ac:graphicFrameMkLst>
            <pc:docMk/>
            <pc:sldMk cId="1599177151" sldId="264"/>
            <ac:graphicFrameMk id="5" creationId="{517A1754-E245-4B3C-872F-897FC14A96AA}"/>
          </ac:graphicFrameMkLst>
        </pc:graphicFrameChg>
        <pc:graphicFrameChg chg="mod modGraphic">
          <ac:chgData name="Thomas Sinclair" userId="S::thomass@aie.edu.au::ea7e17c6-715c-40d9-8261-37f47b5b9a01" providerId="AD" clId="Web-{27488694-42D6-437B-A417-EEB0FCB7532E}" dt="2021-08-12T01:46:22.489" v="2009"/>
          <ac:graphicFrameMkLst>
            <pc:docMk/>
            <pc:sldMk cId="1599177151" sldId="264"/>
            <ac:graphicFrameMk id="6" creationId="{B705625E-947A-493F-9E40-DEC8F49CB570}"/>
          </ac:graphicFrameMkLst>
        </pc:graphicFrameChg>
        <pc:graphicFrameChg chg="add mod modGraphic">
          <ac:chgData name="Thomas Sinclair" userId="S::thomass@aie.edu.au::ea7e17c6-715c-40d9-8261-37f47b5b9a01" providerId="AD" clId="Web-{27488694-42D6-437B-A417-EEB0FCB7532E}" dt="2021-08-12T01:01:36.365" v="1853" actId="1076"/>
          <ac:graphicFrameMkLst>
            <pc:docMk/>
            <pc:sldMk cId="1599177151" sldId="264"/>
            <ac:graphicFrameMk id="9" creationId="{0CEB1652-2590-4A61-91C6-340221343AEA}"/>
          </ac:graphicFrameMkLst>
        </pc:graphicFrameChg>
      </pc:sldChg>
      <pc:sldChg chg="addSp delSp modSp">
        <pc:chgData name="Thomas Sinclair" userId="S::thomass@aie.edu.au::ea7e17c6-715c-40d9-8261-37f47b5b9a01" providerId="AD" clId="Web-{27488694-42D6-437B-A417-EEB0FCB7532E}" dt="2021-08-12T01:51:19.433" v="2139"/>
        <pc:sldMkLst>
          <pc:docMk/>
          <pc:sldMk cId="3543835949" sldId="267"/>
        </pc:sldMkLst>
        <pc:spChg chg="add del mod">
          <ac:chgData name="Thomas Sinclair" userId="S::thomass@aie.edu.au::ea7e17c6-715c-40d9-8261-37f47b5b9a01" providerId="AD" clId="Web-{27488694-42D6-437B-A417-EEB0FCB7532E}" dt="2021-08-12T00:49:05.335" v="1691"/>
          <ac:spMkLst>
            <pc:docMk/>
            <pc:sldMk cId="3543835949" sldId="267"/>
            <ac:spMk id="3" creationId="{E7EAD91B-3992-4A0B-B982-BFA5B5249B23}"/>
          </ac:spMkLst>
        </pc:spChg>
        <pc:spChg chg="add mod">
          <ac:chgData name="Thomas Sinclair" userId="S::thomass@aie.edu.au::ea7e17c6-715c-40d9-8261-37f47b5b9a01" providerId="AD" clId="Web-{27488694-42D6-437B-A417-EEB0FCB7532E}" dt="2021-08-12T00:51:47.860" v="1761" actId="20577"/>
          <ac:spMkLst>
            <pc:docMk/>
            <pc:sldMk cId="3543835949" sldId="267"/>
            <ac:spMk id="4" creationId="{89B6003B-F3DC-4FC5-97AF-24D6042512BB}"/>
          </ac:spMkLst>
        </pc:spChg>
        <pc:spChg chg="mod">
          <ac:chgData name="Thomas Sinclair" userId="S::thomass@aie.edu.au::ea7e17c6-715c-40d9-8261-37f47b5b9a01" providerId="AD" clId="Web-{27488694-42D6-437B-A417-EEB0FCB7532E}" dt="2021-08-12T00:53:56.962" v="1768" actId="20577"/>
          <ac:spMkLst>
            <pc:docMk/>
            <pc:sldMk cId="3543835949" sldId="267"/>
            <ac:spMk id="270" creationId="{00000000-0000-0000-0000-000000000000}"/>
          </ac:spMkLst>
        </pc:spChg>
        <pc:spChg chg="del">
          <ac:chgData name="Thomas Sinclair" userId="S::thomass@aie.edu.au::ea7e17c6-715c-40d9-8261-37f47b5b9a01" providerId="AD" clId="Web-{27488694-42D6-437B-A417-EEB0FCB7532E}" dt="2021-08-12T00:49:02.085" v="1690"/>
          <ac:spMkLst>
            <pc:docMk/>
            <pc:sldMk cId="3543835949" sldId="267"/>
            <ac:spMk id="271" creationId="{00000000-0000-0000-0000-000000000000}"/>
          </ac:spMkLst>
        </pc:spChg>
        <pc:graphicFrameChg chg="mod modGraphic">
          <ac:chgData name="Thomas Sinclair" userId="S::thomass@aie.edu.au::ea7e17c6-715c-40d9-8261-37f47b5b9a01" providerId="AD" clId="Web-{27488694-42D6-437B-A417-EEB0FCB7532E}" dt="2021-08-12T01:51:19.433" v="2139"/>
          <ac:graphicFrameMkLst>
            <pc:docMk/>
            <pc:sldMk cId="3543835949" sldId="267"/>
            <ac:graphicFrameMk id="6" creationId="{B705625E-947A-493F-9E40-DEC8F49CB570}"/>
          </ac:graphicFrameMkLst>
        </pc:graphicFrameChg>
      </pc:sldChg>
      <pc:sldChg chg="modSp">
        <pc:chgData name="Thomas Sinclair" userId="S::thomass@aie.edu.au::ea7e17c6-715c-40d9-8261-37f47b5b9a01" providerId="AD" clId="Web-{27488694-42D6-437B-A417-EEB0FCB7532E}" dt="2021-08-12T01:02:47.401" v="1855" actId="20577"/>
        <pc:sldMkLst>
          <pc:docMk/>
          <pc:sldMk cId="2919946449" sldId="268"/>
        </pc:sldMkLst>
        <pc:spChg chg="mod">
          <ac:chgData name="Thomas Sinclair" userId="S::thomass@aie.edu.au::ea7e17c6-715c-40d9-8261-37f47b5b9a01" providerId="AD" clId="Web-{27488694-42D6-437B-A417-EEB0FCB7532E}" dt="2021-08-12T01:02:47.401" v="1855" actId="20577"/>
          <ac:spMkLst>
            <pc:docMk/>
            <pc:sldMk cId="2919946449" sldId="268"/>
            <ac:spMk id="270" creationId="{00000000-0000-0000-0000-000000000000}"/>
          </ac:spMkLst>
        </pc:spChg>
      </pc:sldChg>
      <pc:sldChg chg="modSp add ord">
        <pc:chgData name="Thomas Sinclair" userId="S::thomass@aie.edu.au::ea7e17c6-715c-40d9-8261-37f47b5b9a01" providerId="AD" clId="Web-{27488694-42D6-437B-A417-EEB0FCB7532E}" dt="2021-08-11T23:14:17.882" v="19"/>
        <pc:sldMkLst>
          <pc:docMk/>
          <pc:sldMk cId="3336099902" sldId="269"/>
        </pc:sldMkLst>
        <pc:spChg chg="mod">
          <ac:chgData name="Thomas Sinclair" userId="S::thomass@aie.edu.au::ea7e17c6-715c-40d9-8261-37f47b5b9a01" providerId="AD" clId="Web-{27488694-42D6-437B-A417-EEB0FCB7532E}" dt="2021-08-11T23:12:49.111" v="17" actId="20577"/>
          <ac:spMkLst>
            <pc:docMk/>
            <pc:sldMk cId="3336099902" sldId="269"/>
            <ac:spMk id="5" creationId="{7CC2A167-665B-4844-AF42-C94D388384EA}"/>
          </ac:spMkLst>
        </pc:spChg>
        <pc:picChg chg="mod modCrop">
          <ac:chgData name="Thomas Sinclair" userId="S::thomass@aie.edu.au::ea7e17c6-715c-40d9-8261-37f47b5b9a01" providerId="AD" clId="Web-{27488694-42D6-437B-A417-EEB0FCB7532E}" dt="2021-08-11T23:11:47.936" v="6"/>
          <ac:picMkLst>
            <pc:docMk/>
            <pc:sldMk cId="3336099902" sldId="269"/>
            <ac:picMk id="4" creationId="{0ADEBB8F-AAF0-4A3A-8792-9BAB5571CEB4}"/>
          </ac:picMkLst>
        </pc:picChg>
      </pc:sldChg>
      <pc:sldMasterChg chg="add addSldLayout">
        <pc:chgData name="Thomas Sinclair" userId="S::thomass@aie.edu.au::ea7e17c6-715c-40d9-8261-37f47b5b9a01" providerId="AD" clId="Web-{27488694-42D6-437B-A417-EEB0FCB7532E}" dt="2021-08-11T23:02:54.029" v="0"/>
        <pc:sldMasterMkLst>
          <pc:docMk/>
          <pc:sldMasterMk cId="0" sldId="2147483692"/>
        </pc:sldMasterMkLst>
        <pc:sldLayoutChg chg="add">
          <pc:chgData name="Thomas Sinclair" userId="S::thomass@aie.edu.au::ea7e17c6-715c-40d9-8261-37f47b5b9a01" providerId="AD" clId="Web-{27488694-42D6-437B-A417-EEB0FCB7532E}" dt="2021-08-11T23:02:54.029" v="0"/>
          <pc:sldLayoutMkLst>
            <pc:docMk/>
            <pc:sldMasterMk cId="0" sldId="2147483692"/>
            <pc:sldLayoutMk cId="0" sldId="2147483648"/>
          </pc:sldLayoutMkLst>
        </pc:sldLayoutChg>
        <pc:sldLayoutChg chg="add">
          <pc:chgData name="Thomas Sinclair" userId="S::thomass@aie.edu.au::ea7e17c6-715c-40d9-8261-37f47b5b9a01" providerId="AD" clId="Web-{27488694-42D6-437B-A417-EEB0FCB7532E}" dt="2021-08-11T23:02:54.029" v="0"/>
          <pc:sldLayoutMkLst>
            <pc:docMk/>
            <pc:sldMasterMk cId="0" sldId="2147483692"/>
            <pc:sldLayoutMk cId="0" sldId="2147483649"/>
          </pc:sldLayoutMkLst>
        </pc:sldLayoutChg>
        <pc:sldLayoutChg chg="add">
          <pc:chgData name="Thomas Sinclair" userId="S::thomass@aie.edu.au::ea7e17c6-715c-40d9-8261-37f47b5b9a01" providerId="AD" clId="Web-{27488694-42D6-437B-A417-EEB0FCB7532E}" dt="2021-08-11T23:02:54.029" v="0"/>
          <pc:sldLayoutMkLst>
            <pc:docMk/>
            <pc:sldMasterMk cId="0" sldId="2147483692"/>
            <pc:sldLayoutMk cId="0" sldId="2147483650"/>
          </pc:sldLayoutMkLst>
        </pc:sldLayoutChg>
        <pc:sldLayoutChg chg="add">
          <pc:chgData name="Thomas Sinclair" userId="S::thomass@aie.edu.au::ea7e17c6-715c-40d9-8261-37f47b5b9a01" providerId="AD" clId="Web-{27488694-42D6-437B-A417-EEB0FCB7532E}" dt="2021-08-11T23:02:54.029" v="0"/>
          <pc:sldLayoutMkLst>
            <pc:docMk/>
            <pc:sldMasterMk cId="0" sldId="2147483692"/>
            <pc:sldLayoutMk cId="0" sldId="2147483651"/>
          </pc:sldLayoutMkLst>
        </pc:sldLayoutChg>
        <pc:sldLayoutChg chg="add">
          <pc:chgData name="Thomas Sinclair" userId="S::thomass@aie.edu.au::ea7e17c6-715c-40d9-8261-37f47b5b9a01" providerId="AD" clId="Web-{27488694-42D6-437B-A417-EEB0FCB7532E}" dt="2021-08-11T23:02:54.029" v="0"/>
          <pc:sldLayoutMkLst>
            <pc:docMk/>
            <pc:sldMasterMk cId="0" sldId="2147483692"/>
            <pc:sldLayoutMk cId="0" sldId="2147483652"/>
          </pc:sldLayoutMkLst>
        </pc:sldLayoutChg>
        <pc:sldLayoutChg chg="add">
          <pc:chgData name="Thomas Sinclair" userId="S::thomass@aie.edu.au::ea7e17c6-715c-40d9-8261-37f47b5b9a01" providerId="AD" clId="Web-{27488694-42D6-437B-A417-EEB0FCB7532E}" dt="2021-08-11T23:02:54.029" v="0"/>
          <pc:sldLayoutMkLst>
            <pc:docMk/>
            <pc:sldMasterMk cId="0" sldId="2147483692"/>
            <pc:sldLayoutMk cId="0" sldId="2147483653"/>
          </pc:sldLayoutMkLst>
        </pc:sldLayoutChg>
        <pc:sldLayoutChg chg="add">
          <pc:chgData name="Thomas Sinclair" userId="S::thomass@aie.edu.au::ea7e17c6-715c-40d9-8261-37f47b5b9a01" providerId="AD" clId="Web-{27488694-42D6-437B-A417-EEB0FCB7532E}" dt="2021-08-11T23:02:54.029" v="0"/>
          <pc:sldLayoutMkLst>
            <pc:docMk/>
            <pc:sldMasterMk cId="0" sldId="2147483692"/>
            <pc:sldLayoutMk cId="0" sldId="2147483654"/>
          </pc:sldLayoutMkLst>
        </pc:sldLayoutChg>
        <pc:sldLayoutChg chg="add">
          <pc:chgData name="Thomas Sinclair" userId="S::thomass@aie.edu.au::ea7e17c6-715c-40d9-8261-37f47b5b9a01" providerId="AD" clId="Web-{27488694-42D6-437B-A417-EEB0FCB7532E}" dt="2021-08-11T23:02:54.029" v="0"/>
          <pc:sldLayoutMkLst>
            <pc:docMk/>
            <pc:sldMasterMk cId="0" sldId="2147483692"/>
            <pc:sldLayoutMk cId="0" sldId="2147483655"/>
          </pc:sldLayoutMkLst>
        </pc:sldLayoutChg>
        <pc:sldLayoutChg chg="add">
          <pc:chgData name="Thomas Sinclair" userId="S::thomass@aie.edu.au::ea7e17c6-715c-40d9-8261-37f47b5b9a01" providerId="AD" clId="Web-{27488694-42D6-437B-A417-EEB0FCB7532E}" dt="2021-08-11T23:02:54.029" v="0"/>
          <pc:sldLayoutMkLst>
            <pc:docMk/>
            <pc:sldMasterMk cId="0" sldId="2147483692"/>
            <pc:sldLayoutMk cId="0" sldId="2147483656"/>
          </pc:sldLayoutMkLst>
        </pc:sldLayoutChg>
        <pc:sldLayoutChg chg="add">
          <pc:chgData name="Thomas Sinclair" userId="S::thomass@aie.edu.au::ea7e17c6-715c-40d9-8261-37f47b5b9a01" providerId="AD" clId="Web-{27488694-42D6-437B-A417-EEB0FCB7532E}" dt="2021-08-11T23:02:54.029" v="0"/>
          <pc:sldLayoutMkLst>
            <pc:docMk/>
            <pc:sldMasterMk cId="0" sldId="2147483692"/>
            <pc:sldLayoutMk cId="0" sldId="2147483657"/>
          </pc:sldLayoutMkLst>
        </pc:sldLayoutChg>
        <pc:sldLayoutChg chg="add">
          <pc:chgData name="Thomas Sinclair" userId="S::thomass@aie.edu.au::ea7e17c6-715c-40d9-8261-37f47b5b9a01" providerId="AD" clId="Web-{27488694-42D6-437B-A417-EEB0FCB7532E}" dt="2021-08-11T23:02:54.029" v="0"/>
          <pc:sldLayoutMkLst>
            <pc:docMk/>
            <pc:sldMasterMk cId="0" sldId="2147483692"/>
            <pc:sldLayoutMk cId="0" sldId="2147483658"/>
          </pc:sldLayoutMkLst>
        </pc:sldLayoutChg>
        <pc:sldLayoutChg chg="add">
          <pc:chgData name="Thomas Sinclair" userId="S::thomass@aie.edu.au::ea7e17c6-715c-40d9-8261-37f47b5b9a01" providerId="AD" clId="Web-{27488694-42D6-437B-A417-EEB0FCB7532E}" dt="2021-08-11T23:02:54.029" v="0"/>
          <pc:sldLayoutMkLst>
            <pc:docMk/>
            <pc:sldMasterMk cId="0" sldId="2147483692"/>
            <pc:sldLayoutMk cId="0" sldId="2147483693"/>
          </pc:sldLayoutMkLst>
        </pc:sldLayoutChg>
        <pc:sldLayoutChg chg="add">
          <pc:chgData name="Thomas Sinclair" userId="S::thomass@aie.edu.au::ea7e17c6-715c-40d9-8261-37f47b5b9a01" providerId="AD" clId="Web-{27488694-42D6-437B-A417-EEB0FCB7532E}" dt="2021-08-11T23:02:54.029" v="0"/>
          <pc:sldLayoutMkLst>
            <pc:docMk/>
            <pc:sldMasterMk cId="0" sldId="2147483692"/>
            <pc:sldLayoutMk cId="0" sldId="2147483694"/>
          </pc:sldLayoutMkLst>
        </pc:sldLayoutChg>
        <pc:sldLayoutChg chg="add">
          <pc:chgData name="Thomas Sinclair" userId="S::thomass@aie.edu.au::ea7e17c6-715c-40d9-8261-37f47b5b9a01" providerId="AD" clId="Web-{27488694-42D6-437B-A417-EEB0FCB7532E}" dt="2021-08-11T23:02:54.029" v="0"/>
          <pc:sldLayoutMkLst>
            <pc:docMk/>
            <pc:sldMasterMk cId="0" sldId="2147483692"/>
            <pc:sldLayoutMk cId="0" sldId="2147483695"/>
          </pc:sldLayoutMkLst>
        </pc:sldLayoutChg>
      </pc:sldMasterChg>
    </pc:docChg>
  </pc:docChgLst>
  <pc:docChgLst>
    <pc:chgData name="Heath Freeland" userId="c64ea565-dca3-4ff1-8c6f-7942f481ecf6" providerId="ADAL" clId="{686389D8-EB5A-4E20-8275-42C8AAE80318}"/>
    <pc:docChg chg="modSld">
      <pc:chgData name="Heath Freeland" userId="c64ea565-dca3-4ff1-8c6f-7942f481ecf6" providerId="ADAL" clId="{686389D8-EB5A-4E20-8275-42C8AAE80318}" dt="2021-09-09T01:11:45.300" v="1" actId="108"/>
      <pc:docMkLst>
        <pc:docMk/>
      </pc:docMkLst>
      <pc:sldChg chg="modSp mod">
        <pc:chgData name="Heath Freeland" userId="c64ea565-dca3-4ff1-8c6f-7942f481ecf6" providerId="ADAL" clId="{686389D8-EB5A-4E20-8275-42C8AAE80318}" dt="2021-09-09T01:11:45.300" v="1" actId="108"/>
        <pc:sldMkLst>
          <pc:docMk/>
          <pc:sldMk cId="3543835949" sldId="267"/>
        </pc:sldMkLst>
        <pc:graphicFrameChg chg="mod modGraphic">
          <ac:chgData name="Heath Freeland" userId="c64ea565-dca3-4ff1-8c6f-7942f481ecf6" providerId="ADAL" clId="{686389D8-EB5A-4E20-8275-42C8AAE80318}" dt="2021-09-09T01:11:45.300" v="1" actId="108"/>
          <ac:graphicFrameMkLst>
            <pc:docMk/>
            <pc:sldMk cId="3543835949" sldId="267"/>
            <ac:graphicFrameMk id="6" creationId="{B705625E-947A-493F-9E40-DEC8F49CB570}"/>
          </ac:graphicFrameMkLst>
        </pc:graphicFrameChg>
      </pc:sldChg>
    </pc:docChg>
  </pc:docChgLst>
  <pc:docChgLst>
    <pc:chgData name="Thomas Sinclair" userId="S::thomass@aie.edu.au::ea7e17c6-715c-40d9-8261-37f47b5b9a01" providerId="AD" clId="Web-{906C13B9-0899-5877-7D1F-3E16DE2A6A54}"/>
    <pc:docChg chg="delSld">
      <pc:chgData name="Thomas Sinclair" userId="S::thomass@aie.edu.au::ea7e17c6-715c-40d9-8261-37f47b5b9a01" providerId="AD" clId="Web-{906C13B9-0899-5877-7D1F-3E16DE2A6A54}" dt="2020-02-23T23:42:50.562" v="0"/>
      <pc:docMkLst>
        <pc:docMk/>
      </pc:docMkLst>
      <pc:sldChg chg="del">
        <pc:chgData name="Thomas Sinclair" userId="S::thomass@aie.edu.au::ea7e17c6-715c-40d9-8261-37f47b5b9a01" providerId="AD" clId="Web-{906C13B9-0899-5877-7D1F-3E16DE2A6A54}" dt="2020-02-23T23:42:50.562" v="0"/>
        <pc:sldMkLst>
          <pc:docMk/>
          <pc:sldMk cId="2763069318" sldId="262"/>
        </pc:sldMkLst>
      </pc:sldChg>
    </pc:docChg>
  </pc:docChgLst>
  <pc:docChgLst>
    <pc:chgData name="Patrick Delmastro" userId="S::patrick.delmastro@aie.edu.au::80153e81-cca5-4785-8329-c43569ff9011" providerId="AD" clId="Web-{7EC5D7F8-4753-B489-A5EA-2E1CDD6DEF8F}"/>
    <pc:docChg chg="modSld">
      <pc:chgData name="Patrick Delmastro" userId="S::patrick.delmastro@aie.edu.au::80153e81-cca5-4785-8329-c43569ff9011" providerId="AD" clId="Web-{7EC5D7F8-4753-B489-A5EA-2E1CDD6DEF8F}" dt="2021-09-15T01:19:48.329" v="0"/>
      <pc:docMkLst>
        <pc:docMk/>
      </pc:docMkLst>
      <pc:sldChg chg="delSp">
        <pc:chgData name="Patrick Delmastro" userId="S::patrick.delmastro@aie.edu.au::80153e81-cca5-4785-8329-c43569ff9011" providerId="AD" clId="Web-{7EC5D7F8-4753-B489-A5EA-2E1CDD6DEF8F}" dt="2021-09-15T01:19:48.329" v="0"/>
        <pc:sldMkLst>
          <pc:docMk/>
          <pc:sldMk cId="0" sldId="256"/>
        </pc:sldMkLst>
        <pc:spChg chg="del">
          <ac:chgData name="Patrick Delmastro" userId="S::patrick.delmastro@aie.edu.au::80153e81-cca5-4785-8329-c43569ff9011" providerId="AD" clId="Web-{7EC5D7F8-4753-B489-A5EA-2E1CDD6DEF8F}" dt="2021-09-15T01:19:48.329" v="0"/>
          <ac:spMkLst>
            <pc:docMk/>
            <pc:sldMk cId="0" sldId="256"/>
            <ac:spMk id="251" creationId="{00000000-0000-0000-0000-000000000000}"/>
          </ac:spMkLst>
        </pc:spChg>
      </pc:sldChg>
    </pc:docChg>
  </pc:docChgLst>
  <pc:docChgLst>
    <pc:chgData name="Thomas Sinclair" userId="S::thomass@aie.edu.au::ea7e17c6-715c-40d9-8261-37f47b5b9a01" providerId="AD" clId="Web-{0757107C-A9A9-415F-B8E0-63F8A939E490}"/>
    <pc:docChg chg="modSld">
      <pc:chgData name="Thomas Sinclair" userId="S::thomass@aie.edu.au::ea7e17c6-715c-40d9-8261-37f47b5b9a01" providerId="AD" clId="Web-{0757107C-A9A9-415F-B8E0-63F8A939E490}" dt="2021-08-12T02:16:33.321" v="50"/>
      <pc:docMkLst>
        <pc:docMk/>
      </pc:docMkLst>
      <pc:sldChg chg="modSp">
        <pc:chgData name="Thomas Sinclair" userId="S::thomass@aie.edu.au::ea7e17c6-715c-40d9-8261-37f47b5b9a01" providerId="AD" clId="Web-{0757107C-A9A9-415F-B8E0-63F8A939E490}" dt="2021-08-12T02:16:33.321" v="50"/>
        <pc:sldMkLst>
          <pc:docMk/>
          <pc:sldMk cId="3543835949" sldId="267"/>
        </pc:sldMkLst>
        <pc:graphicFrameChg chg="mod modGraphic">
          <ac:chgData name="Thomas Sinclair" userId="S::thomass@aie.edu.au::ea7e17c6-715c-40d9-8261-37f47b5b9a01" providerId="AD" clId="Web-{0757107C-A9A9-415F-B8E0-63F8A939E490}" dt="2021-08-12T02:16:33.321" v="50"/>
          <ac:graphicFrameMkLst>
            <pc:docMk/>
            <pc:sldMk cId="3543835949" sldId="267"/>
            <ac:graphicFrameMk id="6" creationId="{B705625E-947A-493F-9E40-DEC8F49CB570}"/>
          </ac:graphicFrameMkLst>
        </pc:graphicFrameChg>
      </pc:sldChg>
    </pc:docChg>
  </pc:docChgLst>
  <pc:docChgLst>
    <pc:chgData name="Thomas Sinclair" userId="S::thomass@aie.edu.au::ea7e17c6-715c-40d9-8261-37f47b5b9a01" providerId="AD" clId="Web-{F30A4218-D558-283A-F293-A8F58BC5512C}"/>
    <pc:docChg chg="addSld delSld modSld sldOrd addMainMaster">
      <pc:chgData name="Thomas Sinclair" userId="S::thomass@aie.edu.au::ea7e17c6-715c-40d9-8261-37f47b5b9a01" providerId="AD" clId="Web-{F30A4218-D558-283A-F293-A8F58BC5512C}" dt="2021-07-29T07:23:29.223" v="965" actId="20577"/>
      <pc:docMkLst>
        <pc:docMk/>
      </pc:docMkLst>
      <pc:sldChg chg="modSp">
        <pc:chgData name="Thomas Sinclair" userId="S::thomass@aie.edu.au::ea7e17c6-715c-40d9-8261-37f47b5b9a01" providerId="AD" clId="Web-{F30A4218-D558-283A-F293-A8F58BC5512C}" dt="2021-07-29T04:41:17.587" v="339" actId="20577"/>
        <pc:sldMkLst>
          <pc:docMk/>
          <pc:sldMk cId="0" sldId="257"/>
        </pc:sldMkLst>
        <pc:spChg chg="mod">
          <ac:chgData name="Thomas Sinclair" userId="S::thomass@aie.edu.au::ea7e17c6-715c-40d9-8261-37f47b5b9a01" providerId="AD" clId="Web-{F30A4218-D558-283A-F293-A8F58BC5512C}" dt="2021-07-29T04:41:17.587" v="339" actId="20577"/>
          <ac:spMkLst>
            <pc:docMk/>
            <pc:sldMk cId="0" sldId="257"/>
            <ac:spMk id="258" creationId="{00000000-0000-0000-0000-000000000000}"/>
          </ac:spMkLst>
        </pc:spChg>
      </pc:sldChg>
      <pc:sldChg chg="modSp">
        <pc:chgData name="Thomas Sinclair" userId="S::thomass@aie.edu.au::ea7e17c6-715c-40d9-8261-37f47b5b9a01" providerId="AD" clId="Web-{F30A4218-D558-283A-F293-A8F58BC5512C}" dt="2021-07-29T04:27:03.226" v="250" actId="20577"/>
        <pc:sldMkLst>
          <pc:docMk/>
          <pc:sldMk cId="0" sldId="258"/>
        </pc:sldMkLst>
        <pc:spChg chg="mod">
          <ac:chgData name="Thomas Sinclair" userId="S::thomass@aie.edu.au::ea7e17c6-715c-40d9-8261-37f47b5b9a01" providerId="AD" clId="Web-{F30A4218-D558-283A-F293-A8F58BC5512C}" dt="2021-07-29T04:27:03.226" v="250" actId="20577"/>
          <ac:spMkLst>
            <pc:docMk/>
            <pc:sldMk cId="0" sldId="258"/>
            <ac:spMk id="264" creationId="{00000000-0000-0000-0000-000000000000}"/>
          </ac:spMkLst>
        </pc:spChg>
      </pc:sldChg>
      <pc:sldChg chg="modSp">
        <pc:chgData name="Thomas Sinclair" userId="S::thomass@aie.edu.au::ea7e17c6-715c-40d9-8261-37f47b5b9a01" providerId="AD" clId="Web-{F30A4218-D558-283A-F293-A8F58BC5512C}" dt="2021-07-29T04:39:10.022" v="319" actId="20577"/>
        <pc:sldMkLst>
          <pc:docMk/>
          <pc:sldMk cId="0" sldId="259"/>
        </pc:sldMkLst>
        <pc:spChg chg="mod">
          <ac:chgData name="Thomas Sinclair" userId="S::thomass@aie.edu.au::ea7e17c6-715c-40d9-8261-37f47b5b9a01" providerId="AD" clId="Web-{F30A4218-D558-283A-F293-A8F58BC5512C}" dt="2021-07-29T04:29:49.698" v="278" actId="20577"/>
          <ac:spMkLst>
            <pc:docMk/>
            <pc:sldMk cId="0" sldId="259"/>
            <ac:spMk id="270" creationId="{00000000-0000-0000-0000-000000000000}"/>
          </ac:spMkLst>
        </pc:spChg>
        <pc:spChg chg="mod">
          <ac:chgData name="Thomas Sinclair" userId="S::thomass@aie.edu.au::ea7e17c6-715c-40d9-8261-37f47b5b9a01" providerId="AD" clId="Web-{F30A4218-D558-283A-F293-A8F58BC5512C}" dt="2021-07-29T04:39:10.022" v="319" actId="20577"/>
          <ac:spMkLst>
            <pc:docMk/>
            <pc:sldMk cId="0" sldId="259"/>
            <ac:spMk id="271" creationId="{00000000-0000-0000-0000-000000000000}"/>
          </ac:spMkLst>
        </pc:spChg>
        <pc:spChg chg="mod">
          <ac:chgData name="Thomas Sinclair" userId="S::thomass@aie.edu.au::ea7e17c6-715c-40d9-8261-37f47b5b9a01" providerId="AD" clId="Web-{F30A4218-D558-283A-F293-A8F58BC5512C}" dt="2021-07-29T04:22:37.283" v="195" actId="20577"/>
          <ac:spMkLst>
            <pc:docMk/>
            <pc:sldMk cId="0" sldId="259"/>
            <ac:spMk id="272" creationId="{00000000-0000-0000-0000-000000000000}"/>
          </ac:spMkLst>
        </pc:spChg>
      </pc:sldChg>
      <pc:sldChg chg="delSp modSp">
        <pc:chgData name="Thomas Sinclair" userId="S::thomass@aie.edu.au::ea7e17c6-715c-40d9-8261-37f47b5b9a01" providerId="AD" clId="Web-{F30A4218-D558-283A-F293-A8F58BC5512C}" dt="2021-07-29T04:25:36.568" v="248" actId="20577"/>
        <pc:sldMkLst>
          <pc:docMk/>
          <pc:sldMk cId="0" sldId="261"/>
        </pc:sldMkLst>
        <pc:spChg chg="mod">
          <ac:chgData name="Thomas Sinclair" userId="S::thomass@aie.edu.au::ea7e17c6-715c-40d9-8261-37f47b5b9a01" providerId="AD" clId="Web-{F30A4218-D558-283A-F293-A8F58BC5512C}" dt="2021-07-29T04:25:36.568" v="248" actId="20577"/>
          <ac:spMkLst>
            <pc:docMk/>
            <pc:sldMk cId="0" sldId="261"/>
            <ac:spMk id="286" creationId="{00000000-0000-0000-0000-000000000000}"/>
          </ac:spMkLst>
        </pc:spChg>
        <pc:spChg chg="del">
          <ac:chgData name="Thomas Sinclair" userId="S::thomass@aie.edu.au::ea7e17c6-715c-40d9-8261-37f47b5b9a01" providerId="AD" clId="Web-{F30A4218-D558-283A-F293-A8F58BC5512C}" dt="2021-07-29T04:25:19.083" v="247"/>
          <ac:spMkLst>
            <pc:docMk/>
            <pc:sldMk cId="0" sldId="261"/>
            <ac:spMk id="288" creationId="{00000000-0000-0000-0000-000000000000}"/>
          </ac:spMkLst>
        </pc:spChg>
      </pc:sldChg>
      <pc:sldChg chg="delSp modSp add replId">
        <pc:chgData name="Thomas Sinclair" userId="S::thomass@aie.edu.au::ea7e17c6-715c-40d9-8261-37f47b5b9a01" providerId="AD" clId="Web-{F30A4218-D558-283A-F293-A8F58BC5512C}" dt="2021-07-29T04:22:49.674" v="197" actId="20577"/>
        <pc:sldMkLst>
          <pc:docMk/>
          <pc:sldMk cId="4241223043" sldId="262"/>
        </pc:sldMkLst>
        <pc:spChg chg="mod">
          <ac:chgData name="Thomas Sinclair" userId="S::thomass@aie.edu.au::ea7e17c6-715c-40d9-8261-37f47b5b9a01" providerId="AD" clId="Web-{F30A4218-D558-283A-F293-A8F58BC5512C}" dt="2021-07-29T01:39:06.264" v="1" actId="20577"/>
          <ac:spMkLst>
            <pc:docMk/>
            <pc:sldMk cId="4241223043" sldId="262"/>
            <ac:spMk id="270" creationId="{00000000-0000-0000-0000-000000000000}"/>
          </ac:spMkLst>
        </pc:spChg>
        <pc:spChg chg="mod">
          <ac:chgData name="Thomas Sinclair" userId="S::thomass@aie.edu.au::ea7e17c6-715c-40d9-8261-37f47b5b9a01" providerId="AD" clId="Web-{F30A4218-D558-283A-F293-A8F58BC5512C}" dt="2021-07-29T04:22:49.674" v="197" actId="20577"/>
          <ac:spMkLst>
            <pc:docMk/>
            <pc:sldMk cId="4241223043" sldId="262"/>
            <ac:spMk id="271" creationId="{00000000-0000-0000-0000-000000000000}"/>
          </ac:spMkLst>
        </pc:spChg>
        <pc:spChg chg="del">
          <ac:chgData name="Thomas Sinclair" userId="S::thomass@aie.edu.au::ea7e17c6-715c-40d9-8261-37f47b5b9a01" providerId="AD" clId="Web-{F30A4218-D558-283A-F293-A8F58BC5512C}" dt="2021-07-29T03:45:54.817" v="2"/>
          <ac:spMkLst>
            <pc:docMk/>
            <pc:sldMk cId="4241223043" sldId="262"/>
            <ac:spMk id="272" creationId="{00000000-0000-0000-0000-000000000000}"/>
          </ac:spMkLst>
        </pc:spChg>
      </pc:sldChg>
      <pc:sldChg chg="modSp add replId">
        <pc:chgData name="Thomas Sinclair" userId="S::thomass@aie.edu.au::ea7e17c6-715c-40d9-8261-37f47b5b9a01" providerId="AD" clId="Web-{F30A4218-D558-283A-F293-A8F58BC5512C}" dt="2021-07-29T05:13:19.709" v="396" actId="20577"/>
        <pc:sldMkLst>
          <pc:docMk/>
          <pc:sldMk cId="3929129754" sldId="263"/>
        </pc:sldMkLst>
        <pc:spChg chg="mod">
          <ac:chgData name="Thomas Sinclair" userId="S::thomass@aie.edu.au::ea7e17c6-715c-40d9-8261-37f47b5b9a01" providerId="AD" clId="Web-{F30A4218-D558-283A-F293-A8F58BC5512C}" dt="2021-07-29T05:08:56.516" v="368" actId="20577"/>
          <ac:spMkLst>
            <pc:docMk/>
            <pc:sldMk cId="3929129754" sldId="263"/>
            <ac:spMk id="270" creationId="{00000000-0000-0000-0000-000000000000}"/>
          </ac:spMkLst>
        </pc:spChg>
        <pc:spChg chg="mod">
          <ac:chgData name="Thomas Sinclair" userId="S::thomass@aie.edu.au::ea7e17c6-715c-40d9-8261-37f47b5b9a01" providerId="AD" clId="Web-{F30A4218-D558-283A-F293-A8F58BC5512C}" dt="2021-07-29T05:13:19.709" v="396" actId="20577"/>
          <ac:spMkLst>
            <pc:docMk/>
            <pc:sldMk cId="3929129754" sldId="263"/>
            <ac:spMk id="271" creationId="{00000000-0000-0000-0000-000000000000}"/>
          </ac:spMkLst>
        </pc:spChg>
      </pc:sldChg>
      <pc:sldChg chg="addSp delSp modSp add replId">
        <pc:chgData name="Thomas Sinclair" userId="S::thomass@aie.edu.au::ea7e17c6-715c-40d9-8261-37f47b5b9a01" providerId="AD" clId="Web-{F30A4218-D558-283A-F293-A8F58BC5512C}" dt="2021-07-29T05:15:37.712" v="425" actId="20577"/>
        <pc:sldMkLst>
          <pc:docMk/>
          <pc:sldMk cId="1599177151" sldId="264"/>
        </pc:sldMkLst>
        <pc:spChg chg="add del mod">
          <ac:chgData name="Thomas Sinclair" userId="S::thomass@aie.edu.au::ea7e17c6-715c-40d9-8261-37f47b5b9a01" providerId="AD" clId="Web-{F30A4218-D558-283A-F293-A8F58BC5512C}" dt="2021-07-29T04:05:02.481" v="90"/>
          <ac:spMkLst>
            <pc:docMk/>
            <pc:sldMk cId="1599177151" sldId="264"/>
            <ac:spMk id="3" creationId="{B1C7DF74-7CB4-4F68-8319-B496912894EC}"/>
          </ac:spMkLst>
        </pc:spChg>
        <pc:spChg chg="mod">
          <ac:chgData name="Thomas Sinclair" userId="S::thomass@aie.edu.au::ea7e17c6-715c-40d9-8261-37f47b5b9a01" providerId="AD" clId="Web-{F30A4218-D558-283A-F293-A8F58BC5512C}" dt="2021-07-29T05:15:37.712" v="425" actId="20577"/>
          <ac:spMkLst>
            <pc:docMk/>
            <pc:sldMk cId="1599177151" sldId="264"/>
            <ac:spMk id="270" creationId="{00000000-0000-0000-0000-000000000000}"/>
          </ac:spMkLst>
        </pc:spChg>
        <pc:spChg chg="mod">
          <ac:chgData name="Thomas Sinclair" userId="S::thomass@aie.edu.au::ea7e17c6-715c-40d9-8261-37f47b5b9a01" providerId="AD" clId="Web-{F30A4218-D558-283A-F293-A8F58BC5512C}" dt="2021-07-29T04:04:58.887" v="86" actId="14100"/>
          <ac:spMkLst>
            <pc:docMk/>
            <pc:sldMk cId="1599177151" sldId="264"/>
            <ac:spMk id="271" creationId="{00000000-0000-0000-0000-000000000000}"/>
          </ac:spMkLst>
        </pc:spChg>
        <pc:graphicFrameChg chg="add del mod modGraphic">
          <ac:chgData name="Thomas Sinclair" userId="S::thomass@aie.edu.au::ea7e17c6-715c-40d9-8261-37f47b5b9a01" providerId="AD" clId="Web-{F30A4218-D558-283A-F293-A8F58BC5512C}" dt="2021-07-29T04:04:55.168" v="85"/>
          <ac:graphicFrameMkLst>
            <pc:docMk/>
            <pc:sldMk cId="1599177151" sldId="264"/>
            <ac:graphicFrameMk id="2" creationId="{9B608D3A-9A12-4AD1-8705-BFE131FCF85B}"/>
          </ac:graphicFrameMkLst>
        </pc:graphicFrameChg>
        <pc:graphicFrameChg chg="add del mod modGraphic">
          <ac:chgData name="Thomas Sinclair" userId="S::thomass@aie.edu.au::ea7e17c6-715c-40d9-8261-37f47b5b9a01" providerId="AD" clId="Web-{F30A4218-D558-283A-F293-A8F58BC5512C}" dt="2021-07-29T04:05:22.778" v="93"/>
          <ac:graphicFrameMkLst>
            <pc:docMk/>
            <pc:sldMk cId="1599177151" sldId="264"/>
            <ac:graphicFrameMk id="5" creationId="{93B63F98-689B-4CFA-B755-8503EE53229E}"/>
          </ac:graphicFrameMkLst>
        </pc:graphicFrameChg>
        <pc:graphicFrameChg chg="add mod modGraphic">
          <ac:chgData name="Thomas Sinclair" userId="S::thomass@aie.edu.au::ea7e17c6-715c-40d9-8261-37f47b5b9a01" providerId="AD" clId="Web-{F30A4218-D558-283A-F293-A8F58BC5512C}" dt="2021-07-29T04:12:35.193" v="175"/>
          <ac:graphicFrameMkLst>
            <pc:docMk/>
            <pc:sldMk cId="1599177151" sldId="264"/>
            <ac:graphicFrameMk id="6" creationId="{B705625E-947A-493F-9E40-DEC8F49CB570}"/>
          </ac:graphicFrameMkLst>
        </pc:graphicFrameChg>
      </pc:sldChg>
      <pc:sldChg chg="delSp modSp add ord replId">
        <pc:chgData name="Thomas Sinclair" userId="S::thomass@aie.edu.au::ea7e17c6-715c-40d9-8261-37f47b5b9a01" providerId="AD" clId="Web-{F30A4218-D558-283A-F293-A8F58BC5512C}" dt="2021-07-29T05:14:12.647" v="406" actId="20577"/>
        <pc:sldMkLst>
          <pc:docMk/>
          <pc:sldMk cId="1564870254" sldId="265"/>
        </pc:sldMkLst>
        <pc:spChg chg="mod">
          <ac:chgData name="Thomas Sinclair" userId="S::thomass@aie.edu.au::ea7e17c6-715c-40d9-8261-37f47b5b9a01" providerId="AD" clId="Web-{F30A4218-D558-283A-F293-A8F58BC5512C}" dt="2021-07-29T05:14:12.647" v="406" actId="20577"/>
          <ac:spMkLst>
            <pc:docMk/>
            <pc:sldMk cId="1564870254" sldId="265"/>
            <ac:spMk id="270" creationId="{00000000-0000-0000-0000-000000000000}"/>
          </ac:spMkLst>
        </pc:spChg>
        <pc:graphicFrameChg chg="del">
          <ac:chgData name="Thomas Sinclair" userId="S::thomass@aie.edu.au::ea7e17c6-715c-40d9-8261-37f47b5b9a01" providerId="AD" clId="Web-{F30A4218-D558-283A-F293-A8F58BC5512C}" dt="2021-07-29T05:13:47.366" v="398"/>
          <ac:graphicFrameMkLst>
            <pc:docMk/>
            <pc:sldMk cId="1564870254" sldId="265"/>
            <ac:graphicFrameMk id="6" creationId="{B705625E-947A-493F-9E40-DEC8F49CB570}"/>
          </ac:graphicFrameMkLst>
        </pc:graphicFrameChg>
      </pc:sldChg>
      <pc:sldChg chg="add del ord">
        <pc:chgData name="Thomas Sinclair" userId="S::thomass@aie.edu.au::ea7e17c6-715c-40d9-8261-37f47b5b9a01" providerId="AD" clId="Web-{F30A4218-D558-283A-F293-A8F58BC5512C}" dt="2021-07-29T04:24:58.489" v="216"/>
        <pc:sldMkLst>
          <pc:docMk/>
          <pc:sldMk cId="3658924190" sldId="265"/>
        </pc:sldMkLst>
      </pc:sldChg>
      <pc:sldChg chg="add replId">
        <pc:chgData name="Thomas Sinclair" userId="S::thomass@aie.edu.au::ea7e17c6-715c-40d9-8261-37f47b5b9a01" providerId="AD" clId="Web-{F30A4218-D558-283A-F293-A8F58BC5512C}" dt="2021-07-29T05:16:18.994" v="426"/>
        <pc:sldMkLst>
          <pc:docMk/>
          <pc:sldMk cId="272068275" sldId="266"/>
        </pc:sldMkLst>
      </pc:sldChg>
      <pc:sldChg chg="add del">
        <pc:chgData name="Thomas Sinclair" userId="S::thomass@aie.edu.au::ea7e17c6-715c-40d9-8261-37f47b5b9a01" providerId="AD" clId="Web-{F30A4218-D558-283A-F293-A8F58BC5512C}" dt="2021-07-29T04:05:45.872" v="97"/>
        <pc:sldMkLst>
          <pc:docMk/>
          <pc:sldMk cId="457233314" sldId="266"/>
        </pc:sldMkLst>
      </pc:sldChg>
      <pc:sldChg chg="modSp add replId">
        <pc:chgData name="Thomas Sinclair" userId="S::thomass@aie.edu.au::ea7e17c6-715c-40d9-8261-37f47b5b9a01" providerId="AD" clId="Web-{F30A4218-D558-283A-F293-A8F58BC5512C}" dt="2021-07-29T05:30:27.292" v="957"/>
        <pc:sldMkLst>
          <pc:docMk/>
          <pc:sldMk cId="3543835949" sldId="267"/>
        </pc:sldMkLst>
        <pc:graphicFrameChg chg="mod modGraphic">
          <ac:chgData name="Thomas Sinclair" userId="S::thomass@aie.edu.au::ea7e17c6-715c-40d9-8261-37f47b5b9a01" providerId="AD" clId="Web-{F30A4218-D558-283A-F293-A8F58BC5512C}" dt="2021-07-29T05:30:27.292" v="957"/>
          <ac:graphicFrameMkLst>
            <pc:docMk/>
            <pc:sldMk cId="3543835949" sldId="267"/>
            <ac:graphicFrameMk id="6" creationId="{B705625E-947A-493F-9E40-DEC8F49CB570}"/>
          </ac:graphicFrameMkLst>
        </pc:graphicFrameChg>
      </pc:sldChg>
      <pc:sldChg chg="modSp add ord replId">
        <pc:chgData name="Thomas Sinclair" userId="S::thomass@aie.edu.au::ea7e17c6-715c-40d9-8261-37f47b5b9a01" providerId="AD" clId="Web-{F30A4218-D558-283A-F293-A8F58BC5512C}" dt="2021-07-29T07:23:29.223" v="965" actId="20577"/>
        <pc:sldMkLst>
          <pc:docMk/>
          <pc:sldMk cId="2919946449" sldId="268"/>
        </pc:sldMkLst>
        <pc:spChg chg="mod">
          <ac:chgData name="Thomas Sinclair" userId="S::thomass@aie.edu.au::ea7e17c6-715c-40d9-8261-37f47b5b9a01" providerId="AD" clId="Web-{F30A4218-D558-283A-F293-A8F58BC5512C}" dt="2021-07-29T07:23:29.223" v="965" actId="20577"/>
          <ac:spMkLst>
            <pc:docMk/>
            <pc:sldMk cId="2919946449" sldId="268"/>
            <ac:spMk id="271" creationId="{00000000-0000-0000-0000-000000000000}"/>
          </ac:spMkLst>
        </pc:spChg>
      </pc:sldChg>
      <pc:sldMasterChg chg="add addSldLayout">
        <pc:chgData name="Thomas Sinclair" userId="S::thomass@aie.edu.au::ea7e17c6-715c-40d9-8261-37f47b5b9a01" providerId="AD" clId="Web-{F30A4218-D558-283A-F293-A8F58BC5512C}" dt="2021-07-29T04:05:28.731" v="94"/>
        <pc:sldMasterMkLst>
          <pc:docMk/>
          <pc:sldMasterMk cId="0" sldId="2147483695"/>
        </pc:sldMasterMkLst>
        <pc:sldLayoutChg chg="add">
          <pc:chgData name="Thomas Sinclair" userId="S::thomass@aie.edu.au::ea7e17c6-715c-40d9-8261-37f47b5b9a01" providerId="AD" clId="Web-{F30A4218-D558-283A-F293-A8F58BC5512C}" dt="2021-07-29T04:05:28.731" v="94"/>
          <pc:sldLayoutMkLst>
            <pc:docMk/>
            <pc:sldMasterMk cId="0" sldId="2147483695"/>
            <pc:sldLayoutMk cId="0" sldId="2147483692"/>
          </pc:sldLayoutMkLst>
        </pc:sldLayoutChg>
        <pc:sldLayoutChg chg="add">
          <pc:chgData name="Thomas Sinclair" userId="S::thomass@aie.edu.au::ea7e17c6-715c-40d9-8261-37f47b5b9a01" providerId="AD" clId="Web-{F30A4218-D558-283A-F293-A8F58BC5512C}" dt="2021-07-29T04:05:28.731" v="94"/>
          <pc:sldLayoutMkLst>
            <pc:docMk/>
            <pc:sldMasterMk cId="0" sldId="2147483695"/>
            <pc:sldLayoutMk cId="0" sldId="2147483696"/>
          </pc:sldLayoutMkLst>
        </pc:sldLayoutChg>
        <pc:sldLayoutChg chg="add">
          <pc:chgData name="Thomas Sinclair" userId="S::thomass@aie.edu.au::ea7e17c6-715c-40d9-8261-37f47b5b9a01" providerId="AD" clId="Web-{F30A4218-D558-283A-F293-A8F58BC5512C}" dt="2021-07-29T04:05:28.731" v="94"/>
          <pc:sldLayoutMkLst>
            <pc:docMk/>
            <pc:sldMasterMk cId="0" sldId="2147483695"/>
            <pc:sldLayoutMk cId="0" sldId="2147483697"/>
          </pc:sldLayoutMkLst>
        </pc:sldLayoutChg>
        <pc:sldLayoutChg chg="add">
          <pc:chgData name="Thomas Sinclair" userId="S::thomass@aie.edu.au::ea7e17c6-715c-40d9-8261-37f47b5b9a01" providerId="AD" clId="Web-{F30A4218-D558-283A-F293-A8F58BC5512C}" dt="2021-07-29T04:05:28.731" v="94"/>
          <pc:sldLayoutMkLst>
            <pc:docMk/>
            <pc:sldMasterMk cId="0" sldId="2147483695"/>
            <pc:sldLayoutMk cId="0" sldId="2147483698"/>
          </pc:sldLayoutMkLst>
        </pc:sldLayoutChg>
        <pc:sldLayoutChg chg="add">
          <pc:chgData name="Thomas Sinclair" userId="S::thomass@aie.edu.au::ea7e17c6-715c-40d9-8261-37f47b5b9a01" providerId="AD" clId="Web-{F30A4218-D558-283A-F293-A8F58BC5512C}" dt="2021-07-29T04:05:28.731" v="94"/>
          <pc:sldLayoutMkLst>
            <pc:docMk/>
            <pc:sldMasterMk cId="0" sldId="2147483695"/>
            <pc:sldLayoutMk cId="0" sldId="2147483699"/>
          </pc:sldLayoutMkLst>
        </pc:sldLayoutChg>
        <pc:sldLayoutChg chg="add">
          <pc:chgData name="Thomas Sinclair" userId="S::thomass@aie.edu.au::ea7e17c6-715c-40d9-8261-37f47b5b9a01" providerId="AD" clId="Web-{F30A4218-D558-283A-F293-A8F58BC5512C}" dt="2021-07-29T04:05:28.731" v="94"/>
          <pc:sldLayoutMkLst>
            <pc:docMk/>
            <pc:sldMasterMk cId="0" sldId="2147483695"/>
            <pc:sldLayoutMk cId="0" sldId="2147483700"/>
          </pc:sldLayoutMkLst>
        </pc:sldLayoutChg>
        <pc:sldLayoutChg chg="add">
          <pc:chgData name="Thomas Sinclair" userId="S::thomass@aie.edu.au::ea7e17c6-715c-40d9-8261-37f47b5b9a01" providerId="AD" clId="Web-{F30A4218-D558-283A-F293-A8F58BC5512C}" dt="2021-07-29T04:05:28.731" v="94"/>
          <pc:sldLayoutMkLst>
            <pc:docMk/>
            <pc:sldMasterMk cId="0" sldId="2147483695"/>
            <pc:sldLayoutMk cId="0" sldId="2147483701"/>
          </pc:sldLayoutMkLst>
        </pc:sldLayoutChg>
        <pc:sldLayoutChg chg="add">
          <pc:chgData name="Thomas Sinclair" userId="S::thomass@aie.edu.au::ea7e17c6-715c-40d9-8261-37f47b5b9a01" providerId="AD" clId="Web-{F30A4218-D558-283A-F293-A8F58BC5512C}" dt="2021-07-29T04:05:28.731" v="94"/>
          <pc:sldLayoutMkLst>
            <pc:docMk/>
            <pc:sldMasterMk cId="0" sldId="2147483695"/>
            <pc:sldLayoutMk cId="0" sldId="2147483702"/>
          </pc:sldLayoutMkLst>
        </pc:sldLayoutChg>
        <pc:sldLayoutChg chg="add">
          <pc:chgData name="Thomas Sinclair" userId="S::thomass@aie.edu.au::ea7e17c6-715c-40d9-8261-37f47b5b9a01" providerId="AD" clId="Web-{F30A4218-D558-283A-F293-A8F58BC5512C}" dt="2021-07-29T04:05:28.731" v="94"/>
          <pc:sldLayoutMkLst>
            <pc:docMk/>
            <pc:sldMasterMk cId="0" sldId="2147483695"/>
            <pc:sldLayoutMk cId="0" sldId="2147483703"/>
          </pc:sldLayoutMkLst>
        </pc:sldLayoutChg>
        <pc:sldLayoutChg chg="add">
          <pc:chgData name="Thomas Sinclair" userId="S::thomass@aie.edu.au::ea7e17c6-715c-40d9-8261-37f47b5b9a01" providerId="AD" clId="Web-{F30A4218-D558-283A-F293-A8F58BC5512C}" dt="2021-07-29T04:05:28.731" v="94"/>
          <pc:sldLayoutMkLst>
            <pc:docMk/>
            <pc:sldMasterMk cId="0" sldId="2147483695"/>
            <pc:sldLayoutMk cId="0" sldId="2147483704"/>
          </pc:sldLayoutMkLst>
        </pc:sldLayoutChg>
        <pc:sldLayoutChg chg="add">
          <pc:chgData name="Thomas Sinclair" userId="S::thomass@aie.edu.au::ea7e17c6-715c-40d9-8261-37f47b5b9a01" providerId="AD" clId="Web-{F30A4218-D558-283A-F293-A8F58BC5512C}" dt="2021-07-29T04:05:28.731" v="94"/>
          <pc:sldLayoutMkLst>
            <pc:docMk/>
            <pc:sldMasterMk cId="0" sldId="2147483695"/>
            <pc:sldLayoutMk cId="0" sldId="2147483705"/>
          </pc:sldLayoutMkLst>
        </pc:sldLayoutChg>
        <pc:sldLayoutChg chg="add">
          <pc:chgData name="Thomas Sinclair" userId="S::thomass@aie.edu.au::ea7e17c6-715c-40d9-8261-37f47b5b9a01" providerId="AD" clId="Web-{F30A4218-D558-283A-F293-A8F58BC5512C}" dt="2021-07-29T04:05:28.731" v="94"/>
          <pc:sldLayoutMkLst>
            <pc:docMk/>
            <pc:sldMasterMk cId="0" sldId="2147483695"/>
            <pc:sldLayoutMk cId="0" sldId="2147483706"/>
          </pc:sldLayoutMkLst>
        </pc:sldLayoutChg>
        <pc:sldLayoutChg chg="add">
          <pc:chgData name="Thomas Sinclair" userId="S::thomass@aie.edu.au::ea7e17c6-715c-40d9-8261-37f47b5b9a01" providerId="AD" clId="Web-{F30A4218-D558-283A-F293-A8F58BC5512C}" dt="2021-07-29T04:05:28.731" v="94"/>
          <pc:sldLayoutMkLst>
            <pc:docMk/>
            <pc:sldMasterMk cId="0" sldId="2147483695"/>
            <pc:sldLayoutMk cId="0" sldId="2147483707"/>
          </pc:sldLayoutMkLst>
        </pc:sldLayoutChg>
        <pc:sldLayoutChg chg="add">
          <pc:chgData name="Thomas Sinclair" userId="S::thomass@aie.edu.au::ea7e17c6-715c-40d9-8261-37f47b5b9a01" providerId="AD" clId="Web-{F30A4218-D558-283A-F293-A8F58BC5512C}" dt="2021-07-29T04:05:28.731" v="94"/>
          <pc:sldLayoutMkLst>
            <pc:docMk/>
            <pc:sldMasterMk cId="0" sldId="2147483695"/>
            <pc:sldLayoutMk cId="0" sldId="2147483708"/>
          </pc:sldLayoutMkLst>
        </pc:sldLayoutChg>
        <pc:sldLayoutChg chg="add">
          <pc:chgData name="Thomas Sinclair" userId="S::thomass@aie.edu.au::ea7e17c6-715c-40d9-8261-37f47b5b9a01" providerId="AD" clId="Web-{F30A4218-D558-283A-F293-A8F58BC5512C}" dt="2021-07-29T04:05:28.731" v="94"/>
          <pc:sldLayoutMkLst>
            <pc:docMk/>
            <pc:sldMasterMk cId="0" sldId="2147483695"/>
            <pc:sldLayoutMk cId="0" sldId="2147483709"/>
          </pc:sldLayoutMkLst>
        </pc:sldLayoutChg>
      </pc:sldMasterChg>
    </pc:docChg>
  </pc:docChgLst>
  <pc:docChgLst>
    <pc:chgData name="Thomas Sinclair" userId="S::thomass@aie.edu.au::ea7e17c6-715c-40d9-8261-37f47b5b9a01" providerId="AD" clId="Web-{47A4B48D-39A8-C613-2005-2E3E517FE660}"/>
    <pc:docChg chg="modSld">
      <pc:chgData name="Thomas Sinclair" userId="S::thomass@aie.edu.au::ea7e17c6-715c-40d9-8261-37f47b5b9a01" providerId="AD" clId="Web-{47A4B48D-39A8-C613-2005-2E3E517FE660}" dt="2021-09-16T07:27:05.225" v="1" actId="20577"/>
      <pc:docMkLst>
        <pc:docMk/>
      </pc:docMkLst>
      <pc:sldChg chg="modSp">
        <pc:chgData name="Thomas Sinclair" userId="S::thomass@aie.edu.au::ea7e17c6-715c-40d9-8261-37f47b5b9a01" providerId="AD" clId="Web-{47A4B48D-39A8-C613-2005-2E3E517FE660}" dt="2021-09-16T07:27:05.225" v="1" actId="20577"/>
        <pc:sldMkLst>
          <pc:docMk/>
          <pc:sldMk cId="3336099902" sldId="269"/>
        </pc:sldMkLst>
        <pc:spChg chg="mod">
          <ac:chgData name="Thomas Sinclair" userId="S::thomass@aie.edu.au::ea7e17c6-715c-40d9-8261-37f47b5b9a01" providerId="AD" clId="Web-{47A4B48D-39A8-C613-2005-2E3E517FE660}" dt="2021-09-16T07:27:05.225" v="1" actId="20577"/>
          <ac:spMkLst>
            <pc:docMk/>
            <pc:sldMk cId="3336099902" sldId="269"/>
            <ac:spMk id="420" creationId="{00000000-0000-0000-0000-000000000000}"/>
          </ac:spMkLst>
        </pc:spChg>
      </pc:sldChg>
    </pc:docChg>
  </pc:docChgLst>
  <pc:docChgLst>
    <pc:chgData name="Dan Miller" userId="9312318d-6fc1-4aa1-bf63-b61f87e21e71" providerId="ADAL" clId="{652E5E43-FFF1-46F8-8B7E-023FB39BF8D3}"/>
    <pc:docChg chg="modSld">
      <pc:chgData name="Dan Miller" userId="9312318d-6fc1-4aa1-bf63-b61f87e21e71" providerId="ADAL" clId="{652E5E43-FFF1-46F8-8B7E-023FB39BF8D3}" dt="2020-11-25T02:42:15.261" v="26" actId="20577"/>
      <pc:docMkLst>
        <pc:docMk/>
      </pc:docMkLst>
      <pc:sldChg chg="modSp mod">
        <pc:chgData name="Dan Miller" userId="9312318d-6fc1-4aa1-bf63-b61f87e21e71" providerId="ADAL" clId="{652E5E43-FFF1-46F8-8B7E-023FB39BF8D3}" dt="2020-11-25T02:42:15.261" v="26" actId="20577"/>
        <pc:sldMkLst>
          <pc:docMk/>
          <pc:sldMk cId="0" sldId="261"/>
        </pc:sldMkLst>
        <pc:spChg chg="mod">
          <ac:chgData name="Dan Miller" userId="9312318d-6fc1-4aa1-bf63-b61f87e21e71" providerId="ADAL" clId="{652E5E43-FFF1-46F8-8B7E-023FB39BF8D3}" dt="2020-11-25T01:28:49.508" v="8"/>
          <ac:spMkLst>
            <pc:docMk/>
            <pc:sldMk cId="0" sldId="261"/>
            <ac:spMk id="285" creationId="{00000000-0000-0000-0000-000000000000}"/>
          </ac:spMkLst>
        </pc:spChg>
        <pc:spChg chg="mod">
          <ac:chgData name="Dan Miller" userId="9312318d-6fc1-4aa1-bf63-b61f87e21e71" providerId="ADAL" clId="{652E5E43-FFF1-46F8-8B7E-023FB39BF8D3}" dt="2020-11-25T02:42:15.261" v="26" actId="20577"/>
          <ac:spMkLst>
            <pc:docMk/>
            <pc:sldMk cId="0" sldId="261"/>
            <ac:spMk id="286" creationId="{00000000-0000-0000-0000-000000000000}"/>
          </ac:spMkLst>
        </pc:spChg>
      </pc:sldChg>
    </pc:docChg>
  </pc:docChgLst>
  <pc:docChgLst>
    <pc:chgData name="Thomas Sinclair" userId="S::thomass@aie.edu.au::ea7e17c6-715c-40d9-8261-37f47b5b9a01" providerId="AD" clId="Web-{18F26900-35AB-46EC-A485-217260FBCA61}"/>
    <pc:docChg chg="modSld">
      <pc:chgData name="Thomas Sinclair" userId="S::thomass@aie.edu.au::ea7e17c6-715c-40d9-8261-37f47b5b9a01" providerId="AD" clId="Web-{18F26900-35AB-46EC-A485-217260FBCA61}" dt="2021-08-12T04:38:26.322" v="2"/>
      <pc:docMkLst>
        <pc:docMk/>
      </pc:docMkLst>
      <pc:sldChg chg="modSp">
        <pc:chgData name="Thomas Sinclair" userId="S::thomass@aie.edu.au::ea7e17c6-715c-40d9-8261-37f47b5b9a01" providerId="AD" clId="Web-{18F26900-35AB-46EC-A485-217260FBCA61}" dt="2021-08-12T04:38:26.322" v="2"/>
        <pc:sldMkLst>
          <pc:docMk/>
          <pc:sldMk cId="3543835949" sldId="267"/>
        </pc:sldMkLst>
        <pc:graphicFrameChg chg="mod modGraphic">
          <ac:chgData name="Thomas Sinclair" userId="S::thomass@aie.edu.au::ea7e17c6-715c-40d9-8261-37f47b5b9a01" providerId="AD" clId="Web-{18F26900-35AB-46EC-A485-217260FBCA61}" dt="2021-08-12T04:38:26.322" v="2"/>
          <ac:graphicFrameMkLst>
            <pc:docMk/>
            <pc:sldMk cId="3543835949" sldId="267"/>
            <ac:graphicFrameMk id="6" creationId="{B705625E-947A-493F-9E40-DEC8F49CB570}"/>
          </ac:graphicFrameMkLst>
        </pc:graphicFrameChg>
      </pc:sldChg>
    </pc:docChg>
  </pc:docChgLst>
  <pc:docChgLst>
    <pc:chgData name="Thomas Sinclair" userId="S::thomass@aie.edu.au::ea7e17c6-715c-40d9-8261-37f47b5b9a01" providerId="AD" clId="Web-{92A02428-49F8-42E7-88D0-E354118F585A}"/>
    <pc:docChg chg="modSld">
      <pc:chgData name="Thomas Sinclair" userId="S::thomass@aie.edu.au::ea7e17c6-715c-40d9-8261-37f47b5b9a01" providerId="AD" clId="Web-{92A02428-49F8-42E7-88D0-E354118F585A}" dt="2021-08-12T04:57:32.262" v="339"/>
      <pc:docMkLst>
        <pc:docMk/>
      </pc:docMkLst>
      <pc:sldChg chg="modSp">
        <pc:chgData name="Thomas Sinclair" userId="S::thomass@aie.edu.au::ea7e17c6-715c-40d9-8261-37f47b5b9a01" providerId="AD" clId="Web-{92A02428-49F8-42E7-88D0-E354118F585A}" dt="2021-08-12T04:57:32.262" v="339"/>
        <pc:sldMkLst>
          <pc:docMk/>
          <pc:sldMk cId="3543835949" sldId="267"/>
        </pc:sldMkLst>
        <pc:graphicFrameChg chg="mod modGraphic">
          <ac:chgData name="Thomas Sinclair" userId="S::thomass@aie.edu.au::ea7e17c6-715c-40d9-8261-37f47b5b9a01" providerId="AD" clId="Web-{92A02428-49F8-42E7-88D0-E354118F585A}" dt="2021-08-12T04:57:32.262" v="339"/>
          <ac:graphicFrameMkLst>
            <pc:docMk/>
            <pc:sldMk cId="3543835949" sldId="267"/>
            <ac:graphicFrameMk id="6" creationId="{B705625E-947A-493F-9E40-DEC8F49CB570}"/>
          </ac:graphicFrameMkLst>
        </pc:graphicFrameChg>
      </pc:sldChg>
    </pc:docChg>
  </pc:docChgLst>
  <pc:docChgLst>
    <pc:chgData name="Patrick Delmastro" userId="S::patrick.delmastro@aie.edu.au::80153e81-cca5-4785-8329-c43569ff9011" providerId="AD" clId="Web-{3DFB0668-F0B4-DFC2-F1CA-896DC2385EA8}"/>
    <pc:docChg chg="modSld">
      <pc:chgData name="Patrick Delmastro" userId="S::patrick.delmastro@aie.edu.au::80153e81-cca5-4785-8329-c43569ff9011" providerId="AD" clId="Web-{3DFB0668-F0B4-DFC2-F1CA-896DC2385EA8}" dt="2021-09-14T02:52:06.381" v="1" actId="20577"/>
      <pc:docMkLst>
        <pc:docMk/>
      </pc:docMkLst>
      <pc:sldChg chg="modSp">
        <pc:chgData name="Patrick Delmastro" userId="S::patrick.delmastro@aie.edu.au::80153e81-cca5-4785-8329-c43569ff9011" providerId="AD" clId="Web-{3DFB0668-F0B4-DFC2-F1CA-896DC2385EA8}" dt="2021-09-14T02:52:06.381" v="1" actId="20577"/>
        <pc:sldMkLst>
          <pc:docMk/>
          <pc:sldMk cId="0" sldId="256"/>
        </pc:sldMkLst>
        <pc:spChg chg="mod">
          <ac:chgData name="Patrick Delmastro" userId="S::patrick.delmastro@aie.edu.au::80153e81-cca5-4785-8329-c43569ff9011" providerId="AD" clId="Web-{3DFB0668-F0B4-DFC2-F1CA-896DC2385EA8}" dt="2021-09-14T02:52:06.381" v="1" actId="20577"/>
          <ac:spMkLst>
            <pc:docMk/>
            <pc:sldMk cId="0" sldId="256"/>
            <ac:spMk id="250" creationId="{00000000-0000-0000-0000-000000000000}"/>
          </ac:spMkLst>
        </pc:spChg>
      </pc:sldChg>
    </pc:docChg>
  </pc:docChgLst>
  <pc:docChgLst>
    <pc:chgData name="Thomas Sinclair" userId="S::thomass@aie.edu.au::ea7e17c6-715c-40d9-8261-37f47b5b9a01" providerId="AD" clId="Web-{3BC63D1D-60C1-A840-DA63-E19011107C7A}"/>
    <pc:docChg chg="modSld">
      <pc:chgData name="Thomas Sinclair" userId="S::thomass@aie.edu.au::ea7e17c6-715c-40d9-8261-37f47b5b9a01" providerId="AD" clId="Web-{3BC63D1D-60C1-A840-DA63-E19011107C7A}" dt="2021-10-28T04:13:07.761" v="2" actId="20577"/>
      <pc:docMkLst>
        <pc:docMk/>
      </pc:docMkLst>
      <pc:sldChg chg="modSp">
        <pc:chgData name="Thomas Sinclair" userId="S::thomass@aie.edu.au::ea7e17c6-715c-40d9-8261-37f47b5b9a01" providerId="AD" clId="Web-{3BC63D1D-60C1-A840-DA63-E19011107C7A}" dt="2021-10-28T04:13:07.761" v="2" actId="20577"/>
        <pc:sldMkLst>
          <pc:docMk/>
          <pc:sldMk cId="3929129754" sldId="263"/>
        </pc:sldMkLst>
        <pc:spChg chg="mod">
          <ac:chgData name="Thomas Sinclair" userId="S::thomass@aie.edu.au::ea7e17c6-715c-40d9-8261-37f47b5b9a01" providerId="AD" clId="Web-{3BC63D1D-60C1-A840-DA63-E19011107C7A}" dt="2021-10-28T04:13:07.761" v="2" actId="20577"/>
          <ac:spMkLst>
            <pc:docMk/>
            <pc:sldMk cId="3929129754" sldId="263"/>
            <ac:spMk id="271" creationId="{00000000-0000-0000-0000-000000000000}"/>
          </ac:spMkLst>
        </pc:spChg>
      </pc:sldChg>
    </pc:docChg>
  </pc:docChgLst>
  <pc:docChgLst>
    <pc:chgData name="Thomas Sinclair" userId="S::thomass@aie.edu.au::ea7e17c6-715c-40d9-8261-37f47b5b9a01" providerId="AD" clId="Web-{C7148A3E-004B-74C6-4D15-31DA7AF65C1C}"/>
    <pc:docChg chg="addSld delSld modSld">
      <pc:chgData name="Thomas Sinclair" userId="S::thomass@aie.edu.au::ea7e17c6-715c-40d9-8261-37f47b5b9a01" providerId="AD" clId="Web-{C7148A3E-004B-74C6-4D15-31DA7AF65C1C}" dt="2021-09-02T07:26:04.748" v="1593" actId="20577"/>
      <pc:docMkLst>
        <pc:docMk/>
      </pc:docMkLst>
      <pc:sldChg chg="modSp">
        <pc:chgData name="Thomas Sinclair" userId="S::thomass@aie.edu.au::ea7e17c6-715c-40d9-8261-37f47b5b9a01" providerId="AD" clId="Web-{C7148A3E-004B-74C6-4D15-31DA7AF65C1C}" dt="2021-09-02T07:26:04.748" v="1593" actId="20577"/>
        <pc:sldMkLst>
          <pc:docMk/>
          <pc:sldMk cId="0" sldId="258"/>
        </pc:sldMkLst>
        <pc:spChg chg="mod">
          <ac:chgData name="Thomas Sinclair" userId="S::thomass@aie.edu.au::ea7e17c6-715c-40d9-8261-37f47b5b9a01" providerId="AD" clId="Web-{C7148A3E-004B-74C6-4D15-31DA7AF65C1C}" dt="2021-09-02T07:26:04.748" v="1593" actId="20577"/>
          <ac:spMkLst>
            <pc:docMk/>
            <pc:sldMk cId="0" sldId="258"/>
            <ac:spMk id="264" creationId="{00000000-0000-0000-0000-000000000000}"/>
          </ac:spMkLst>
        </pc:spChg>
      </pc:sldChg>
      <pc:sldChg chg="modSp">
        <pc:chgData name="Thomas Sinclair" userId="S::thomass@aie.edu.au::ea7e17c6-715c-40d9-8261-37f47b5b9a01" providerId="AD" clId="Web-{C7148A3E-004B-74C6-4D15-31DA7AF65C1C}" dt="2021-09-02T07:17:30.607" v="1548" actId="20577"/>
        <pc:sldMkLst>
          <pc:docMk/>
          <pc:sldMk cId="0" sldId="259"/>
        </pc:sldMkLst>
        <pc:spChg chg="mod">
          <ac:chgData name="Thomas Sinclair" userId="S::thomass@aie.edu.au::ea7e17c6-715c-40d9-8261-37f47b5b9a01" providerId="AD" clId="Web-{C7148A3E-004B-74C6-4D15-31DA7AF65C1C}" dt="2021-09-02T06:39:55.875" v="1389" actId="20577"/>
          <ac:spMkLst>
            <pc:docMk/>
            <pc:sldMk cId="0" sldId="259"/>
            <ac:spMk id="270" creationId="{00000000-0000-0000-0000-000000000000}"/>
          </ac:spMkLst>
        </pc:spChg>
        <pc:spChg chg="mod">
          <ac:chgData name="Thomas Sinclair" userId="S::thomass@aie.edu.au::ea7e17c6-715c-40d9-8261-37f47b5b9a01" providerId="AD" clId="Web-{C7148A3E-004B-74C6-4D15-31DA7AF65C1C}" dt="2021-09-02T07:17:30.607" v="1548" actId="20577"/>
          <ac:spMkLst>
            <pc:docMk/>
            <pc:sldMk cId="0" sldId="259"/>
            <ac:spMk id="271" creationId="{00000000-0000-0000-0000-000000000000}"/>
          </ac:spMkLst>
        </pc:spChg>
      </pc:sldChg>
      <pc:sldChg chg="modSp">
        <pc:chgData name="Thomas Sinclair" userId="S::thomass@aie.edu.au::ea7e17c6-715c-40d9-8261-37f47b5b9a01" providerId="AD" clId="Web-{C7148A3E-004B-74C6-4D15-31DA7AF65C1C}" dt="2021-09-02T06:47:31.997" v="1429" actId="20577"/>
        <pc:sldMkLst>
          <pc:docMk/>
          <pc:sldMk cId="4241223043" sldId="262"/>
        </pc:sldMkLst>
        <pc:spChg chg="mod">
          <ac:chgData name="Thomas Sinclair" userId="S::thomass@aie.edu.au::ea7e17c6-715c-40d9-8261-37f47b5b9a01" providerId="AD" clId="Web-{C7148A3E-004B-74C6-4D15-31DA7AF65C1C}" dt="2021-09-02T06:47:31.997" v="1429" actId="20577"/>
          <ac:spMkLst>
            <pc:docMk/>
            <pc:sldMk cId="4241223043" sldId="262"/>
            <ac:spMk id="270" creationId="{00000000-0000-0000-0000-000000000000}"/>
          </ac:spMkLst>
        </pc:spChg>
        <pc:spChg chg="mod">
          <ac:chgData name="Thomas Sinclair" userId="S::thomass@aie.edu.au::ea7e17c6-715c-40d9-8261-37f47b5b9a01" providerId="AD" clId="Web-{C7148A3E-004B-74C6-4D15-31DA7AF65C1C}" dt="2021-09-02T06:46:49.996" v="1419" actId="20577"/>
          <ac:spMkLst>
            <pc:docMk/>
            <pc:sldMk cId="4241223043" sldId="262"/>
            <ac:spMk id="271" creationId="{00000000-0000-0000-0000-000000000000}"/>
          </ac:spMkLst>
        </pc:spChg>
      </pc:sldChg>
      <pc:sldChg chg="modSp">
        <pc:chgData name="Thomas Sinclair" userId="S::thomass@aie.edu.au::ea7e17c6-715c-40d9-8261-37f47b5b9a01" providerId="AD" clId="Web-{C7148A3E-004B-74C6-4D15-31DA7AF65C1C}" dt="2021-09-02T07:14:05.985" v="1535" actId="20577"/>
        <pc:sldMkLst>
          <pc:docMk/>
          <pc:sldMk cId="3929129754" sldId="263"/>
        </pc:sldMkLst>
        <pc:spChg chg="mod">
          <ac:chgData name="Thomas Sinclair" userId="S::thomass@aie.edu.au::ea7e17c6-715c-40d9-8261-37f47b5b9a01" providerId="AD" clId="Web-{C7148A3E-004B-74C6-4D15-31DA7AF65C1C}" dt="2021-09-02T06:59:16.493" v="1446" actId="20577"/>
          <ac:spMkLst>
            <pc:docMk/>
            <pc:sldMk cId="3929129754" sldId="263"/>
            <ac:spMk id="270" creationId="{00000000-0000-0000-0000-000000000000}"/>
          </ac:spMkLst>
        </pc:spChg>
        <pc:spChg chg="mod">
          <ac:chgData name="Thomas Sinclair" userId="S::thomass@aie.edu.au::ea7e17c6-715c-40d9-8261-37f47b5b9a01" providerId="AD" clId="Web-{C7148A3E-004B-74C6-4D15-31DA7AF65C1C}" dt="2021-09-02T07:14:05.985" v="1535" actId="20577"/>
          <ac:spMkLst>
            <pc:docMk/>
            <pc:sldMk cId="3929129754" sldId="263"/>
            <ac:spMk id="271" creationId="{00000000-0000-0000-0000-000000000000}"/>
          </ac:spMkLst>
        </pc:spChg>
      </pc:sldChg>
      <pc:sldChg chg="modSp">
        <pc:chgData name="Thomas Sinclair" userId="S::thomass@aie.edu.au::ea7e17c6-715c-40d9-8261-37f47b5b9a01" providerId="AD" clId="Web-{C7148A3E-004B-74C6-4D15-31DA7AF65C1C}" dt="2021-09-02T00:53:43.191" v="28"/>
        <pc:sldMkLst>
          <pc:docMk/>
          <pc:sldMk cId="1599177151" sldId="264"/>
        </pc:sldMkLst>
        <pc:graphicFrameChg chg="modGraphic">
          <ac:chgData name="Thomas Sinclair" userId="S::thomass@aie.edu.au::ea7e17c6-715c-40d9-8261-37f47b5b9a01" providerId="AD" clId="Web-{C7148A3E-004B-74C6-4D15-31DA7AF65C1C}" dt="2021-09-02T00:53:43.191" v="28"/>
          <ac:graphicFrameMkLst>
            <pc:docMk/>
            <pc:sldMk cId="1599177151" sldId="264"/>
            <ac:graphicFrameMk id="5" creationId="{517A1754-E245-4B3C-872F-897FC14A96AA}"/>
          </ac:graphicFrameMkLst>
        </pc:graphicFrameChg>
        <pc:graphicFrameChg chg="modGraphic">
          <ac:chgData name="Thomas Sinclair" userId="S::thomass@aie.edu.au::ea7e17c6-715c-40d9-8261-37f47b5b9a01" providerId="AD" clId="Web-{C7148A3E-004B-74C6-4D15-31DA7AF65C1C}" dt="2021-09-02T00:52:35.909" v="24"/>
          <ac:graphicFrameMkLst>
            <pc:docMk/>
            <pc:sldMk cId="1599177151" sldId="264"/>
            <ac:graphicFrameMk id="9" creationId="{0CEB1652-2590-4A61-91C6-340221343AEA}"/>
          </ac:graphicFrameMkLst>
        </pc:graphicFrameChg>
      </pc:sldChg>
      <pc:sldChg chg="modSp">
        <pc:chgData name="Thomas Sinclair" userId="S::thomass@aie.edu.au::ea7e17c6-715c-40d9-8261-37f47b5b9a01" providerId="AD" clId="Web-{C7148A3E-004B-74C6-4D15-31DA7AF65C1C}" dt="2021-09-02T07:01:01.265" v="1456" actId="20577"/>
        <pc:sldMkLst>
          <pc:docMk/>
          <pc:sldMk cId="1564870254" sldId="265"/>
        </pc:sldMkLst>
        <pc:spChg chg="mod">
          <ac:chgData name="Thomas Sinclair" userId="S::thomass@aie.edu.au::ea7e17c6-715c-40d9-8261-37f47b5b9a01" providerId="AD" clId="Web-{C7148A3E-004B-74C6-4D15-31DA7AF65C1C}" dt="2021-09-02T07:01:01.265" v="1456" actId="20577"/>
          <ac:spMkLst>
            <pc:docMk/>
            <pc:sldMk cId="1564870254" sldId="265"/>
            <ac:spMk id="271" creationId="{00000000-0000-0000-0000-000000000000}"/>
          </ac:spMkLst>
        </pc:spChg>
      </pc:sldChg>
      <pc:sldChg chg="modSp del">
        <pc:chgData name="Thomas Sinclair" userId="S::thomass@aie.edu.au::ea7e17c6-715c-40d9-8261-37f47b5b9a01" providerId="AD" clId="Web-{C7148A3E-004B-74C6-4D15-31DA7AF65C1C}" dt="2021-09-02T05:27:06.983" v="992"/>
        <pc:sldMkLst>
          <pc:docMk/>
          <pc:sldMk cId="272068275" sldId="266"/>
        </pc:sldMkLst>
        <pc:spChg chg="mod">
          <ac:chgData name="Thomas Sinclair" userId="S::thomass@aie.edu.au::ea7e17c6-715c-40d9-8261-37f47b5b9a01" providerId="AD" clId="Web-{C7148A3E-004B-74C6-4D15-31DA7AF65C1C}" dt="2021-09-02T04:40:46.780" v="526" actId="20577"/>
          <ac:spMkLst>
            <pc:docMk/>
            <pc:sldMk cId="272068275" sldId="266"/>
            <ac:spMk id="270" creationId="{00000000-0000-0000-0000-000000000000}"/>
          </ac:spMkLst>
        </pc:spChg>
        <pc:spChg chg="mod">
          <ac:chgData name="Thomas Sinclair" userId="S::thomass@aie.edu.au::ea7e17c6-715c-40d9-8261-37f47b5b9a01" providerId="AD" clId="Web-{C7148A3E-004B-74C6-4D15-31DA7AF65C1C}" dt="2021-09-02T05:06:33.516" v="925" actId="20577"/>
          <ac:spMkLst>
            <pc:docMk/>
            <pc:sldMk cId="272068275" sldId="266"/>
            <ac:spMk id="271" creationId="{00000000-0000-0000-0000-000000000000}"/>
          </ac:spMkLst>
        </pc:spChg>
      </pc:sldChg>
      <pc:sldChg chg="modSp">
        <pc:chgData name="Thomas Sinclair" userId="S::thomass@aie.edu.au::ea7e17c6-715c-40d9-8261-37f47b5b9a01" providerId="AD" clId="Web-{C7148A3E-004B-74C6-4D15-31DA7AF65C1C}" dt="2021-09-02T04:58:10.063" v="907"/>
        <pc:sldMkLst>
          <pc:docMk/>
          <pc:sldMk cId="3543835949" sldId="267"/>
        </pc:sldMkLst>
        <pc:graphicFrameChg chg="mod modGraphic">
          <ac:chgData name="Thomas Sinclair" userId="S::thomass@aie.edu.au::ea7e17c6-715c-40d9-8261-37f47b5b9a01" providerId="AD" clId="Web-{C7148A3E-004B-74C6-4D15-31DA7AF65C1C}" dt="2021-09-02T04:58:10.063" v="907"/>
          <ac:graphicFrameMkLst>
            <pc:docMk/>
            <pc:sldMk cId="3543835949" sldId="267"/>
            <ac:graphicFrameMk id="6" creationId="{B705625E-947A-493F-9E40-DEC8F49CB570}"/>
          </ac:graphicFrameMkLst>
        </pc:graphicFrameChg>
      </pc:sldChg>
      <pc:sldChg chg="modSp">
        <pc:chgData name="Thomas Sinclair" userId="S::thomass@aie.edu.au::ea7e17c6-715c-40d9-8261-37f47b5b9a01" providerId="AD" clId="Web-{C7148A3E-004B-74C6-4D15-31DA7AF65C1C}" dt="2021-09-02T06:45:38.068" v="1410" actId="1076"/>
        <pc:sldMkLst>
          <pc:docMk/>
          <pc:sldMk cId="2919946449" sldId="268"/>
        </pc:sldMkLst>
        <pc:spChg chg="mod">
          <ac:chgData name="Thomas Sinclair" userId="S::thomass@aie.edu.au::ea7e17c6-715c-40d9-8261-37f47b5b9a01" providerId="AD" clId="Web-{C7148A3E-004B-74C6-4D15-31DA7AF65C1C}" dt="2021-09-02T06:03:40.680" v="1179" actId="20577"/>
          <ac:spMkLst>
            <pc:docMk/>
            <pc:sldMk cId="2919946449" sldId="268"/>
            <ac:spMk id="4" creationId="{AB5D27ED-5D71-426A-A2F5-22B1A10C72A3}"/>
          </ac:spMkLst>
        </pc:spChg>
        <pc:spChg chg="mod">
          <ac:chgData name="Thomas Sinclair" userId="S::thomass@aie.edu.au::ea7e17c6-715c-40d9-8261-37f47b5b9a01" providerId="AD" clId="Web-{C7148A3E-004B-74C6-4D15-31DA7AF65C1C}" dt="2021-09-02T05:46:26.882" v="1059" actId="20577"/>
          <ac:spMkLst>
            <pc:docMk/>
            <pc:sldMk cId="2919946449" sldId="268"/>
            <ac:spMk id="270" creationId="{00000000-0000-0000-0000-000000000000}"/>
          </ac:spMkLst>
        </pc:spChg>
        <pc:graphicFrameChg chg="mod modGraphic">
          <ac:chgData name="Thomas Sinclair" userId="S::thomass@aie.edu.au::ea7e17c6-715c-40d9-8261-37f47b5b9a01" providerId="AD" clId="Web-{C7148A3E-004B-74C6-4D15-31DA7AF65C1C}" dt="2021-09-02T06:45:38.068" v="1410" actId="1076"/>
          <ac:graphicFrameMkLst>
            <pc:docMk/>
            <pc:sldMk cId="2919946449" sldId="268"/>
            <ac:graphicFrameMk id="8" creationId="{96076F0D-333A-440E-8470-86B8D838289B}"/>
          </ac:graphicFrameMkLst>
        </pc:graphicFrameChg>
      </pc:sldChg>
      <pc:sldChg chg="modSp">
        <pc:chgData name="Thomas Sinclair" userId="S::thomass@aie.edu.au::ea7e17c6-715c-40d9-8261-37f47b5b9a01" providerId="AD" clId="Web-{C7148A3E-004B-74C6-4D15-31DA7AF65C1C}" dt="2021-09-02T04:51:58.196" v="596" actId="20577"/>
        <pc:sldMkLst>
          <pc:docMk/>
          <pc:sldMk cId="307213659" sldId="270"/>
        </pc:sldMkLst>
        <pc:spChg chg="mod">
          <ac:chgData name="Thomas Sinclair" userId="S::thomass@aie.edu.au::ea7e17c6-715c-40d9-8261-37f47b5b9a01" providerId="AD" clId="Web-{C7148A3E-004B-74C6-4D15-31DA7AF65C1C}" dt="2021-09-02T04:51:58.196" v="596" actId="20577"/>
          <ac:spMkLst>
            <pc:docMk/>
            <pc:sldMk cId="307213659" sldId="270"/>
            <ac:spMk id="4" creationId="{89B6003B-F3DC-4FC5-97AF-24D6042512BB}"/>
          </ac:spMkLst>
        </pc:spChg>
        <pc:graphicFrameChg chg="mod modGraphic">
          <ac:chgData name="Thomas Sinclair" userId="S::thomass@aie.edu.au::ea7e17c6-715c-40d9-8261-37f47b5b9a01" providerId="AD" clId="Web-{C7148A3E-004B-74C6-4D15-31DA7AF65C1C}" dt="2021-09-02T01:25:20.377" v="410"/>
          <ac:graphicFrameMkLst>
            <pc:docMk/>
            <pc:sldMk cId="307213659" sldId="270"/>
            <ac:graphicFrameMk id="6" creationId="{B705625E-947A-493F-9E40-DEC8F49CB570}"/>
          </ac:graphicFrameMkLst>
        </pc:graphicFrameChg>
      </pc:sldChg>
      <pc:sldChg chg="modSp add del replId">
        <pc:chgData name="Thomas Sinclair" userId="S::thomass@aie.edu.au::ea7e17c6-715c-40d9-8261-37f47b5b9a01" providerId="AD" clId="Web-{C7148A3E-004B-74C6-4D15-31DA7AF65C1C}" dt="2021-09-02T05:27:11.623" v="993"/>
        <pc:sldMkLst>
          <pc:docMk/>
          <pc:sldMk cId="1237855846" sldId="271"/>
        </pc:sldMkLst>
        <pc:spChg chg="mod">
          <ac:chgData name="Thomas Sinclair" userId="S::thomass@aie.edu.au::ea7e17c6-715c-40d9-8261-37f47b5b9a01" providerId="AD" clId="Web-{C7148A3E-004B-74C6-4D15-31DA7AF65C1C}" dt="2021-09-02T05:03:28.645" v="920" actId="20577"/>
          <ac:spMkLst>
            <pc:docMk/>
            <pc:sldMk cId="1237855846" sldId="271"/>
            <ac:spMk id="270" creationId="{00000000-0000-0000-0000-000000000000}"/>
          </ac:spMkLst>
        </pc:spChg>
        <pc:spChg chg="mod">
          <ac:chgData name="Thomas Sinclair" userId="S::thomass@aie.edu.au::ea7e17c6-715c-40d9-8261-37f47b5b9a01" providerId="AD" clId="Web-{C7148A3E-004B-74C6-4D15-31DA7AF65C1C}" dt="2021-09-02T04:40:11.278" v="520" actId="20577"/>
          <ac:spMkLst>
            <pc:docMk/>
            <pc:sldMk cId="1237855846" sldId="271"/>
            <ac:spMk id="271" creationId="{00000000-0000-0000-0000-000000000000}"/>
          </ac:spMkLst>
        </pc:spChg>
      </pc:sldChg>
      <pc:sldChg chg="modSp add replId">
        <pc:chgData name="Thomas Sinclair" userId="S::thomass@aie.edu.au::ea7e17c6-715c-40d9-8261-37f47b5b9a01" providerId="AD" clId="Web-{C7148A3E-004B-74C6-4D15-31DA7AF65C1C}" dt="2021-09-02T07:15:38.772" v="1542" actId="20577"/>
        <pc:sldMkLst>
          <pc:docMk/>
          <pc:sldMk cId="1238345654" sldId="272"/>
        </pc:sldMkLst>
        <pc:spChg chg="mod">
          <ac:chgData name="Thomas Sinclair" userId="S::thomass@aie.edu.au::ea7e17c6-715c-40d9-8261-37f47b5b9a01" providerId="AD" clId="Web-{C7148A3E-004B-74C6-4D15-31DA7AF65C1C}" dt="2021-09-02T05:26:12.604" v="988" actId="20577"/>
          <ac:spMkLst>
            <pc:docMk/>
            <pc:sldMk cId="1238345654" sldId="272"/>
            <ac:spMk id="270" creationId="{00000000-0000-0000-0000-000000000000}"/>
          </ac:spMkLst>
        </pc:spChg>
        <pc:spChg chg="mod">
          <ac:chgData name="Thomas Sinclair" userId="S::thomass@aie.edu.au::ea7e17c6-715c-40d9-8261-37f47b5b9a01" providerId="AD" clId="Web-{C7148A3E-004B-74C6-4D15-31DA7AF65C1C}" dt="2021-09-02T07:15:38.772" v="1542" actId="20577"/>
          <ac:spMkLst>
            <pc:docMk/>
            <pc:sldMk cId="1238345654" sldId="272"/>
            <ac:spMk id="271" creationId="{00000000-0000-0000-0000-000000000000}"/>
          </ac:spMkLst>
        </pc:spChg>
      </pc:sldChg>
      <pc:sldChg chg="add del replId">
        <pc:chgData name="Thomas Sinclair" userId="S::thomass@aie.edu.au::ea7e17c6-715c-40d9-8261-37f47b5b9a01" providerId="AD" clId="Web-{C7148A3E-004B-74C6-4D15-31DA7AF65C1C}" dt="2021-09-02T05:38:19.930" v="998"/>
        <pc:sldMkLst>
          <pc:docMk/>
          <pc:sldMk cId="357033051" sldId="273"/>
        </pc:sldMkLst>
      </pc:sldChg>
      <pc:sldChg chg="addSp delSp modSp add replId">
        <pc:chgData name="Thomas Sinclair" userId="S::thomass@aie.edu.au::ea7e17c6-715c-40d9-8261-37f47b5b9a01" providerId="AD" clId="Web-{C7148A3E-004B-74C6-4D15-31DA7AF65C1C}" dt="2021-09-02T06:55:01.556" v="1432" actId="20577"/>
        <pc:sldMkLst>
          <pc:docMk/>
          <pc:sldMk cId="605107709" sldId="273"/>
        </pc:sldMkLst>
        <pc:spChg chg="add del mod">
          <ac:chgData name="Thomas Sinclair" userId="S::thomass@aie.edu.au::ea7e17c6-715c-40d9-8261-37f47b5b9a01" providerId="AD" clId="Web-{C7148A3E-004B-74C6-4D15-31DA7AF65C1C}" dt="2021-09-02T06:22:29.108" v="1281"/>
          <ac:spMkLst>
            <pc:docMk/>
            <pc:sldMk cId="605107709" sldId="273"/>
            <ac:spMk id="3" creationId="{7C2748FC-FB20-42DF-A00D-64DE60546703}"/>
          </ac:spMkLst>
        </pc:spChg>
        <pc:spChg chg="add del">
          <ac:chgData name="Thomas Sinclair" userId="S::thomass@aie.edu.au::ea7e17c6-715c-40d9-8261-37f47b5b9a01" providerId="AD" clId="Web-{C7148A3E-004B-74C6-4D15-31DA7AF65C1C}" dt="2021-09-02T06:22:30.718" v="1282"/>
          <ac:spMkLst>
            <pc:docMk/>
            <pc:sldMk cId="605107709" sldId="273"/>
            <ac:spMk id="4" creationId="{5EBE77A4-CDB2-45E7-BD4E-479D62257B83}"/>
          </ac:spMkLst>
        </pc:spChg>
        <pc:spChg chg="add del mod">
          <ac:chgData name="Thomas Sinclair" userId="S::thomass@aie.edu.au::ea7e17c6-715c-40d9-8261-37f47b5b9a01" providerId="AD" clId="Web-{C7148A3E-004B-74C6-4D15-31DA7AF65C1C}" dt="2021-09-02T06:22:38.796" v="1285"/>
          <ac:spMkLst>
            <pc:docMk/>
            <pc:sldMk cId="605107709" sldId="273"/>
            <ac:spMk id="5" creationId="{A3C07E03-954D-48A0-94F7-FC3A15034D86}"/>
          </ac:spMkLst>
        </pc:spChg>
        <pc:spChg chg="add mod">
          <ac:chgData name="Thomas Sinclair" userId="S::thomass@aie.edu.au::ea7e17c6-715c-40d9-8261-37f47b5b9a01" providerId="AD" clId="Web-{C7148A3E-004B-74C6-4D15-31DA7AF65C1C}" dt="2021-09-02T06:22:53.704" v="1286"/>
          <ac:spMkLst>
            <pc:docMk/>
            <pc:sldMk cId="605107709" sldId="273"/>
            <ac:spMk id="7" creationId="{5B2768AC-1DC2-4753-A218-3994E5B73C07}"/>
          </ac:spMkLst>
        </pc:spChg>
        <pc:spChg chg="del mod">
          <ac:chgData name="Thomas Sinclair" userId="S::thomass@aie.edu.au::ea7e17c6-715c-40d9-8261-37f47b5b9a01" providerId="AD" clId="Web-{C7148A3E-004B-74C6-4D15-31DA7AF65C1C}" dt="2021-09-02T06:22:22.936" v="1279"/>
          <ac:spMkLst>
            <pc:docMk/>
            <pc:sldMk cId="605107709" sldId="273"/>
            <ac:spMk id="270" creationId="{00000000-0000-0000-0000-000000000000}"/>
          </ac:spMkLst>
        </pc:spChg>
        <pc:spChg chg="mod">
          <ac:chgData name="Thomas Sinclair" userId="S::thomass@aie.edu.au::ea7e17c6-715c-40d9-8261-37f47b5b9a01" providerId="AD" clId="Web-{C7148A3E-004B-74C6-4D15-31DA7AF65C1C}" dt="2021-09-02T06:55:01.556" v="1432" actId="20577"/>
          <ac:spMkLst>
            <pc:docMk/>
            <pc:sldMk cId="605107709" sldId="273"/>
            <ac:spMk id="271" creationId="{00000000-0000-0000-0000-000000000000}"/>
          </ac:spMkLst>
        </pc:spChg>
      </pc:sldChg>
    </pc:docChg>
  </pc:docChgLst>
  <pc:docChgLst>
    <pc:chgData name="Thomas Sinclair" userId="S::thomass@aie.edu.au::ea7e17c6-715c-40d9-8261-37f47b5b9a01" providerId="AD" clId="Web-{CBC67E9E-8AB7-4B9E-9EFF-4F4E09D5CE84}"/>
    <pc:docChg chg="modSld">
      <pc:chgData name="Thomas Sinclair" userId="S::thomass@aie.edu.au::ea7e17c6-715c-40d9-8261-37f47b5b9a01" providerId="AD" clId="Web-{CBC67E9E-8AB7-4B9E-9EFF-4F4E09D5CE84}" dt="2021-08-12T05:30:24.534" v="98"/>
      <pc:docMkLst>
        <pc:docMk/>
      </pc:docMkLst>
      <pc:sldChg chg="modSp">
        <pc:chgData name="Thomas Sinclair" userId="S::thomass@aie.edu.au::ea7e17c6-715c-40d9-8261-37f47b5b9a01" providerId="AD" clId="Web-{CBC67E9E-8AB7-4B9E-9EFF-4F4E09D5CE84}" dt="2021-08-12T05:29:57.299" v="91" actId="20577"/>
        <pc:sldMkLst>
          <pc:docMk/>
          <pc:sldMk cId="0" sldId="258"/>
        </pc:sldMkLst>
        <pc:spChg chg="mod">
          <ac:chgData name="Thomas Sinclair" userId="S::thomass@aie.edu.au::ea7e17c6-715c-40d9-8261-37f47b5b9a01" providerId="AD" clId="Web-{CBC67E9E-8AB7-4B9E-9EFF-4F4E09D5CE84}" dt="2021-08-12T05:29:57.299" v="91" actId="20577"/>
          <ac:spMkLst>
            <pc:docMk/>
            <pc:sldMk cId="0" sldId="258"/>
            <ac:spMk id="264" creationId="{00000000-0000-0000-0000-000000000000}"/>
          </ac:spMkLst>
        </pc:spChg>
      </pc:sldChg>
      <pc:sldChg chg="modSp">
        <pc:chgData name="Thomas Sinclair" userId="S::thomass@aie.edu.au::ea7e17c6-715c-40d9-8261-37f47b5b9a01" providerId="AD" clId="Web-{CBC67E9E-8AB7-4B9E-9EFF-4F4E09D5CE84}" dt="2021-08-12T05:30:24.534" v="98"/>
        <pc:sldMkLst>
          <pc:docMk/>
          <pc:sldMk cId="3543835949" sldId="267"/>
        </pc:sldMkLst>
        <pc:graphicFrameChg chg="mod modGraphic">
          <ac:chgData name="Thomas Sinclair" userId="S::thomass@aie.edu.au::ea7e17c6-715c-40d9-8261-37f47b5b9a01" providerId="AD" clId="Web-{CBC67E9E-8AB7-4B9E-9EFF-4F4E09D5CE84}" dt="2021-08-12T05:30:24.534" v="98"/>
          <ac:graphicFrameMkLst>
            <pc:docMk/>
            <pc:sldMk cId="3543835949" sldId="267"/>
            <ac:graphicFrameMk id="6" creationId="{B705625E-947A-493F-9E40-DEC8F49CB570}"/>
          </ac:graphicFrameMkLst>
        </pc:graphicFrameChg>
      </pc:sldChg>
    </pc:docChg>
  </pc:docChgLst>
  <pc:docChgLst>
    <pc:chgData name="Thomas Sinclair" userId="S::thomass@aie.edu.au::ea7e17c6-715c-40d9-8261-37f47b5b9a01" providerId="AD" clId="Web-{22E9DD00-A48F-DD1D-C9B9-4E8954B87692}"/>
    <pc:docChg chg="addSld delSld modSld">
      <pc:chgData name="Thomas Sinclair" userId="S::thomass@aie.edu.au::ea7e17c6-715c-40d9-8261-37f47b5b9a01" providerId="AD" clId="Web-{22E9DD00-A48F-DD1D-C9B9-4E8954B87692}" dt="2021-10-14T05:43:57.807" v="7"/>
      <pc:docMkLst>
        <pc:docMk/>
      </pc:docMkLst>
      <pc:sldChg chg="del">
        <pc:chgData name="Thomas Sinclair" userId="S::thomass@aie.edu.au::ea7e17c6-715c-40d9-8261-37f47b5b9a01" providerId="AD" clId="Web-{22E9DD00-A48F-DD1D-C9B9-4E8954B87692}" dt="2021-10-14T05:43:57.807" v="7"/>
        <pc:sldMkLst>
          <pc:docMk/>
          <pc:sldMk cId="3336099902" sldId="269"/>
        </pc:sldMkLst>
      </pc:sldChg>
      <pc:sldChg chg="delSp modSp add">
        <pc:chgData name="Thomas Sinclair" userId="S::thomass@aie.edu.au::ea7e17c6-715c-40d9-8261-37f47b5b9a01" providerId="AD" clId="Web-{22E9DD00-A48F-DD1D-C9B9-4E8954B87692}" dt="2021-10-14T05:43:55.651" v="6" actId="20577"/>
        <pc:sldMkLst>
          <pc:docMk/>
          <pc:sldMk cId="869383431" sldId="279"/>
        </pc:sldMkLst>
        <pc:spChg chg="mod">
          <ac:chgData name="Thomas Sinclair" userId="S::thomass@aie.edu.au::ea7e17c6-715c-40d9-8261-37f47b5b9a01" providerId="AD" clId="Web-{22E9DD00-A48F-DD1D-C9B9-4E8954B87692}" dt="2021-10-14T05:43:55.651" v="6" actId="20577"/>
          <ac:spMkLst>
            <pc:docMk/>
            <pc:sldMk cId="869383431" sldId="279"/>
            <ac:spMk id="17" creationId="{85033398-D320-4371-A0CD-7A7BC1D5BCC0}"/>
          </ac:spMkLst>
        </pc:spChg>
        <pc:grpChg chg="del">
          <ac:chgData name="Thomas Sinclair" userId="S::thomass@aie.edu.au::ea7e17c6-715c-40d9-8261-37f47b5b9a01" providerId="AD" clId="Web-{22E9DD00-A48F-DD1D-C9B9-4E8954B87692}" dt="2021-10-14T05:43:50.010" v="1"/>
          <ac:grpSpMkLst>
            <pc:docMk/>
            <pc:sldMk cId="869383431" sldId="279"/>
            <ac:grpSpMk id="14" creationId="{AAAC1EE1-EA54-4191-8A2B-28FC20E5D25C}"/>
          </ac:grpSpMkLst>
        </pc:grpChg>
      </pc:sldChg>
    </pc:docChg>
  </pc:docChgLst>
  <pc:docChgLst>
    <pc:chgData name="Thomas Sinclair" userId="S::thomass@aie.edu.au::ea7e17c6-715c-40d9-8261-37f47b5b9a01" providerId="AD" clId="Web-{F90B794B-3FFC-290B-CD4F-025E0321BBFE}"/>
    <pc:docChg chg="addSld delSld modSld addMainMaster">
      <pc:chgData name="Thomas Sinclair" userId="S::thomass@aie.edu.au::ea7e17c6-715c-40d9-8261-37f47b5b9a01" providerId="AD" clId="Web-{F90B794B-3FFC-290B-CD4F-025E0321BBFE}" dt="2021-09-09T06:23:42.673" v="695" actId="20577"/>
      <pc:docMkLst>
        <pc:docMk/>
      </pc:docMkLst>
      <pc:sldChg chg="modSp">
        <pc:chgData name="Thomas Sinclair" userId="S::thomass@aie.edu.au::ea7e17c6-715c-40d9-8261-37f47b5b9a01" providerId="AD" clId="Web-{F90B794B-3FFC-290B-CD4F-025E0321BBFE}" dt="2021-09-09T06:23:42.673" v="695" actId="20577"/>
        <pc:sldMkLst>
          <pc:docMk/>
          <pc:sldMk cId="0" sldId="257"/>
        </pc:sldMkLst>
        <pc:spChg chg="mod">
          <ac:chgData name="Thomas Sinclair" userId="S::thomass@aie.edu.au::ea7e17c6-715c-40d9-8261-37f47b5b9a01" providerId="AD" clId="Web-{F90B794B-3FFC-290B-CD4F-025E0321BBFE}" dt="2021-09-09T06:23:42.673" v="695" actId="20577"/>
          <ac:spMkLst>
            <pc:docMk/>
            <pc:sldMk cId="0" sldId="257"/>
            <ac:spMk id="258" creationId="{00000000-0000-0000-0000-000000000000}"/>
          </ac:spMkLst>
        </pc:spChg>
      </pc:sldChg>
      <pc:sldChg chg="modSp">
        <pc:chgData name="Thomas Sinclair" userId="S::thomass@aie.edu.au::ea7e17c6-715c-40d9-8261-37f47b5b9a01" providerId="AD" clId="Web-{F90B794B-3FFC-290B-CD4F-025E0321BBFE}" dt="2021-09-08T23:37:58.077" v="36" actId="20577"/>
        <pc:sldMkLst>
          <pc:docMk/>
          <pc:sldMk cId="0" sldId="258"/>
        </pc:sldMkLst>
        <pc:spChg chg="mod">
          <ac:chgData name="Thomas Sinclair" userId="S::thomass@aie.edu.au::ea7e17c6-715c-40d9-8261-37f47b5b9a01" providerId="AD" clId="Web-{F90B794B-3FFC-290B-CD4F-025E0321BBFE}" dt="2021-09-08T23:37:58.077" v="36" actId="20577"/>
          <ac:spMkLst>
            <pc:docMk/>
            <pc:sldMk cId="0" sldId="258"/>
            <ac:spMk id="264" creationId="{00000000-0000-0000-0000-000000000000}"/>
          </ac:spMkLst>
        </pc:spChg>
      </pc:sldChg>
      <pc:sldChg chg="addSp delSp modSp">
        <pc:chgData name="Thomas Sinclair" userId="S::thomass@aie.edu.au::ea7e17c6-715c-40d9-8261-37f47b5b9a01" providerId="AD" clId="Web-{F90B794B-3FFC-290B-CD4F-025E0321BBFE}" dt="2021-09-09T06:21:09.420" v="686" actId="20577"/>
        <pc:sldMkLst>
          <pc:docMk/>
          <pc:sldMk cId="0" sldId="259"/>
        </pc:sldMkLst>
        <pc:spChg chg="add del mod">
          <ac:chgData name="Thomas Sinclair" userId="S::thomass@aie.edu.au::ea7e17c6-715c-40d9-8261-37f47b5b9a01" providerId="AD" clId="Web-{F90B794B-3FFC-290B-CD4F-025E0321BBFE}" dt="2021-09-09T06:19:47.513" v="674"/>
          <ac:spMkLst>
            <pc:docMk/>
            <pc:sldMk cId="0" sldId="259"/>
            <ac:spMk id="2" creationId="{63E28B51-3391-4142-813F-43976DA5F324}"/>
          </ac:spMkLst>
        </pc:spChg>
        <pc:spChg chg="add del mod">
          <ac:chgData name="Thomas Sinclair" userId="S::thomass@aie.edu.au::ea7e17c6-715c-40d9-8261-37f47b5b9a01" providerId="AD" clId="Web-{F90B794B-3FFC-290B-CD4F-025E0321BBFE}" dt="2021-09-09T06:19:03.996" v="664"/>
          <ac:spMkLst>
            <pc:docMk/>
            <pc:sldMk cId="0" sldId="259"/>
            <ac:spMk id="3" creationId="{8664A19D-7CF7-466E-8F89-87702B5E7D84}"/>
          </ac:spMkLst>
        </pc:spChg>
        <pc:spChg chg="add del mod">
          <ac:chgData name="Thomas Sinclair" userId="S::thomass@aie.edu.au::ea7e17c6-715c-40d9-8261-37f47b5b9a01" providerId="AD" clId="Web-{F90B794B-3FFC-290B-CD4F-025E0321BBFE}" dt="2021-09-09T06:19:09.543" v="668"/>
          <ac:spMkLst>
            <pc:docMk/>
            <pc:sldMk cId="0" sldId="259"/>
            <ac:spMk id="4" creationId="{89A0B875-80A3-427C-B8F5-E8C5DB8CD454}"/>
          </ac:spMkLst>
        </pc:spChg>
        <pc:spChg chg="add mod">
          <ac:chgData name="Thomas Sinclair" userId="S::thomass@aie.edu.au::ea7e17c6-715c-40d9-8261-37f47b5b9a01" providerId="AD" clId="Web-{F90B794B-3FFC-290B-CD4F-025E0321BBFE}" dt="2021-09-09T06:21:09.420" v="686" actId="20577"/>
          <ac:spMkLst>
            <pc:docMk/>
            <pc:sldMk cId="0" sldId="259"/>
            <ac:spMk id="6" creationId="{4A2D927D-F57D-43A7-B4B5-4002E67B62CC}"/>
          </ac:spMkLst>
        </pc:spChg>
        <pc:spChg chg="add del mod">
          <ac:chgData name="Thomas Sinclair" userId="S::thomass@aie.edu.au::ea7e17c6-715c-40d9-8261-37f47b5b9a01" providerId="AD" clId="Web-{F90B794B-3FFC-290B-CD4F-025E0321BBFE}" dt="2021-09-09T06:19:55.138" v="675"/>
          <ac:spMkLst>
            <pc:docMk/>
            <pc:sldMk cId="0" sldId="259"/>
            <ac:spMk id="9" creationId="{6744FBAD-4C82-41F4-91A6-4666645EB36A}"/>
          </ac:spMkLst>
        </pc:spChg>
        <pc:spChg chg="mod">
          <ac:chgData name="Thomas Sinclair" userId="S::thomass@aie.edu.au::ea7e17c6-715c-40d9-8261-37f47b5b9a01" providerId="AD" clId="Web-{F90B794B-3FFC-290B-CD4F-025E0321BBFE}" dt="2021-09-09T06:08:13.032" v="653" actId="20577"/>
          <ac:spMkLst>
            <pc:docMk/>
            <pc:sldMk cId="0" sldId="259"/>
            <ac:spMk id="270" creationId="{00000000-0000-0000-0000-000000000000}"/>
          </ac:spMkLst>
        </pc:spChg>
        <pc:spChg chg="del mod">
          <ac:chgData name="Thomas Sinclair" userId="S::thomass@aie.edu.au::ea7e17c6-715c-40d9-8261-37f47b5b9a01" providerId="AD" clId="Web-{F90B794B-3FFC-290B-CD4F-025E0321BBFE}" dt="2021-09-09T06:19:47.341" v="673"/>
          <ac:spMkLst>
            <pc:docMk/>
            <pc:sldMk cId="0" sldId="259"/>
            <ac:spMk id="271" creationId="{00000000-0000-0000-0000-000000000000}"/>
          </ac:spMkLst>
        </pc:spChg>
        <pc:spChg chg="mod">
          <ac:chgData name="Thomas Sinclair" userId="S::thomass@aie.edu.au::ea7e17c6-715c-40d9-8261-37f47b5b9a01" providerId="AD" clId="Web-{F90B794B-3FFC-290B-CD4F-025E0321BBFE}" dt="2021-09-09T06:18:53.777" v="661" actId="1076"/>
          <ac:spMkLst>
            <pc:docMk/>
            <pc:sldMk cId="0" sldId="259"/>
            <ac:spMk id="272" creationId="{00000000-0000-0000-0000-000000000000}"/>
          </ac:spMkLst>
        </pc:spChg>
      </pc:sldChg>
      <pc:sldChg chg="modSp">
        <pc:chgData name="Thomas Sinclair" userId="S::thomass@aie.edu.au::ea7e17c6-715c-40d9-8261-37f47b5b9a01" providerId="AD" clId="Web-{F90B794B-3FFC-290B-CD4F-025E0321BBFE}" dt="2021-09-09T06:08:28.720" v="656" actId="20577"/>
        <pc:sldMkLst>
          <pc:docMk/>
          <pc:sldMk cId="4241223043" sldId="262"/>
        </pc:sldMkLst>
        <pc:spChg chg="mod">
          <ac:chgData name="Thomas Sinclair" userId="S::thomass@aie.edu.au::ea7e17c6-715c-40d9-8261-37f47b5b9a01" providerId="AD" clId="Web-{F90B794B-3FFC-290B-CD4F-025E0321BBFE}" dt="2021-09-09T06:08:28.720" v="656" actId="20577"/>
          <ac:spMkLst>
            <pc:docMk/>
            <pc:sldMk cId="4241223043" sldId="262"/>
            <ac:spMk id="270" creationId="{00000000-0000-0000-0000-000000000000}"/>
          </ac:spMkLst>
        </pc:spChg>
        <pc:spChg chg="mod">
          <ac:chgData name="Thomas Sinclair" userId="S::thomass@aie.edu.au::ea7e17c6-715c-40d9-8261-37f47b5b9a01" providerId="AD" clId="Web-{F90B794B-3FFC-290B-CD4F-025E0321BBFE}" dt="2021-09-09T05:51:05.452" v="564" actId="20577"/>
          <ac:spMkLst>
            <pc:docMk/>
            <pc:sldMk cId="4241223043" sldId="262"/>
            <ac:spMk id="271" creationId="{00000000-0000-0000-0000-000000000000}"/>
          </ac:spMkLst>
        </pc:spChg>
      </pc:sldChg>
      <pc:sldChg chg="modSp">
        <pc:chgData name="Thomas Sinclair" userId="S::thomass@aie.edu.au::ea7e17c6-715c-40d9-8261-37f47b5b9a01" providerId="AD" clId="Web-{F90B794B-3FFC-290B-CD4F-025E0321BBFE}" dt="2021-09-09T05:49:56.373" v="557" actId="20577"/>
        <pc:sldMkLst>
          <pc:docMk/>
          <pc:sldMk cId="3929129754" sldId="263"/>
        </pc:sldMkLst>
        <pc:spChg chg="mod">
          <ac:chgData name="Thomas Sinclair" userId="S::thomass@aie.edu.au::ea7e17c6-715c-40d9-8261-37f47b5b9a01" providerId="AD" clId="Web-{F90B794B-3FFC-290B-CD4F-025E0321BBFE}" dt="2021-09-09T05:49:56.373" v="557" actId="20577"/>
          <ac:spMkLst>
            <pc:docMk/>
            <pc:sldMk cId="3929129754" sldId="263"/>
            <ac:spMk id="271" creationId="{00000000-0000-0000-0000-000000000000}"/>
          </ac:spMkLst>
        </pc:spChg>
      </pc:sldChg>
      <pc:sldChg chg="modSp">
        <pc:chgData name="Thomas Sinclair" userId="S::thomass@aie.edu.au::ea7e17c6-715c-40d9-8261-37f47b5b9a01" providerId="AD" clId="Web-{F90B794B-3FFC-290B-CD4F-025E0321BBFE}" dt="2021-09-08T23:37:42.108" v="22" actId="20577"/>
        <pc:sldMkLst>
          <pc:docMk/>
          <pc:sldMk cId="1564870254" sldId="265"/>
        </pc:sldMkLst>
        <pc:spChg chg="mod">
          <ac:chgData name="Thomas Sinclair" userId="S::thomass@aie.edu.au::ea7e17c6-715c-40d9-8261-37f47b5b9a01" providerId="AD" clId="Web-{F90B794B-3FFC-290B-CD4F-025E0321BBFE}" dt="2021-09-08T23:37:42.108" v="22" actId="20577"/>
          <ac:spMkLst>
            <pc:docMk/>
            <pc:sldMk cId="1564870254" sldId="265"/>
            <ac:spMk id="271" creationId="{00000000-0000-0000-0000-000000000000}"/>
          </ac:spMkLst>
        </pc:spChg>
      </pc:sldChg>
      <pc:sldChg chg="modSp addCm delCm">
        <pc:chgData name="Thomas Sinclair" userId="S::thomass@aie.edu.au::ea7e17c6-715c-40d9-8261-37f47b5b9a01" providerId="AD" clId="Web-{F90B794B-3FFC-290B-CD4F-025E0321BBFE}" dt="2021-09-09T05:29:03.915" v="551"/>
        <pc:sldMkLst>
          <pc:docMk/>
          <pc:sldMk cId="3543835949" sldId="267"/>
        </pc:sldMkLst>
        <pc:graphicFrameChg chg="mod modGraphic">
          <ac:chgData name="Thomas Sinclair" userId="S::thomass@aie.edu.au::ea7e17c6-715c-40d9-8261-37f47b5b9a01" providerId="AD" clId="Web-{F90B794B-3FFC-290B-CD4F-025E0321BBFE}" dt="2021-09-09T05:29:03.915" v="551"/>
          <ac:graphicFrameMkLst>
            <pc:docMk/>
            <pc:sldMk cId="3543835949" sldId="267"/>
            <ac:graphicFrameMk id="6" creationId="{B705625E-947A-493F-9E40-DEC8F49CB570}"/>
          </ac:graphicFrameMkLst>
        </pc:graphicFrameChg>
      </pc:sldChg>
      <pc:sldChg chg="modSp">
        <pc:chgData name="Thomas Sinclair" userId="S::thomass@aie.edu.au::ea7e17c6-715c-40d9-8261-37f47b5b9a01" providerId="AD" clId="Web-{F90B794B-3FFC-290B-CD4F-025E0321BBFE}" dt="2021-09-09T05:51:59.016" v="573" actId="20577"/>
        <pc:sldMkLst>
          <pc:docMk/>
          <pc:sldMk cId="1238345654" sldId="272"/>
        </pc:sldMkLst>
        <pc:spChg chg="mod">
          <ac:chgData name="Thomas Sinclair" userId="S::thomass@aie.edu.au::ea7e17c6-715c-40d9-8261-37f47b5b9a01" providerId="AD" clId="Web-{F90B794B-3FFC-290B-CD4F-025E0321BBFE}" dt="2021-09-09T05:51:59.016" v="573" actId="20577"/>
          <ac:spMkLst>
            <pc:docMk/>
            <pc:sldMk cId="1238345654" sldId="272"/>
            <ac:spMk id="271" creationId="{00000000-0000-0000-0000-000000000000}"/>
          </ac:spMkLst>
        </pc:spChg>
      </pc:sldChg>
      <pc:sldChg chg="modSp">
        <pc:chgData name="Thomas Sinclair" userId="S::thomass@aie.edu.au::ea7e17c6-715c-40d9-8261-37f47b5b9a01" providerId="AD" clId="Web-{F90B794B-3FFC-290B-CD4F-025E0321BBFE}" dt="2021-09-09T05:09:36.817" v="397" actId="20577"/>
        <pc:sldMkLst>
          <pc:docMk/>
          <pc:sldMk cId="605107709" sldId="273"/>
        </pc:sldMkLst>
        <pc:spChg chg="mod">
          <ac:chgData name="Thomas Sinclair" userId="S::thomass@aie.edu.au::ea7e17c6-715c-40d9-8261-37f47b5b9a01" providerId="AD" clId="Web-{F90B794B-3FFC-290B-CD4F-025E0321BBFE}" dt="2021-09-09T05:09:36.817" v="397" actId="20577"/>
          <ac:spMkLst>
            <pc:docMk/>
            <pc:sldMk cId="605107709" sldId="273"/>
            <ac:spMk id="271" creationId="{00000000-0000-0000-0000-000000000000}"/>
          </ac:spMkLst>
        </pc:spChg>
      </pc:sldChg>
      <pc:sldChg chg="modSp">
        <pc:chgData name="Thomas Sinclair" userId="S::thomass@aie.edu.au::ea7e17c6-715c-40d9-8261-37f47b5b9a01" providerId="AD" clId="Web-{F90B794B-3FFC-290B-CD4F-025E0321BBFE}" dt="2021-09-09T06:08:47.111" v="659" actId="20577"/>
        <pc:sldMkLst>
          <pc:docMk/>
          <pc:sldMk cId="3463590209" sldId="274"/>
        </pc:sldMkLst>
        <pc:spChg chg="mod">
          <ac:chgData name="Thomas Sinclair" userId="S::thomass@aie.edu.au::ea7e17c6-715c-40d9-8261-37f47b5b9a01" providerId="AD" clId="Web-{F90B794B-3FFC-290B-CD4F-025E0321BBFE}" dt="2021-09-09T06:08:47.111" v="659" actId="20577"/>
          <ac:spMkLst>
            <pc:docMk/>
            <pc:sldMk cId="3463590209" sldId="274"/>
            <ac:spMk id="5" creationId="{1C8796AF-8B06-4F1B-A618-25F3C7D00C9D}"/>
          </ac:spMkLst>
        </pc:spChg>
      </pc:sldChg>
      <pc:sldChg chg="delSp modSp add del replId">
        <pc:chgData name="Thomas Sinclair" userId="S::thomass@aie.edu.au::ea7e17c6-715c-40d9-8261-37f47b5b9a01" providerId="AD" clId="Web-{F90B794B-3FFC-290B-CD4F-025E0321BBFE}" dt="2021-09-09T05:22:43.612" v="420"/>
        <pc:sldMkLst>
          <pc:docMk/>
          <pc:sldMk cId="1998005831" sldId="275"/>
        </pc:sldMkLst>
        <pc:spChg chg="mod">
          <ac:chgData name="Thomas Sinclair" userId="S::thomass@aie.edu.au::ea7e17c6-715c-40d9-8261-37f47b5b9a01" providerId="AD" clId="Web-{F90B794B-3FFC-290B-CD4F-025E0321BBFE}" dt="2021-09-09T01:22:28.491" v="230" actId="20577"/>
          <ac:spMkLst>
            <pc:docMk/>
            <pc:sldMk cId="1998005831" sldId="275"/>
            <ac:spMk id="270" creationId="{00000000-0000-0000-0000-000000000000}"/>
          </ac:spMkLst>
        </pc:spChg>
        <pc:graphicFrameChg chg="del">
          <ac:chgData name="Thomas Sinclair" userId="S::thomass@aie.edu.au::ea7e17c6-715c-40d9-8261-37f47b5b9a01" providerId="AD" clId="Web-{F90B794B-3FFC-290B-CD4F-025E0321BBFE}" dt="2021-09-09T01:22:30.366" v="231"/>
          <ac:graphicFrameMkLst>
            <pc:docMk/>
            <pc:sldMk cId="1998005831" sldId="275"/>
            <ac:graphicFrameMk id="6" creationId="{B705625E-947A-493F-9E40-DEC8F49CB570}"/>
          </ac:graphicFrameMkLst>
        </pc:graphicFrameChg>
      </pc:sldChg>
      <pc:sldChg chg="modSp add">
        <pc:chgData name="Thomas Sinclair" userId="S::thomass@aie.edu.au::ea7e17c6-715c-40d9-8261-37f47b5b9a01" providerId="AD" clId="Web-{F90B794B-3FFC-290B-CD4F-025E0321BBFE}" dt="2021-09-09T05:22:33.252" v="419" actId="20577"/>
        <pc:sldMkLst>
          <pc:docMk/>
          <pc:sldMk cId="2852908620" sldId="276"/>
        </pc:sldMkLst>
        <pc:spChg chg="mod">
          <ac:chgData name="Thomas Sinclair" userId="S::thomass@aie.edu.au::ea7e17c6-715c-40d9-8261-37f47b5b9a01" providerId="AD" clId="Web-{F90B794B-3FFC-290B-CD4F-025E0321BBFE}" dt="2021-09-09T05:13:54.853" v="402" actId="20577"/>
          <ac:spMkLst>
            <pc:docMk/>
            <pc:sldMk cId="2852908620" sldId="276"/>
            <ac:spMk id="16" creationId="{0FD8B14E-7CCF-42C8-9E9F-051852995464}"/>
          </ac:spMkLst>
        </pc:spChg>
        <pc:spChg chg="mod">
          <ac:chgData name="Thomas Sinclair" userId="S::thomass@aie.edu.au::ea7e17c6-715c-40d9-8261-37f47b5b9a01" providerId="AD" clId="Web-{F90B794B-3FFC-290B-CD4F-025E0321BBFE}" dt="2021-09-09T05:22:33.252" v="419" actId="20577"/>
          <ac:spMkLst>
            <pc:docMk/>
            <pc:sldMk cId="2852908620" sldId="276"/>
            <ac:spMk id="17" creationId="{5AE9912C-98EA-4128-BAF0-91C8BAB6E99F}"/>
          </ac:spMkLst>
        </pc:spChg>
      </pc:sldChg>
      <pc:sldMasterChg chg="add addSldLayout">
        <pc:chgData name="Thomas Sinclair" userId="S::thomass@aie.edu.au::ea7e17c6-715c-40d9-8261-37f47b5b9a01" providerId="AD" clId="Web-{F90B794B-3FFC-290B-CD4F-025E0321BBFE}" dt="2021-09-09T05:13:25.743" v="398"/>
        <pc:sldMasterMkLst>
          <pc:docMk/>
          <pc:sldMasterMk cId="0" sldId="2147483711"/>
        </pc:sldMasterMkLst>
        <pc:sldLayoutChg chg="add">
          <pc:chgData name="Thomas Sinclair" userId="S::thomass@aie.edu.au::ea7e17c6-715c-40d9-8261-37f47b5b9a01" providerId="AD" clId="Web-{F90B794B-3FFC-290B-CD4F-025E0321BBFE}" dt="2021-09-09T05:13:25.743" v="398"/>
          <pc:sldLayoutMkLst>
            <pc:docMk/>
            <pc:sldMasterMk cId="0" sldId="2147483711"/>
            <pc:sldLayoutMk cId="0" sldId="2147483712"/>
          </pc:sldLayoutMkLst>
        </pc:sldLayoutChg>
        <pc:sldLayoutChg chg="add">
          <pc:chgData name="Thomas Sinclair" userId="S::thomass@aie.edu.au::ea7e17c6-715c-40d9-8261-37f47b5b9a01" providerId="AD" clId="Web-{F90B794B-3FFC-290B-CD4F-025E0321BBFE}" dt="2021-09-09T05:13:25.743" v="398"/>
          <pc:sldLayoutMkLst>
            <pc:docMk/>
            <pc:sldMasterMk cId="0" sldId="2147483711"/>
            <pc:sldLayoutMk cId="0" sldId="2147483713"/>
          </pc:sldLayoutMkLst>
        </pc:sldLayoutChg>
        <pc:sldLayoutChg chg="add">
          <pc:chgData name="Thomas Sinclair" userId="S::thomass@aie.edu.au::ea7e17c6-715c-40d9-8261-37f47b5b9a01" providerId="AD" clId="Web-{F90B794B-3FFC-290B-CD4F-025E0321BBFE}" dt="2021-09-09T05:13:25.743" v="398"/>
          <pc:sldLayoutMkLst>
            <pc:docMk/>
            <pc:sldMasterMk cId="0" sldId="2147483711"/>
            <pc:sldLayoutMk cId="0" sldId="2147483714"/>
          </pc:sldLayoutMkLst>
        </pc:sldLayoutChg>
        <pc:sldLayoutChg chg="add">
          <pc:chgData name="Thomas Sinclair" userId="S::thomass@aie.edu.au::ea7e17c6-715c-40d9-8261-37f47b5b9a01" providerId="AD" clId="Web-{F90B794B-3FFC-290B-CD4F-025E0321BBFE}" dt="2021-09-09T05:13:25.743" v="398"/>
          <pc:sldLayoutMkLst>
            <pc:docMk/>
            <pc:sldMasterMk cId="0" sldId="2147483711"/>
            <pc:sldLayoutMk cId="0" sldId="2147483715"/>
          </pc:sldLayoutMkLst>
        </pc:sldLayoutChg>
        <pc:sldLayoutChg chg="add">
          <pc:chgData name="Thomas Sinclair" userId="S::thomass@aie.edu.au::ea7e17c6-715c-40d9-8261-37f47b5b9a01" providerId="AD" clId="Web-{F90B794B-3FFC-290B-CD4F-025E0321BBFE}" dt="2021-09-09T05:13:25.743" v="398"/>
          <pc:sldLayoutMkLst>
            <pc:docMk/>
            <pc:sldMasterMk cId="0" sldId="2147483711"/>
            <pc:sldLayoutMk cId="0" sldId="2147483716"/>
          </pc:sldLayoutMkLst>
        </pc:sldLayoutChg>
        <pc:sldLayoutChg chg="add">
          <pc:chgData name="Thomas Sinclair" userId="S::thomass@aie.edu.au::ea7e17c6-715c-40d9-8261-37f47b5b9a01" providerId="AD" clId="Web-{F90B794B-3FFC-290B-CD4F-025E0321BBFE}" dt="2021-09-09T05:13:25.743" v="398"/>
          <pc:sldLayoutMkLst>
            <pc:docMk/>
            <pc:sldMasterMk cId="0" sldId="2147483711"/>
            <pc:sldLayoutMk cId="0" sldId="2147483717"/>
          </pc:sldLayoutMkLst>
        </pc:sldLayoutChg>
        <pc:sldLayoutChg chg="add">
          <pc:chgData name="Thomas Sinclair" userId="S::thomass@aie.edu.au::ea7e17c6-715c-40d9-8261-37f47b5b9a01" providerId="AD" clId="Web-{F90B794B-3FFC-290B-CD4F-025E0321BBFE}" dt="2021-09-09T05:13:25.743" v="398"/>
          <pc:sldLayoutMkLst>
            <pc:docMk/>
            <pc:sldMasterMk cId="0" sldId="2147483711"/>
            <pc:sldLayoutMk cId="0" sldId="2147483718"/>
          </pc:sldLayoutMkLst>
        </pc:sldLayoutChg>
        <pc:sldLayoutChg chg="add">
          <pc:chgData name="Thomas Sinclair" userId="S::thomass@aie.edu.au::ea7e17c6-715c-40d9-8261-37f47b5b9a01" providerId="AD" clId="Web-{F90B794B-3FFC-290B-CD4F-025E0321BBFE}" dt="2021-09-09T05:13:25.743" v="398"/>
          <pc:sldLayoutMkLst>
            <pc:docMk/>
            <pc:sldMasterMk cId="0" sldId="2147483711"/>
            <pc:sldLayoutMk cId="0" sldId="2147483719"/>
          </pc:sldLayoutMkLst>
        </pc:sldLayoutChg>
        <pc:sldLayoutChg chg="add">
          <pc:chgData name="Thomas Sinclair" userId="S::thomass@aie.edu.au::ea7e17c6-715c-40d9-8261-37f47b5b9a01" providerId="AD" clId="Web-{F90B794B-3FFC-290B-CD4F-025E0321BBFE}" dt="2021-09-09T05:13:25.743" v="398"/>
          <pc:sldLayoutMkLst>
            <pc:docMk/>
            <pc:sldMasterMk cId="0" sldId="2147483711"/>
            <pc:sldLayoutMk cId="0" sldId="2147483720"/>
          </pc:sldLayoutMkLst>
        </pc:sldLayoutChg>
        <pc:sldLayoutChg chg="add">
          <pc:chgData name="Thomas Sinclair" userId="S::thomass@aie.edu.au::ea7e17c6-715c-40d9-8261-37f47b5b9a01" providerId="AD" clId="Web-{F90B794B-3FFC-290B-CD4F-025E0321BBFE}" dt="2021-09-09T05:13:25.743" v="398"/>
          <pc:sldLayoutMkLst>
            <pc:docMk/>
            <pc:sldMasterMk cId="0" sldId="2147483711"/>
            <pc:sldLayoutMk cId="0" sldId="2147483721"/>
          </pc:sldLayoutMkLst>
        </pc:sldLayoutChg>
        <pc:sldLayoutChg chg="add">
          <pc:chgData name="Thomas Sinclair" userId="S::thomass@aie.edu.au::ea7e17c6-715c-40d9-8261-37f47b5b9a01" providerId="AD" clId="Web-{F90B794B-3FFC-290B-CD4F-025E0321BBFE}" dt="2021-09-09T05:13:25.743" v="398"/>
          <pc:sldLayoutMkLst>
            <pc:docMk/>
            <pc:sldMasterMk cId="0" sldId="2147483711"/>
            <pc:sldLayoutMk cId="0" sldId="2147483722"/>
          </pc:sldLayoutMkLst>
        </pc:sldLayoutChg>
        <pc:sldLayoutChg chg="add">
          <pc:chgData name="Thomas Sinclair" userId="S::thomass@aie.edu.au::ea7e17c6-715c-40d9-8261-37f47b5b9a01" providerId="AD" clId="Web-{F90B794B-3FFC-290B-CD4F-025E0321BBFE}" dt="2021-09-09T05:13:25.743" v="398"/>
          <pc:sldLayoutMkLst>
            <pc:docMk/>
            <pc:sldMasterMk cId="0" sldId="2147483711"/>
            <pc:sldLayoutMk cId="0" sldId="2147483723"/>
          </pc:sldLayoutMkLst>
        </pc:sldLayoutChg>
        <pc:sldLayoutChg chg="add">
          <pc:chgData name="Thomas Sinclair" userId="S::thomass@aie.edu.au::ea7e17c6-715c-40d9-8261-37f47b5b9a01" providerId="AD" clId="Web-{F90B794B-3FFC-290B-CD4F-025E0321BBFE}" dt="2021-09-09T05:13:25.743" v="398"/>
          <pc:sldLayoutMkLst>
            <pc:docMk/>
            <pc:sldMasterMk cId="0" sldId="2147483711"/>
            <pc:sldLayoutMk cId="0" sldId="2147483724"/>
          </pc:sldLayoutMkLst>
        </pc:sldLayoutChg>
        <pc:sldLayoutChg chg="add">
          <pc:chgData name="Thomas Sinclair" userId="S::thomass@aie.edu.au::ea7e17c6-715c-40d9-8261-37f47b5b9a01" providerId="AD" clId="Web-{F90B794B-3FFC-290B-CD4F-025E0321BBFE}" dt="2021-09-09T05:13:25.743" v="398"/>
          <pc:sldLayoutMkLst>
            <pc:docMk/>
            <pc:sldMasterMk cId="0" sldId="2147483711"/>
            <pc:sldLayoutMk cId="0" sldId="2147483725"/>
          </pc:sldLayoutMkLst>
        </pc:sldLayoutChg>
        <pc:sldLayoutChg chg="add">
          <pc:chgData name="Thomas Sinclair" userId="S::thomass@aie.edu.au::ea7e17c6-715c-40d9-8261-37f47b5b9a01" providerId="AD" clId="Web-{F90B794B-3FFC-290B-CD4F-025E0321BBFE}" dt="2021-09-09T05:13:25.743" v="398"/>
          <pc:sldLayoutMkLst>
            <pc:docMk/>
            <pc:sldMasterMk cId="0" sldId="2147483711"/>
            <pc:sldLayoutMk cId="0" sldId="2147483726"/>
          </pc:sldLayoutMkLst>
        </pc:sldLayoutChg>
      </pc:sldMasterChg>
    </pc:docChg>
  </pc:docChgLst>
  <pc:docChgLst>
    <pc:chgData name="Thomas Sinclair" userId="S::thomass@aie.edu.au::ea7e17c6-715c-40d9-8261-37f47b5b9a01" providerId="AD" clId="Web-{0972F9DD-2F05-E519-4558-575CA114656D}"/>
    <pc:docChg chg="addSld delSld modSld">
      <pc:chgData name="Thomas Sinclair" userId="S::thomass@aie.edu.au::ea7e17c6-715c-40d9-8261-37f47b5b9a01" providerId="AD" clId="Web-{0972F9DD-2F05-E519-4558-575CA114656D}" dt="2021-09-16T06:40:11.208" v="54"/>
      <pc:docMkLst>
        <pc:docMk/>
      </pc:docMkLst>
      <pc:sldChg chg="addSp modSp">
        <pc:chgData name="Thomas Sinclair" userId="S::thomass@aie.edu.au::ea7e17c6-715c-40d9-8261-37f47b5b9a01" providerId="AD" clId="Web-{0972F9DD-2F05-E519-4558-575CA114656D}" dt="2021-09-16T00:43:56.124" v="14" actId="20577"/>
        <pc:sldMkLst>
          <pc:docMk/>
          <pc:sldMk cId="0" sldId="259"/>
        </pc:sldMkLst>
        <pc:spChg chg="add mod">
          <ac:chgData name="Thomas Sinclair" userId="S::thomass@aie.edu.au::ea7e17c6-715c-40d9-8261-37f47b5b9a01" providerId="AD" clId="Web-{0972F9DD-2F05-E519-4558-575CA114656D}" dt="2021-09-16T00:43:56.124" v="14" actId="20577"/>
          <ac:spMkLst>
            <pc:docMk/>
            <pc:sldMk cId="0" sldId="259"/>
            <ac:spMk id="5" creationId="{692B96DB-B30A-404B-9F29-0A009707BD82}"/>
          </ac:spMkLst>
        </pc:spChg>
        <pc:spChg chg="mod">
          <ac:chgData name="Thomas Sinclair" userId="S::thomass@aie.edu.au::ea7e17c6-715c-40d9-8261-37f47b5b9a01" providerId="AD" clId="Web-{0972F9DD-2F05-E519-4558-575CA114656D}" dt="2021-09-16T00:43:52.608" v="13" actId="20577"/>
          <ac:spMkLst>
            <pc:docMk/>
            <pc:sldMk cId="0" sldId="259"/>
            <ac:spMk id="6" creationId="{4A2D927D-F57D-43A7-B4B5-4002E67B62CC}"/>
          </ac:spMkLst>
        </pc:spChg>
      </pc:sldChg>
      <pc:sldChg chg="addSp delSp modSp del">
        <pc:chgData name="Thomas Sinclair" userId="S::thomass@aie.edu.au::ea7e17c6-715c-40d9-8261-37f47b5b9a01" providerId="AD" clId="Web-{0972F9DD-2F05-E519-4558-575CA114656D}" dt="2021-09-16T04:38:37.806" v="19"/>
        <pc:sldMkLst>
          <pc:docMk/>
          <pc:sldMk cId="307213659" sldId="270"/>
        </pc:sldMkLst>
        <pc:graphicFrameChg chg="add del mod">
          <ac:chgData name="Thomas Sinclair" userId="S::thomass@aie.edu.au::ea7e17c6-715c-40d9-8261-37f47b5b9a01" providerId="AD" clId="Web-{0972F9DD-2F05-E519-4558-575CA114656D}" dt="2021-09-16T04:38:27.181" v="17"/>
          <ac:graphicFrameMkLst>
            <pc:docMk/>
            <pc:sldMk cId="307213659" sldId="270"/>
            <ac:graphicFrameMk id="3" creationId="{BBF94EB3-3AEF-4DF6-8D66-689A8D175B1D}"/>
          </ac:graphicFrameMkLst>
        </pc:graphicFrameChg>
        <pc:graphicFrameChg chg="del">
          <ac:chgData name="Thomas Sinclair" userId="S::thomass@aie.edu.au::ea7e17c6-715c-40d9-8261-37f47b5b9a01" providerId="AD" clId="Web-{0972F9DD-2F05-E519-4558-575CA114656D}" dt="2021-09-16T04:38:18.165" v="15"/>
          <ac:graphicFrameMkLst>
            <pc:docMk/>
            <pc:sldMk cId="307213659" sldId="270"/>
            <ac:graphicFrameMk id="6" creationId="{B705625E-947A-493F-9E40-DEC8F49CB570}"/>
          </ac:graphicFrameMkLst>
        </pc:graphicFrameChg>
      </pc:sldChg>
      <pc:sldChg chg="delSp modSp add">
        <pc:chgData name="Thomas Sinclair" userId="S::thomass@aie.edu.au::ea7e17c6-715c-40d9-8261-37f47b5b9a01" providerId="AD" clId="Web-{0972F9DD-2F05-E519-4558-575CA114656D}" dt="2021-09-16T06:40:11.208" v="54"/>
        <pc:sldMkLst>
          <pc:docMk/>
          <pc:sldMk cId="690883342" sldId="277"/>
        </pc:sldMkLst>
        <pc:grpChg chg="del">
          <ac:chgData name="Thomas Sinclair" userId="S::thomass@aie.edu.au::ea7e17c6-715c-40d9-8261-37f47b5b9a01" providerId="AD" clId="Web-{0972F9DD-2F05-E519-4558-575CA114656D}" dt="2021-09-16T04:38:42.822" v="23"/>
          <ac:grpSpMkLst>
            <pc:docMk/>
            <pc:sldMk cId="690883342" sldId="277"/>
            <ac:grpSpMk id="7" creationId="{E5CC1FD6-056F-458E-AA64-2A6AE0A311EE}"/>
          </ac:grpSpMkLst>
        </pc:grpChg>
        <pc:grpChg chg="del">
          <ac:chgData name="Thomas Sinclair" userId="S::thomass@aie.edu.au::ea7e17c6-715c-40d9-8261-37f47b5b9a01" providerId="AD" clId="Web-{0972F9DD-2F05-E519-4558-575CA114656D}" dt="2021-09-16T04:38:45.291" v="25"/>
          <ac:grpSpMkLst>
            <pc:docMk/>
            <pc:sldMk cId="690883342" sldId="277"/>
            <ac:grpSpMk id="14" creationId="{D923E8A6-353B-477D-AE0F-0938D0DAA304}"/>
          </ac:grpSpMkLst>
        </pc:grpChg>
        <pc:grpChg chg="del">
          <ac:chgData name="Thomas Sinclair" userId="S::thomass@aie.edu.au::ea7e17c6-715c-40d9-8261-37f47b5b9a01" providerId="AD" clId="Web-{0972F9DD-2F05-E519-4558-575CA114656D}" dt="2021-09-16T04:38:44.213" v="24"/>
          <ac:grpSpMkLst>
            <pc:docMk/>
            <pc:sldMk cId="690883342" sldId="277"/>
            <ac:grpSpMk id="19" creationId="{DDB7A953-A81F-4DE5-ACFE-19A4A1DB01C8}"/>
          </ac:grpSpMkLst>
        </pc:grpChg>
        <pc:graphicFrameChg chg="mod modGraphic">
          <ac:chgData name="Thomas Sinclair" userId="S::thomass@aie.edu.au::ea7e17c6-715c-40d9-8261-37f47b5b9a01" providerId="AD" clId="Web-{0972F9DD-2F05-E519-4558-575CA114656D}" dt="2021-09-16T06:40:11.208" v="54"/>
          <ac:graphicFrameMkLst>
            <pc:docMk/>
            <pc:sldMk cId="690883342" sldId="277"/>
            <ac:graphicFrameMk id="6" creationId="{B705625E-947A-493F-9E40-DEC8F49CB570}"/>
          </ac:graphicFrameMkLst>
        </pc:graphicFrameChg>
        <pc:picChg chg="del">
          <ac:chgData name="Thomas Sinclair" userId="S::thomass@aie.edu.au::ea7e17c6-715c-40d9-8261-37f47b5b9a01" providerId="AD" clId="Web-{0972F9DD-2F05-E519-4558-575CA114656D}" dt="2021-09-16T04:38:41.244" v="20"/>
          <ac:picMkLst>
            <pc:docMk/>
            <pc:sldMk cId="690883342" sldId="277"/>
            <ac:picMk id="2" creationId="{CDA43DF0-84B7-4EF8-A9E4-16ABCC0194FD}"/>
          </ac:picMkLst>
        </pc:picChg>
        <pc:picChg chg="del">
          <ac:chgData name="Thomas Sinclair" userId="S::thomass@aie.edu.au::ea7e17c6-715c-40d9-8261-37f47b5b9a01" providerId="AD" clId="Web-{0972F9DD-2F05-E519-4558-575CA114656D}" dt="2021-09-16T04:38:41.388" v="21"/>
          <ac:picMkLst>
            <pc:docMk/>
            <pc:sldMk cId="690883342" sldId="277"/>
            <ac:picMk id="3" creationId="{02BF4852-DCE7-4074-9E17-227972CC069C}"/>
          </ac:picMkLst>
        </pc:picChg>
        <pc:picChg chg="del">
          <ac:chgData name="Thomas Sinclair" userId="S::thomass@aie.edu.au::ea7e17c6-715c-40d9-8261-37f47b5b9a01" providerId="AD" clId="Web-{0972F9DD-2F05-E519-4558-575CA114656D}" dt="2021-09-16T04:38:41.681" v="22"/>
          <ac:picMkLst>
            <pc:docMk/>
            <pc:sldMk cId="690883342" sldId="277"/>
            <ac:picMk id="5" creationId="{5D57F677-6ABE-4F9D-B2FF-88442CD429ED}"/>
          </ac:picMkLst>
        </pc:picChg>
      </pc:sldChg>
    </pc:docChg>
  </pc:docChgLst>
  <pc:docChgLst>
    <pc:chgData name="Patrick Delmastro" userId="S::patrick.delmastro@aie.edu.au::80153e81-cca5-4785-8329-c43569ff9011" providerId="AD" clId="Web-{CFB9CFCE-1D11-B032-5010-7B076665BA03}"/>
    <pc:docChg chg="modSld">
      <pc:chgData name="Patrick Delmastro" userId="S::patrick.delmastro@aie.edu.au::80153e81-cca5-4785-8329-c43569ff9011" providerId="AD" clId="Web-{CFB9CFCE-1D11-B032-5010-7B076665BA03}" dt="2021-07-16T00:37:30.586" v="27" actId="1076"/>
      <pc:docMkLst>
        <pc:docMk/>
      </pc:docMkLst>
      <pc:sldChg chg="modSp">
        <pc:chgData name="Patrick Delmastro" userId="S::patrick.delmastro@aie.edu.au::80153e81-cca5-4785-8329-c43569ff9011" providerId="AD" clId="Web-{CFB9CFCE-1D11-B032-5010-7B076665BA03}" dt="2021-07-16T00:36:25.273" v="9" actId="20577"/>
        <pc:sldMkLst>
          <pc:docMk/>
          <pc:sldMk cId="0" sldId="258"/>
        </pc:sldMkLst>
        <pc:spChg chg="mod">
          <ac:chgData name="Patrick Delmastro" userId="S::patrick.delmastro@aie.edu.au::80153e81-cca5-4785-8329-c43569ff9011" providerId="AD" clId="Web-{CFB9CFCE-1D11-B032-5010-7B076665BA03}" dt="2021-07-16T00:35:55.008" v="3" actId="20577"/>
          <ac:spMkLst>
            <pc:docMk/>
            <pc:sldMk cId="0" sldId="258"/>
            <ac:spMk id="263" creationId="{00000000-0000-0000-0000-000000000000}"/>
          </ac:spMkLst>
        </pc:spChg>
        <pc:spChg chg="mod">
          <ac:chgData name="Patrick Delmastro" userId="S::patrick.delmastro@aie.edu.au::80153e81-cca5-4785-8329-c43569ff9011" providerId="AD" clId="Web-{CFB9CFCE-1D11-B032-5010-7B076665BA03}" dt="2021-07-16T00:36:25.273" v="9" actId="20577"/>
          <ac:spMkLst>
            <pc:docMk/>
            <pc:sldMk cId="0" sldId="258"/>
            <ac:spMk id="264" creationId="{00000000-0000-0000-0000-000000000000}"/>
          </ac:spMkLst>
        </pc:spChg>
      </pc:sldChg>
      <pc:sldChg chg="modSp">
        <pc:chgData name="Patrick Delmastro" userId="S::patrick.delmastro@aie.edu.au::80153e81-cca5-4785-8329-c43569ff9011" providerId="AD" clId="Web-{CFB9CFCE-1D11-B032-5010-7B076665BA03}" dt="2021-07-16T00:36:30.273" v="11" actId="20577"/>
        <pc:sldMkLst>
          <pc:docMk/>
          <pc:sldMk cId="0" sldId="259"/>
        </pc:sldMkLst>
        <pc:spChg chg="mod">
          <ac:chgData name="Patrick Delmastro" userId="S::patrick.delmastro@aie.edu.au::80153e81-cca5-4785-8329-c43569ff9011" providerId="AD" clId="Web-{CFB9CFCE-1D11-B032-5010-7B076665BA03}" dt="2021-07-16T00:36:30.273" v="11" actId="20577"/>
          <ac:spMkLst>
            <pc:docMk/>
            <pc:sldMk cId="0" sldId="259"/>
            <ac:spMk id="270" creationId="{00000000-0000-0000-0000-000000000000}"/>
          </ac:spMkLst>
        </pc:spChg>
      </pc:sldChg>
      <pc:sldChg chg="modSp">
        <pc:chgData name="Patrick Delmastro" userId="S::patrick.delmastro@aie.edu.au::80153e81-cca5-4785-8329-c43569ff9011" providerId="AD" clId="Web-{CFB9CFCE-1D11-B032-5010-7B076665BA03}" dt="2021-07-16T00:36:37.039" v="12" actId="20577"/>
        <pc:sldMkLst>
          <pc:docMk/>
          <pc:sldMk cId="0" sldId="260"/>
        </pc:sldMkLst>
        <pc:spChg chg="mod">
          <ac:chgData name="Patrick Delmastro" userId="S::patrick.delmastro@aie.edu.au::80153e81-cca5-4785-8329-c43569ff9011" providerId="AD" clId="Web-{CFB9CFCE-1D11-B032-5010-7B076665BA03}" dt="2021-07-16T00:36:37.039" v="12" actId="20577"/>
          <ac:spMkLst>
            <pc:docMk/>
            <pc:sldMk cId="0" sldId="260"/>
            <ac:spMk id="277" creationId="{00000000-0000-0000-0000-000000000000}"/>
          </ac:spMkLst>
        </pc:spChg>
      </pc:sldChg>
      <pc:sldChg chg="modSp">
        <pc:chgData name="Patrick Delmastro" userId="S::patrick.delmastro@aie.edu.au::80153e81-cca5-4785-8329-c43569ff9011" providerId="AD" clId="Web-{CFB9CFCE-1D11-B032-5010-7B076665BA03}" dt="2021-07-16T00:37:30.586" v="27" actId="1076"/>
        <pc:sldMkLst>
          <pc:docMk/>
          <pc:sldMk cId="0" sldId="261"/>
        </pc:sldMkLst>
        <pc:spChg chg="mod">
          <ac:chgData name="Patrick Delmastro" userId="S::patrick.delmastro@aie.edu.au::80153e81-cca5-4785-8329-c43569ff9011" providerId="AD" clId="Web-{CFB9CFCE-1D11-B032-5010-7B076665BA03}" dt="2021-07-16T00:37:17.852" v="21" actId="20577"/>
          <ac:spMkLst>
            <pc:docMk/>
            <pc:sldMk cId="0" sldId="261"/>
            <ac:spMk id="285" creationId="{00000000-0000-0000-0000-000000000000}"/>
          </ac:spMkLst>
        </pc:spChg>
        <pc:spChg chg="mod">
          <ac:chgData name="Patrick Delmastro" userId="S::patrick.delmastro@aie.edu.au::80153e81-cca5-4785-8329-c43569ff9011" providerId="AD" clId="Web-{CFB9CFCE-1D11-B032-5010-7B076665BA03}" dt="2021-07-16T00:37:28.680" v="26" actId="20577"/>
          <ac:spMkLst>
            <pc:docMk/>
            <pc:sldMk cId="0" sldId="261"/>
            <ac:spMk id="286" creationId="{00000000-0000-0000-0000-000000000000}"/>
          </ac:spMkLst>
        </pc:spChg>
        <pc:spChg chg="mod">
          <ac:chgData name="Patrick Delmastro" userId="S::patrick.delmastro@aie.edu.au::80153e81-cca5-4785-8329-c43569ff9011" providerId="AD" clId="Web-{CFB9CFCE-1D11-B032-5010-7B076665BA03}" dt="2021-07-16T00:37:28.649" v="25" actId="1076"/>
          <ac:spMkLst>
            <pc:docMk/>
            <pc:sldMk cId="0" sldId="261"/>
            <ac:spMk id="287" creationId="{00000000-0000-0000-0000-000000000000}"/>
          </ac:spMkLst>
        </pc:spChg>
        <pc:spChg chg="mod">
          <ac:chgData name="Patrick Delmastro" userId="S::patrick.delmastro@aie.edu.au::80153e81-cca5-4785-8329-c43569ff9011" providerId="AD" clId="Web-{CFB9CFCE-1D11-B032-5010-7B076665BA03}" dt="2021-07-16T00:37:30.586" v="27" actId="1076"/>
          <ac:spMkLst>
            <pc:docMk/>
            <pc:sldMk cId="0" sldId="261"/>
            <ac:spMk id="288" creationId="{00000000-0000-0000-0000-000000000000}"/>
          </ac:spMkLst>
        </pc:spChg>
      </pc:sldChg>
    </pc:docChg>
  </pc:docChgLst>
  <pc:docChgLst>
    <pc:chgData name="Thomas Sinclair" userId="S::thomass@aie.edu.au::ea7e17c6-715c-40d9-8261-37f47b5b9a01" providerId="AD" clId="Web-{F85FEA37-78B3-7443-4A82-30C7834246B0}"/>
    <pc:docChg chg="modSld">
      <pc:chgData name="Thomas Sinclair" userId="S::thomass@aie.edu.au::ea7e17c6-715c-40d9-8261-37f47b5b9a01" providerId="AD" clId="Web-{F85FEA37-78B3-7443-4A82-30C7834246B0}" dt="2021-09-06T03:26:41.122" v="22" actId="20577"/>
      <pc:docMkLst>
        <pc:docMk/>
      </pc:docMkLst>
      <pc:sldChg chg="modSp">
        <pc:chgData name="Thomas Sinclair" userId="S::thomass@aie.edu.au::ea7e17c6-715c-40d9-8261-37f47b5b9a01" providerId="AD" clId="Web-{F85FEA37-78B3-7443-4A82-30C7834246B0}" dt="2021-09-06T03:26:41.122" v="22" actId="20577"/>
        <pc:sldMkLst>
          <pc:docMk/>
          <pc:sldMk cId="0" sldId="258"/>
        </pc:sldMkLst>
        <pc:spChg chg="mod">
          <ac:chgData name="Thomas Sinclair" userId="S::thomass@aie.edu.au::ea7e17c6-715c-40d9-8261-37f47b5b9a01" providerId="AD" clId="Web-{F85FEA37-78B3-7443-4A82-30C7834246B0}" dt="2021-09-06T03:26:41.122" v="22" actId="20577"/>
          <ac:spMkLst>
            <pc:docMk/>
            <pc:sldMk cId="0" sldId="258"/>
            <ac:spMk id="264" creationId="{00000000-0000-0000-0000-000000000000}"/>
          </ac:spMkLst>
        </pc:spChg>
      </pc:sldChg>
      <pc:sldChg chg="modSp">
        <pc:chgData name="Thomas Sinclair" userId="S::thomass@aie.edu.au::ea7e17c6-715c-40d9-8261-37f47b5b9a01" providerId="AD" clId="Web-{F85FEA37-78B3-7443-4A82-30C7834246B0}" dt="2021-09-06T03:23:19.446" v="19" actId="20577"/>
        <pc:sldMkLst>
          <pc:docMk/>
          <pc:sldMk cId="0" sldId="259"/>
        </pc:sldMkLst>
        <pc:spChg chg="mod">
          <ac:chgData name="Thomas Sinclair" userId="S::thomass@aie.edu.au::ea7e17c6-715c-40d9-8261-37f47b5b9a01" providerId="AD" clId="Web-{F85FEA37-78B3-7443-4A82-30C7834246B0}" dt="2021-09-06T03:23:19.446" v="19" actId="20577"/>
          <ac:spMkLst>
            <pc:docMk/>
            <pc:sldMk cId="0" sldId="259"/>
            <ac:spMk id="271" creationId="{00000000-0000-0000-0000-000000000000}"/>
          </ac:spMkLst>
        </pc:spChg>
      </pc:sldChg>
      <pc:sldChg chg="modSp">
        <pc:chgData name="Thomas Sinclair" userId="S::thomass@aie.edu.au::ea7e17c6-715c-40d9-8261-37f47b5b9a01" providerId="AD" clId="Web-{F85FEA37-78B3-7443-4A82-30C7834246B0}" dt="2021-09-06T03:20:24.973" v="1" actId="20577"/>
        <pc:sldMkLst>
          <pc:docMk/>
          <pc:sldMk cId="3929129754" sldId="263"/>
        </pc:sldMkLst>
        <pc:spChg chg="mod">
          <ac:chgData name="Thomas Sinclair" userId="S::thomass@aie.edu.au::ea7e17c6-715c-40d9-8261-37f47b5b9a01" providerId="AD" clId="Web-{F85FEA37-78B3-7443-4A82-30C7834246B0}" dt="2021-09-06T03:20:24.973" v="1" actId="20577"/>
          <ac:spMkLst>
            <pc:docMk/>
            <pc:sldMk cId="3929129754" sldId="263"/>
            <ac:spMk id="271" creationId="{00000000-0000-0000-0000-000000000000}"/>
          </ac:spMkLst>
        </pc:spChg>
      </pc:sldChg>
      <pc:sldChg chg="modSp">
        <pc:chgData name="Thomas Sinclair" userId="S::thomass@aie.edu.au::ea7e17c6-715c-40d9-8261-37f47b5b9a01" providerId="AD" clId="Web-{F85FEA37-78B3-7443-4A82-30C7834246B0}" dt="2021-09-06T03:22:03.429" v="10" actId="20577"/>
        <pc:sldMkLst>
          <pc:docMk/>
          <pc:sldMk cId="1238345654" sldId="272"/>
        </pc:sldMkLst>
        <pc:spChg chg="mod">
          <ac:chgData name="Thomas Sinclair" userId="S::thomass@aie.edu.au::ea7e17c6-715c-40d9-8261-37f47b5b9a01" providerId="AD" clId="Web-{F85FEA37-78B3-7443-4A82-30C7834246B0}" dt="2021-09-06T03:22:03.429" v="10" actId="20577"/>
          <ac:spMkLst>
            <pc:docMk/>
            <pc:sldMk cId="1238345654" sldId="272"/>
            <ac:spMk id="271" creationId="{00000000-0000-0000-0000-000000000000}"/>
          </ac:spMkLst>
        </pc:spChg>
      </pc:sldChg>
    </pc:docChg>
  </pc:docChgLst>
  <pc:docChgLst>
    <pc:chgData name="Paul Bowers" userId="S::paulb@aie.edu.au::77a74512-5700-41bc-b7fb-15fa9d331c05" providerId="AD" clId="Web-{1C1BA4E4-F0F5-B9C0-AC4A-8257FB0190D5}"/>
    <pc:docChg chg="addSld sldOrd">
      <pc:chgData name="Paul Bowers" userId="S::paulb@aie.edu.au::77a74512-5700-41bc-b7fb-15fa9d331c05" providerId="AD" clId="Web-{1C1BA4E4-F0F5-B9C0-AC4A-8257FB0190D5}" dt="2020-01-16T04:57:08.419" v="1"/>
      <pc:docMkLst>
        <pc:docMk/>
      </pc:docMkLst>
      <pc:sldChg chg="add ord replId">
        <pc:chgData name="Paul Bowers" userId="S::paulb@aie.edu.au::77a74512-5700-41bc-b7fb-15fa9d331c05" providerId="AD" clId="Web-{1C1BA4E4-F0F5-B9C0-AC4A-8257FB0190D5}" dt="2020-01-16T04:57:08.419" v="1"/>
        <pc:sldMkLst>
          <pc:docMk/>
          <pc:sldMk cId="2763069318" sldId="262"/>
        </pc:sldMkLst>
      </pc:sldChg>
    </pc:docChg>
  </pc:docChgLst>
  <pc:docChgLst>
    <pc:chgData clId="Web-{F90B794B-3FFC-290B-CD4F-025E0321BBFE}"/>
    <pc:docChg chg="modSld">
      <pc:chgData name="" userId="" providerId="" clId="Web-{F90B794B-3FFC-290B-CD4F-025E0321BBFE}" dt="2021-09-09T03:49:02.658" v="0" actId="20577"/>
      <pc:docMkLst>
        <pc:docMk/>
      </pc:docMkLst>
      <pc:sldChg chg="modSp">
        <pc:chgData name="" userId="" providerId="" clId="Web-{F90B794B-3FFC-290B-CD4F-025E0321BBFE}" dt="2021-09-09T03:49:02.658" v="0" actId="20577"/>
        <pc:sldMkLst>
          <pc:docMk/>
          <pc:sldMk cId="605107709" sldId="273"/>
        </pc:sldMkLst>
        <pc:spChg chg="mod">
          <ac:chgData name="" userId="" providerId="" clId="Web-{F90B794B-3FFC-290B-CD4F-025E0321BBFE}" dt="2021-09-09T03:49:02.658" v="0" actId="20577"/>
          <ac:spMkLst>
            <pc:docMk/>
            <pc:sldMk cId="605107709" sldId="273"/>
            <ac:spMk id="271" creationId="{00000000-0000-0000-0000-000000000000}"/>
          </ac:spMkLst>
        </pc:spChg>
      </pc:sldChg>
    </pc:docChg>
  </pc:docChgLst>
  <pc:docChgLst>
    <pc:chgData name="Thomas Sinclair" userId="S::thomass@aie.edu.au::ea7e17c6-715c-40d9-8261-37f47b5b9a01" providerId="AD" clId="Web-{C6A43121-A893-2CF6-6556-E4325E9A8A05}"/>
    <pc:docChg chg="addSld delSld modSld sldOrd">
      <pc:chgData name="Thomas Sinclair" userId="S::thomass@aie.edu.au::ea7e17c6-715c-40d9-8261-37f47b5b9a01" providerId="AD" clId="Web-{C6A43121-A893-2CF6-6556-E4325E9A8A05}" dt="2021-09-16T06:44:00.265" v="5"/>
      <pc:docMkLst>
        <pc:docMk/>
      </pc:docMkLst>
      <pc:sldChg chg="delSp modSp">
        <pc:chgData name="Thomas Sinclair" userId="S::thomass@aie.edu.au::ea7e17c6-715c-40d9-8261-37f47b5b9a01" providerId="AD" clId="Web-{C6A43121-A893-2CF6-6556-E4325E9A8A05}" dt="2021-09-16T06:44:00.265" v="5"/>
        <pc:sldMkLst>
          <pc:docMk/>
          <pc:sldMk cId="0" sldId="256"/>
        </pc:sldMkLst>
        <pc:spChg chg="mod">
          <ac:chgData name="Thomas Sinclair" userId="S::thomass@aie.edu.au::ea7e17c6-715c-40d9-8261-37f47b5b9a01" providerId="AD" clId="Web-{C6A43121-A893-2CF6-6556-E4325E9A8A05}" dt="2021-09-16T06:43:58.968" v="4" actId="20577"/>
          <ac:spMkLst>
            <pc:docMk/>
            <pc:sldMk cId="0" sldId="256"/>
            <ac:spMk id="250" creationId="{00000000-0000-0000-0000-000000000000}"/>
          </ac:spMkLst>
        </pc:spChg>
        <pc:spChg chg="del">
          <ac:chgData name="Thomas Sinclair" userId="S::thomass@aie.edu.au::ea7e17c6-715c-40d9-8261-37f47b5b9a01" providerId="AD" clId="Web-{C6A43121-A893-2CF6-6556-E4325E9A8A05}" dt="2021-09-16T06:44:00.265" v="5"/>
          <ac:spMkLst>
            <pc:docMk/>
            <pc:sldMk cId="0" sldId="256"/>
            <ac:spMk id="252" creationId="{00000000-0000-0000-0000-000000000000}"/>
          </ac:spMkLst>
        </pc:spChg>
      </pc:sldChg>
      <pc:sldChg chg="del">
        <pc:chgData name="Thomas Sinclair" userId="S::thomass@aie.edu.au::ea7e17c6-715c-40d9-8261-37f47b5b9a01" providerId="AD" clId="Web-{C6A43121-A893-2CF6-6556-E4325E9A8A05}" dt="2021-09-16T06:43:46.639" v="0"/>
        <pc:sldMkLst>
          <pc:docMk/>
          <pc:sldMk cId="0" sldId="258"/>
        </pc:sldMkLst>
      </pc:sldChg>
      <pc:sldChg chg="add ord">
        <pc:chgData name="Thomas Sinclair" userId="S::thomass@aie.edu.au::ea7e17c6-715c-40d9-8261-37f47b5b9a01" providerId="AD" clId="Web-{C6A43121-A893-2CF6-6556-E4325E9A8A05}" dt="2021-09-16T06:43:50.827" v="2"/>
        <pc:sldMkLst>
          <pc:docMk/>
          <pc:sldMk cId="2773777707" sldId="278"/>
        </pc:sldMkLst>
      </pc:sldChg>
    </pc:docChg>
  </pc:docChgLst>
  <pc:docChgLst>
    <pc:chgData name="Patrick Delmastro" userId="S::patrick.delmastro@aie.edu.au::80153e81-cca5-4785-8329-c43569ff9011" providerId="AD" clId="Web-{A20ED347-A23D-2124-EB41-E112828E4927}"/>
    <pc:docChg chg="modSld">
      <pc:chgData name="Patrick Delmastro" userId="S::patrick.delmastro@aie.edu.au::80153e81-cca5-4785-8329-c43569ff9011" providerId="AD" clId="Web-{A20ED347-A23D-2124-EB41-E112828E4927}" dt="2021-09-10T01:01:24.965" v="44" actId="20577"/>
      <pc:docMkLst>
        <pc:docMk/>
      </pc:docMkLst>
      <pc:sldChg chg="modSp">
        <pc:chgData name="Patrick Delmastro" userId="S::patrick.delmastro@aie.edu.au::80153e81-cca5-4785-8329-c43569ff9011" providerId="AD" clId="Web-{A20ED347-A23D-2124-EB41-E112828E4927}" dt="2021-09-10T00:32:30.154" v="36" actId="20577"/>
        <pc:sldMkLst>
          <pc:docMk/>
          <pc:sldMk cId="0" sldId="257"/>
        </pc:sldMkLst>
        <pc:spChg chg="mod">
          <ac:chgData name="Patrick Delmastro" userId="S::patrick.delmastro@aie.edu.au::80153e81-cca5-4785-8329-c43569ff9011" providerId="AD" clId="Web-{A20ED347-A23D-2124-EB41-E112828E4927}" dt="2021-09-10T00:32:30.154" v="36" actId="20577"/>
          <ac:spMkLst>
            <pc:docMk/>
            <pc:sldMk cId="0" sldId="257"/>
            <ac:spMk id="258" creationId="{00000000-0000-0000-0000-000000000000}"/>
          </ac:spMkLst>
        </pc:spChg>
      </pc:sldChg>
      <pc:sldChg chg="modSp">
        <pc:chgData name="Patrick Delmastro" userId="S::patrick.delmastro@aie.edu.au::80153e81-cca5-4785-8329-c43569ff9011" providerId="AD" clId="Web-{A20ED347-A23D-2124-EB41-E112828E4927}" dt="2021-09-10T00:33:54.312" v="39" actId="20577"/>
        <pc:sldMkLst>
          <pc:docMk/>
          <pc:sldMk cId="0" sldId="258"/>
        </pc:sldMkLst>
        <pc:spChg chg="mod">
          <ac:chgData name="Patrick Delmastro" userId="S::patrick.delmastro@aie.edu.au::80153e81-cca5-4785-8329-c43569ff9011" providerId="AD" clId="Web-{A20ED347-A23D-2124-EB41-E112828E4927}" dt="2021-09-10T00:33:54.312" v="39" actId="20577"/>
          <ac:spMkLst>
            <pc:docMk/>
            <pc:sldMk cId="0" sldId="258"/>
            <ac:spMk id="264" creationId="{00000000-0000-0000-0000-000000000000}"/>
          </ac:spMkLst>
        </pc:spChg>
      </pc:sldChg>
      <pc:sldChg chg="modSp">
        <pc:chgData name="Patrick Delmastro" userId="S::patrick.delmastro@aie.edu.au::80153e81-cca5-4785-8329-c43569ff9011" providerId="AD" clId="Web-{A20ED347-A23D-2124-EB41-E112828E4927}" dt="2021-09-10T01:01:24.965" v="44" actId="20577"/>
        <pc:sldMkLst>
          <pc:docMk/>
          <pc:sldMk cId="605107709" sldId="273"/>
        </pc:sldMkLst>
        <pc:spChg chg="mod">
          <ac:chgData name="Patrick Delmastro" userId="S::patrick.delmastro@aie.edu.au::80153e81-cca5-4785-8329-c43569ff9011" providerId="AD" clId="Web-{A20ED347-A23D-2124-EB41-E112828E4927}" dt="2021-09-10T01:01:24.965" v="44" actId="20577"/>
          <ac:spMkLst>
            <pc:docMk/>
            <pc:sldMk cId="605107709" sldId="273"/>
            <ac:spMk id="271" creationId="{00000000-0000-0000-0000-000000000000}"/>
          </ac:spMkLst>
        </pc:spChg>
      </pc:sldChg>
    </pc:docChg>
  </pc:docChgLst>
  <pc:docChgLst>
    <pc:chgData name="Patrick Delmastro" userId="S::patrick.delmastro@aie.edu.au::80153e81-cca5-4785-8329-c43569ff9011" providerId="AD" clId="Web-{A7BD2DE3-F9EE-E093-0EF8-0D861CA4EACD}"/>
    <pc:docChg chg="modSld">
      <pc:chgData name="Patrick Delmastro" userId="S::patrick.delmastro@aie.edu.au::80153e81-cca5-4785-8329-c43569ff9011" providerId="AD" clId="Web-{A7BD2DE3-F9EE-E093-0EF8-0D861CA4EACD}" dt="2021-08-10T03:39:38.864" v="2" actId="20577"/>
      <pc:docMkLst>
        <pc:docMk/>
      </pc:docMkLst>
      <pc:sldChg chg="modSp">
        <pc:chgData name="Patrick Delmastro" userId="S::patrick.delmastro@aie.edu.au::80153e81-cca5-4785-8329-c43569ff9011" providerId="AD" clId="Web-{A7BD2DE3-F9EE-E093-0EF8-0D861CA4EACD}" dt="2021-08-10T03:39:38.864" v="2" actId="20577"/>
        <pc:sldMkLst>
          <pc:docMk/>
          <pc:sldMk cId="0" sldId="256"/>
        </pc:sldMkLst>
        <pc:spChg chg="mod">
          <ac:chgData name="Patrick Delmastro" userId="S::patrick.delmastro@aie.edu.au::80153e81-cca5-4785-8329-c43569ff9011" providerId="AD" clId="Web-{A7BD2DE3-F9EE-E093-0EF8-0D861CA4EACD}" dt="2021-08-10T03:39:38.864" v="2" actId="20577"/>
          <ac:spMkLst>
            <pc:docMk/>
            <pc:sldMk cId="0" sldId="256"/>
            <ac:spMk id="250" creationId="{00000000-0000-0000-0000-000000000000}"/>
          </ac:spMkLst>
        </pc:spChg>
      </pc:sldChg>
    </pc:docChg>
  </pc:docChgLst>
  <pc:docChgLst>
    <pc:chgData name="Patrick Delmastro" userId="S::patrick.delmastro@aie.edu.au::80153e81-cca5-4785-8329-c43569ff9011" providerId="AD" clId="Web-{AA9795D7-5A35-1A05-4DD4-D43390A91BC2}"/>
    <pc:docChg chg="addSld modSld sldOrd addMainMaster">
      <pc:chgData name="Patrick Delmastro" userId="S::patrick.delmastro@aie.edu.au::80153e81-cca5-4785-8329-c43569ff9011" providerId="AD" clId="Web-{AA9795D7-5A35-1A05-4DD4-D43390A91BC2}" dt="2021-09-03T02:09:44.386" v="15" actId="20577"/>
      <pc:docMkLst>
        <pc:docMk/>
      </pc:docMkLst>
      <pc:sldChg chg="addSp delSp modSp ord">
        <pc:chgData name="Patrick Delmastro" userId="S::patrick.delmastro@aie.edu.au::80153e81-cca5-4785-8329-c43569ff9011" providerId="AD" clId="Web-{AA9795D7-5A35-1A05-4DD4-D43390A91BC2}" dt="2021-09-03T02:08:33.587" v="8"/>
        <pc:sldMkLst>
          <pc:docMk/>
          <pc:sldMk cId="3336099902" sldId="269"/>
        </pc:sldMkLst>
        <pc:picChg chg="add mod">
          <ac:chgData name="Patrick Delmastro" userId="S::patrick.delmastro@aie.edu.au::80153e81-cca5-4785-8329-c43569ff9011" providerId="AD" clId="Web-{AA9795D7-5A35-1A05-4DD4-D43390A91BC2}" dt="2021-09-03T02:08:33.587" v="8"/>
          <ac:picMkLst>
            <pc:docMk/>
            <pc:sldMk cId="3336099902" sldId="269"/>
            <ac:picMk id="2" creationId="{B1C14257-7C16-4491-88AD-8CB4C5D54720}"/>
          </ac:picMkLst>
        </pc:picChg>
        <pc:picChg chg="del mod">
          <ac:chgData name="Patrick Delmastro" userId="S::patrick.delmastro@aie.edu.au::80153e81-cca5-4785-8329-c43569ff9011" providerId="AD" clId="Web-{AA9795D7-5A35-1A05-4DD4-D43390A91BC2}" dt="2021-09-03T02:08:24.681" v="6"/>
          <ac:picMkLst>
            <pc:docMk/>
            <pc:sldMk cId="3336099902" sldId="269"/>
            <ac:picMk id="4" creationId="{0ADEBB8F-AAF0-4A3A-8792-9BAB5571CEB4}"/>
          </ac:picMkLst>
        </pc:picChg>
      </pc:sldChg>
      <pc:sldChg chg="modSp add ord">
        <pc:chgData name="Patrick Delmastro" userId="S::patrick.delmastro@aie.edu.au::80153e81-cca5-4785-8329-c43569ff9011" providerId="AD" clId="Web-{AA9795D7-5A35-1A05-4DD4-D43390A91BC2}" dt="2021-09-03T02:09:44.386" v="15" actId="20577"/>
        <pc:sldMkLst>
          <pc:docMk/>
          <pc:sldMk cId="3463590209" sldId="274"/>
        </pc:sldMkLst>
        <pc:spChg chg="mod">
          <ac:chgData name="Patrick Delmastro" userId="S::patrick.delmastro@aie.edu.au::80153e81-cca5-4785-8329-c43569ff9011" providerId="AD" clId="Web-{AA9795D7-5A35-1A05-4DD4-D43390A91BC2}" dt="2021-09-03T02:09:44.386" v="15" actId="20577"/>
          <ac:spMkLst>
            <pc:docMk/>
            <pc:sldMk cId="3463590209" sldId="274"/>
            <ac:spMk id="5" creationId="{1C8796AF-8B06-4F1B-A618-25F3C7D00C9D}"/>
          </ac:spMkLst>
        </pc:spChg>
      </pc:sldChg>
      <pc:sldMasterChg chg="add addSldLayout">
        <pc:chgData name="Patrick Delmastro" userId="S::patrick.delmastro@aie.edu.au::80153e81-cca5-4785-8329-c43569ff9011" providerId="AD" clId="Web-{AA9795D7-5A35-1A05-4DD4-D43390A91BC2}" dt="2021-09-03T02:09:28.198" v="9"/>
        <pc:sldMasterMkLst>
          <pc:docMk/>
          <pc:sldMasterMk cId="0" sldId="2147483696"/>
        </pc:sldMasterMkLst>
        <pc:sldLayoutChg chg="add">
          <pc:chgData name="Patrick Delmastro" userId="S::patrick.delmastro@aie.edu.au::80153e81-cca5-4785-8329-c43569ff9011" providerId="AD" clId="Web-{AA9795D7-5A35-1A05-4DD4-D43390A91BC2}" dt="2021-09-03T02:09:28.198" v="9"/>
          <pc:sldLayoutMkLst>
            <pc:docMk/>
            <pc:sldMasterMk cId="0" sldId="2147483696"/>
            <pc:sldLayoutMk cId="0" sldId="2147483697"/>
          </pc:sldLayoutMkLst>
        </pc:sldLayoutChg>
        <pc:sldLayoutChg chg="add">
          <pc:chgData name="Patrick Delmastro" userId="S::patrick.delmastro@aie.edu.au::80153e81-cca5-4785-8329-c43569ff9011" providerId="AD" clId="Web-{AA9795D7-5A35-1A05-4DD4-D43390A91BC2}" dt="2021-09-03T02:09:28.198" v="9"/>
          <pc:sldLayoutMkLst>
            <pc:docMk/>
            <pc:sldMasterMk cId="0" sldId="2147483696"/>
            <pc:sldLayoutMk cId="0" sldId="2147483698"/>
          </pc:sldLayoutMkLst>
        </pc:sldLayoutChg>
        <pc:sldLayoutChg chg="add">
          <pc:chgData name="Patrick Delmastro" userId="S::patrick.delmastro@aie.edu.au::80153e81-cca5-4785-8329-c43569ff9011" providerId="AD" clId="Web-{AA9795D7-5A35-1A05-4DD4-D43390A91BC2}" dt="2021-09-03T02:09:28.198" v="9"/>
          <pc:sldLayoutMkLst>
            <pc:docMk/>
            <pc:sldMasterMk cId="0" sldId="2147483696"/>
            <pc:sldLayoutMk cId="0" sldId="2147483699"/>
          </pc:sldLayoutMkLst>
        </pc:sldLayoutChg>
        <pc:sldLayoutChg chg="add">
          <pc:chgData name="Patrick Delmastro" userId="S::patrick.delmastro@aie.edu.au::80153e81-cca5-4785-8329-c43569ff9011" providerId="AD" clId="Web-{AA9795D7-5A35-1A05-4DD4-D43390A91BC2}" dt="2021-09-03T02:09:28.198" v="9"/>
          <pc:sldLayoutMkLst>
            <pc:docMk/>
            <pc:sldMasterMk cId="0" sldId="2147483696"/>
            <pc:sldLayoutMk cId="0" sldId="2147483700"/>
          </pc:sldLayoutMkLst>
        </pc:sldLayoutChg>
        <pc:sldLayoutChg chg="add">
          <pc:chgData name="Patrick Delmastro" userId="S::patrick.delmastro@aie.edu.au::80153e81-cca5-4785-8329-c43569ff9011" providerId="AD" clId="Web-{AA9795D7-5A35-1A05-4DD4-D43390A91BC2}" dt="2021-09-03T02:09:28.198" v="9"/>
          <pc:sldLayoutMkLst>
            <pc:docMk/>
            <pc:sldMasterMk cId="0" sldId="2147483696"/>
            <pc:sldLayoutMk cId="0" sldId="2147483701"/>
          </pc:sldLayoutMkLst>
        </pc:sldLayoutChg>
        <pc:sldLayoutChg chg="add">
          <pc:chgData name="Patrick Delmastro" userId="S::patrick.delmastro@aie.edu.au::80153e81-cca5-4785-8329-c43569ff9011" providerId="AD" clId="Web-{AA9795D7-5A35-1A05-4DD4-D43390A91BC2}" dt="2021-09-03T02:09:28.198" v="9"/>
          <pc:sldLayoutMkLst>
            <pc:docMk/>
            <pc:sldMasterMk cId="0" sldId="2147483696"/>
            <pc:sldLayoutMk cId="0" sldId="2147483702"/>
          </pc:sldLayoutMkLst>
        </pc:sldLayoutChg>
        <pc:sldLayoutChg chg="add">
          <pc:chgData name="Patrick Delmastro" userId="S::patrick.delmastro@aie.edu.au::80153e81-cca5-4785-8329-c43569ff9011" providerId="AD" clId="Web-{AA9795D7-5A35-1A05-4DD4-D43390A91BC2}" dt="2021-09-03T02:09:28.198" v="9"/>
          <pc:sldLayoutMkLst>
            <pc:docMk/>
            <pc:sldMasterMk cId="0" sldId="2147483696"/>
            <pc:sldLayoutMk cId="0" sldId="2147483703"/>
          </pc:sldLayoutMkLst>
        </pc:sldLayoutChg>
        <pc:sldLayoutChg chg="add">
          <pc:chgData name="Patrick Delmastro" userId="S::patrick.delmastro@aie.edu.au::80153e81-cca5-4785-8329-c43569ff9011" providerId="AD" clId="Web-{AA9795D7-5A35-1A05-4DD4-D43390A91BC2}" dt="2021-09-03T02:09:28.198" v="9"/>
          <pc:sldLayoutMkLst>
            <pc:docMk/>
            <pc:sldMasterMk cId="0" sldId="2147483696"/>
            <pc:sldLayoutMk cId="0" sldId="2147483704"/>
          </pc:sldLayoutMkLst>
        </pc:sldLayoutChg>
        <pc:sldLayoutChg chg="add">
          <pc:chgData name="Patrick Delmastro" userId="S::patrick.delmastro@aie.edu.au::80153e81-cca5-4785-8329-c43569ff9011" providerId="AD" clId="Web-{AA9795D7-5A35-1A05-4DD4-D43390A91BC2}" dt="2021-09-03T02:09:28.198" v="9"/>
          <pc:sldLayoutMkLst>
            <pc:docMk/>
            <pc:sldMasterMk cId="0" sldId="2147483696"/>
            <pc:sldLayoutMk cId="0" sldId="2147483705"/>
          </pc:sldLayoutMkLst>
        </pc:sldLayoutChg>
        <pc:sldLayoutChg chg="add">
          <pc:chgData name="Patrick Delmastro" userId="S::patrick.delmastro@aie.edu.au::80153e81-cca5-4785-8329-c43569ff9011" providerId="AD" clId="Web-{AA9795D7-5A35-1A05-4DD4-D43390A91BC2}" dt="2021-09-03T02:09:28.198" v="9"/>
          <pc:sldLayoutMkLst>
            <pc:docMk/>
            <pc:sldMasterMk cId="0" sldId="2147483696"/>
            <pc:sldLayoutMk cId="0" sldId="2147483706"/>
          </pc:sldLayoutMkLst>
        </pc:sldLayoutChg>
        <pc:sldLayoutChg chg="add">
          <pc:chgData name="Patrick Delmastro" userId="S::patrick.delmastro@aie.edu.au::80153e81-cca5-4785-8329-c43569ff9011" providerId="AD" clId="Web-{AA9795D7-5A35-1A05-4DD4-D43390A91BC2}" dt="2021-09-03T02:09:28.198" v="9"/>
          <pc:sldLayoutMkLst>
            <pc:docMk/>
            <pc:sldMasterMk cId="0" sldId="2147483696"/>
            <pc:sldLayoutMk cId="0" sldId="2147483707"/>
          </pc:sldLayoutMkLst>
        </pc:sldLayoutChg>
        <pc:sldLayoutChg chg="add">
          <pc:chgData name="Patrick Delmastro" userId="S::patrick.delmastro@aie.edu.au::80153e81-cca5-4785-8329-c43569ff9011" providerId="AD" clId="Web-{AA9795D7-5A35-1A05-4DD4-D43390A91BC2}" dt="2021-09-03T02:09:28.198" v="9"/>
          <pc:sldLayoutMkLst>
            <pc:docMk/>
            <pc:sldMasterMk cId="0" sldId="2147483696"/>
            <pc:sldLayoutMk cId="0" sldId="2147483708"/>
          </pc:sldLayoutMkLst>
        </pc:sldLayoutChg>
        <pc:sldLayoutChg chg="add">
          <pc:chgData name="Patrick Delmastro" userId="S::patrick.delmastro@aie.edu.au::80153e81-cca5-4785-8329-c43569ff9011" providerId="AD" clId="Web-{AA9795D7-5A35-1A05-4DD4-D43390A91BC2}" dt="2021-09-03T02:09:28.198" v="9"/>
          <pc:sldLayoutMkLst>
            <pc:docMk/>
            <pc:sldMasterMk cId="0" sldId="2147483696"/>
            <pc:sldLayoutMk cId="0" sldId="2147483709"/>
          </pc:sldLayoutMkLst>
        </pc:sldLayoutChg>
        <pc:sldLayoutChg chg="add">
          <pc:chgData name="Patrick Delmastro" userId="S::patrick.delmastro@aie.edu.au::80153e81-cca5-4785-8329-c43569ff9011" providerId="AD" clId="Web-{AA9795D7-5A35-1A05-4DD4-D43390A91BC2}" dt="2021-09-03T02:09:28.198" v="9"/>
          <pc:sldLayoutMkLst>
            <pc:docMk/>
            <pc:sldMasterMk cId="0" sldId="2147483696"/>
            <pc:sldLayoutMk cId="0" sldId="2147483710"/>
          </pc:sldLayoutMkLst>
        </pc:sldLayoutChg>
      </pc:sldMasterChg>
    </pc:docChg>
  </pc:docChgLst>
  <pc:docChgLst>
    <pc:chgData name="Thomas Sinclair" userId="S::thomass@aie.edu.au::ea7e17c6-715c-40d9-8261-37f47b5b9a01" providerId="AD" clId="Web-{754FF9D5-0DA6-4498-AF90-355942B6E09B}"/>
    <pc:docChg chg="addSld delSld modSld sldOrd">
      <pc:chgData name="Thomas Sinclair" userId="S::thomass@aie.edu.au::ea7e17c6-715c-40d9-8261-37f47b5b9a01" providerId="AD" clId="Web-{754FF9D5-0DA6-4498-AF90-355942B6E09B}" dt="2021-08-12T07:24:20.935" v="327"/>
      <pc:docMkLst>
        <pc:docMk/>
      </pc:docMkLst>
      <pc:sldChg chg="modSp">
        <pc:chgData name="Thomas Sinclair" userId="S::thomass@aie.edu.au::ea7e17c6-715c-40d9-8261-37f47b5b9a01" providerId="AD" clId="Web-{754FF9D5-0DA6-4498-AF90-355942B6E09B}" dt="2021-08-12T07:19:15.663" v="263" actId="20577"/>
        <pc:sldMkLst>
          <pc:docMk/>
          <pc:sldMk cId="0" sldId="258"/>
        </pc:sldMkLst>
        <pc:spChg chg="mod">
          <ac:chgData name="Thomas Sinclair" userId="S::thomass@aie.edu.au::ea7e17c6-715c-40d9-8261-37f47b5b9a01" providerId="AD" clId="Web-{754FF9D5-0DA6-4498-AF90-355942B6E09B}" dt="2021-08-12T07:19:15.663" v="263" actId="20577"/>
          <ac:spMkLst>
            <pc:docMk/>
            <pc:sldMk cId="0" sldId="258"/>
            <ac:spMk id="264" creationId="{00000000-0000-0000-0000-000000000000}"/>
          </ac:spMkLst>
        </pc:spChg>
      </pc:sldChg>
      <pc:sldChg chg="del">
        <pc:chgData name="Thomas Sinclair" userId="S::thomass@aie.edu.au::ea7e17c6-715c-40d9-8261-37f47b5b9a01" providerId="AD" clId="Web-{754FF9D5-0DA6-4498-AF90-355942B6E09B}" dt="2021-08-12T06:30:38.605" v="7"/>
        <pc:sldMkLst>
          <pc:docMk/>
          <pc:sldMk cId="0" sldId="261"/>
        </pc:sldMkLst>
      </pc:sldChg>
      <pc:sldChg chg="modSp">
        <pc:chgData name="Thomas Sinclair" userId="S::thomass@aie.edu.au::ea7e17c6-715c-40d9-8261-37f47b5b9a01" providerId="AD" clId="Web-{754FF9D5-0DA6-4498-AF90-355942B6E09B}" dt="2021-08-12T07:24:20.935" v="327"/>
        <pc:sldMkLst>
          <pc:docMk/>
          <pc:sldMk cId="3543835949" sldId="267"/>
        </pc:sldMkLst>
        <pc:graphicFrameChg chg="mod modGraphic">
          <ac:chgData name="Thomas Sinclair" userId="S::thomass@aie.edu.au::ea7e17c6-715c-40d9-8261-37f47b5b9a01" providerId="AD" clId="Web-{754FF9D5-0DA6-4498-AF90-355942B6E09B}" dt="2021-08-12T07:24:20.935" v="327"/>
          <ac:graphicFrameMkLst>
            <pc:docMk/>
            <pc:sldMk cId="3543835949" sldId="267"/>
            <ac:graphicFrameMk id="6" creationId="{B705625E-947A-493F-9E40-DEC8F49CB570}"/>
          </ac:graphicFrameMkLst>
        </pc:graphicFrameChg>
      </pc:sldChg>
      <pc:sldChg chg="addSp delSp modSp">
        <pc:chgData name="Thomas Sinclair" userId="S::thomass@aie.edu.au::ea7e17c6-715c-40d9-8261-37f47b5b9a01" providerId="AD" clId="Web-{754FF9D5-0DA6-4498-AF90-355942B6E09B}" dt="2021-08-12T06:41:17.993" v="206"/>
        <pc:sldMkLst>
          <pc:docMk/>
          <pc:sldMk cId="2919946449" sldId="268"/>
        </pc:sldMkLst>
        <pc:spChg chg="add del mod">
          <ac:chgData name="Thomas Sinclair" userId="S::thomass@aie.edu.au::ea7e17c6-715c-40d9-8261-37f47b5b9a01" providerId="AD" clId="Web-{754FF9D5-0DA6-4498-AF90-355942B6E09B}" dt="2021-08-12T06:31:56.091" v="24"/>
          <ac:spMkLst>
            <pc:docMk/>
            <pc:sldMk cId="2919946449" sldId="268"/>
            <ac:spMk id="3" creationId="{814C0736-6031-449C-809C-E77CA4841A0C}"/>
          </ac:spMkLst>
        </pc:spChg>
        <pc:spChg chg="add mod">
          <ac:chgData name="Thomas Sinclair" userId="S::thomass@aie.edu.au::ea7e17c6-715c-40d9-8261-37f47b5b9a01" providerId="AD" clId="Web-{754FF9D5-0DA6-4498-AF90-355942B6E09B}" dt="2021-08-12T06:36:20.846" v="45" actId="20577"/>
          <ac:spMkLst>
            <pc:docMk/>
            <pc:sldMk cId="2919946449" sldId="268"/>
            <ac:spMk id="4" creationId="{AB5D27ED-5D71-426A-A2F5-22B1A10C72A3}"/>
          </ac:spMkLst>
        </pc:spChg>
        <pc:spChg chg="add del mod">
          <ac:chgData name="Thomas Sinclair" userId="S::thomass@aie.edu.au::ea7e17c6-715c-40d9-8261-37f47b5b9a01" providerId="AD" clId="Web-{754FF9D5-0DA6-4498-AF90-355942B6E09B}" dt="2021-08-12T06:36:27.393" v="47"/>
          <ac:spMkLst>
            <pc:docMk/>
            <pc:sldMk cId="2919946449" sldId="268"/>
            <ac:spMk id="7" creationId="{C920DD00-4C7B-4514-A286-C8CE2D253CA5}"/>
          </ac:spMkLst>
        </pc:spChg>
        <pc:spChg chg="add del mod">
          <ac:chgData name="Thomas Sinclair" userId="S::thomass@aie.edu.au::ea7e17c6-715c-40d9-8261-37f47b5b9a01" providerId="AD" clId="Web-{754FF9D5-0DA6-4498-AF90-355942B6E09B}" dt="2021-08-12T06:36:23.862" v="46"/>
          <ac:spMkLst>
            <pc:docMk/>
            <pc:sldMk cId="2919946449" sldId="268"/>
            <ac:spMk id="271" creationId="{00000000-0000-0000-0000-000000000000}"/>
          </ac:spMkLst>
        </pc:spChg>
        <pc:graphicFrameChg chg="add mod modGraphic">
          <ac:chgData name="Thomas Sinclair" userId="S::thomass@aie.edu.au::ea7e17c6-715c-40d9-8261-37f47b5b9a01" providerId="AD" clId="Web-{754FF9D5-0DA6-4498-AF90-355942B6E09B}" dt="2021-08-12T06:41:17.993" v="206"/>
          <ac:graphicFrameMkLst>
            <pc:docMk/>
            <pc:sldMk cId="2919946449" sldId="268"/>
            <ac:graphicFrameMk id="8" creationId="{96076F0D-333A-440E-8470-86B8D838289B}"/>
          </ac:graphicFrameMkLst>
        </pc:graphicFrameChg>
      </pc:sldChg>
      <pc:sldChg chg="modSp add ord replId">
        <pc:chgData name="Thomas Sinclair" userId="S::thomass@aie.edu.au::ea7e17c6-715c-40d9-8261-37f47b5b9a01" providerId="AD" clId="Web-{754FF9D5-0DA6-4498-AF90-355942B6E09B}" dt="2021-08-12T06:40:52.899" v="202"/>
        <pc:sldMkLst>
          <pc:docMk/>
          <pc:sldMk cId="307213659" sldId="270"/>
        </pc:sldMkLst>
        <pc:spChg chg="mod">
          <ac:chgData name="Thomas Sinclair" userId="S::thomass@aie.edu.au::ea7e17c6-715c-40d9-8261-37f47b5b9a01" providerId="AD" clId="Web-{754FF9D5-0DA6-4498-AF90-355942B6E09B}" dt="2021-08-12T06:31:09.137" v="22" actId="20577"/>
          <ac:spMkLst>
            <pc:docMk/>
            <pc:sldMk cId="307213659" sldId="270"/>
            <ac:spMk id="270" creationId="{00000000-0000-0000-0000-000000000000}"/>
          </ac:spMkLst>
        </pc:spChg>
        <pc:graphicFrameChg chg="mod modGraphic">
          <ac:chgData name="Thomas Sinclair" userId="S::thomass@aie.edu.au::ea7e17c6-715c-40d9-8261-37f47b5b9a01" providerId="AD" clId="Web-{754FF9D5-0DA6-4498-AF90-355942B6E09B}" dt="2021-08-12T06:40:52.899" v="202"/>
          <ac:graphicFrameMkLst>
            <pc:docMk/>
            <pc:sldMk cId="307213659" sldId="270"/>
            <ac:graphicFrameMk id="6" creationId="{B705625E-947A-493F-9E40-DEC8F49CB570}"/>
          </ac:graphicFrameMkLst>
        </pc:graphicFrameChg>
      </pc:sldChg>
    </pc:docChg>
  </pc:docChgLst>
  <pc:docChgLst>
    <pc:chgData name="Patrick Delmastro" userId="S::patrick.delmastro@aie.edu.au::80153e81-cca5-4785-8329-c43569ff9011" providerId="AD" clId="Web-{A2DFF1F0-1677-165B-6092-3D94A12A8DFC}"/>
    <pc:docChg chg="modSld">
      <pc:chgData name="Patrick Delmastro" userId="S::patrick.delmastro@aie.edu.au::80153e81-cca5-4785-8329-c43569ff9011" providerId="AD" clId="Web-{A2DFF1F0-1677-165B-6092-3D94A12A8DFC}" dt="2021-09-08T23:12:42.546" v="38" actId="1076"/>
      <pc:docMkLst>
        <pc:docMk/>
      </pc:docMkLst>
      <pc:sldChg chg="addSp delSp modSp">
        <pc:chgData name="Patrick Delmastro" userId="S::patrick.delmastro@aie.edu.au::80153e81-cca5-4785-8329-c43569ff9011" providerId="AD" clId="Web-{A2DFF1F0-1677-165B-6092-3D94A12A8DFC}" dt="2021-09-08T23:12:42.546" v="38" actId="1076"/>
        <pc:sldMkLst>
          <pc:docMk/>
          <pc:sldMk cId="3336099902" sldId="269"/>
        </pc:sldMkLst>
        <pc:spChg chg="add mod">
          <ac:chgData name="Patrick Delmastro" userId="S::patrick.delmastro@aie.edu.au::80153e81-cca5-4785-8329-c43569ff9011" providerId="AD" clId="Web-{A2DFF1F0-1677-165B-6092-3D94A12A8DFC}" dt="2021-09-08T23:12:37.061" v="37" actId="14100"/>
          <ac:spMkLst>
            <pc:docMk/>
            <pc:sldMk cId="3336099902" sldId="269"/>
            <ac:spMk id="8" creationId="{A584C094-E273-4ECC-9474-882299C5D7F0}"/>
          </ac:spMkLst>
        </pc:spChg>
        <pc:spChg chg="add mod">
          <ac:chgData name="Patrick Delmastro" userId="S::patrick.delmastro@aie.edu.au::80153e81-cca5-4785-8329-c43569ff9011" providerId="AD" clId="Web-{A2DFF1F0-1677-165B-6092-3D94A12A8DFC}" dt="2021-09-08T23:10:31.496" v="3" actId="20577"/>
          <ac:spMkLst>
            <pc:docMk/>
            <pc:sldMk cId="3336099902" sldId="269"/>
            <ac:spMk id="16" creationId="{EDB9A539-9D56-4164-8537-8845182718E0}"/>
          </ac:spMkLst>
        </pc:spChg>
        <pc:spChg chg="add mod">
          <ac:chgData name="Patrick Delmastro" userId="S::patrick.delmastro@aie.edu.au::80153e81-cca5-4785-8329-c43569ff9011" providerId="AD" clId="Web-{A2DFF1F0-1677-165B-6092-3D94A12A8DFC}" dt="2021-09-08T23:10:37.028" v="5" actId="20577"/>
          <ac:spMkLst>
            <pc:docMk/>
            <pc:sldMk cId="3336099902" sldId="269"/>
            <ac:spMk id="17" creationId="{85033398-D320-4371-A0CD-7A7BC1D5BCC0}"/>
          </ac:spMkLst>
        </pc:spChg>
        <pc:spChg chg="add del">
          <ac:chgData name="Patrick Delmastro" userId="S::patrick.delmastro@aie.edu.au::80153e81-cca5-4785-8329-c43569ff9011" providerId="AD" clId="Web-{A2DFF1F0-1677-165B-6092-3D94A12A8DFC}" dt="2021-09-08T23:11:16.185" v="18"/>
          <ac:spMkLst>
            <pc:docMk/>
            <pc:sldMk cId="3336099902" sldId="269"/>
            <ac:spMk id="18" creationId="{7CF289E3-D50D-4AEA-90BF-C0AF24E83694}"/>
          </ac:spMkLst>
        </pc:spChg>
        <pc:spChg chg="add del mod">
          <ac:chgData name="Patrick Delmastro" userId="S::patrick.delmastro@aie.edu.au::80153e81-cca5-4785-8329-c43569ff9011" providerId="AD" clId="Web-{A2DFF1F0-1677-165B-6092-3D94A12A8DFC}" dt="2021-09-08T23:11:25.857" v="21"/>
          <ac:spMkLst>
            <pc:docMk/>
            <pc:sldMk cId="3336099902" sldId="269"/>
            <ac:spMk id="19" creationId="{C49477B4-5BA6-4175-8EE8-F4C1B9DA2E48}"/>
          </ac:spMkLst>
        </pc:spChg>
        <pc:spChg chg="add del">
          <ac:chgData name="Patrick Delmastro" userId="S::patrick.delmastro@aie.edu.au::80153e81-cca5-4785-8329-c43569ff9011" providerId="AD" clId="Web-{A2DFF1F0-1677-165B-6092-3D94A12A8DFC}" dt="2021-09-08T23:11:07.153" v="13"/>
          <ac:spMkLst>
            <pc:docMk/>
            <pc:sldMk cId="3336099902" sldId="269"/>
            <ac:spMk id="22" creationId="{03D095AB-C836-4E13-B9F2-1486878ECFA1}"/>
          </ac:spMkLst>
        </pc:spChg>
        <pc:spChg chg="mod">
          <ac:chgData name="Patrick Delmastro" userId="S::patrick.delmastro@aie.edu.au::80153e81-cca5-4785-8329-c43569ff9011" providerId="AD" clId="Web-{A2DFF1F0-1677-165B-6092-3D94A12A8DFC}" dt="2021-09-08T23:11:04.841" v="12" actId="20577"/>
          <ac:spMkLst>
            <pc:docMk/>
            <pc:sldMk cId="3336099902" sldId="269"/>
            <ac:spMk id="420" creationId="{00000000-0000-0000-0000-000000000000}"/>
          </ac:spMkLst>
        </pc:spChg>
        <pc:grpChg chg="add del mod">
          <ac:chgData name="Patrick Delmastro" userId="S::patrick.delmastro@aie.edu.au::80153e81-cca5-4785-8329-c43569ff9011" providerId="AD" clId="Web-{A2DFF1F0-1677-165B-6092-3D94A12A8DFC}" dt="2021-09-08T23:12:42.546" v="38" actId="1076"/>
          <ac:grpSpMkLst>
            <pc:docMk/>
            <pc:sldMk cId="3336099902" sldId="269"/>
            <ac:grpSpMk id="7" creationId="{FC97F744-14FC-486C-B2CE-50066F91C053}"/>
          </ac:grpSpMkLst>
        </pc:grpChg>
        <pc:picChg chg="del">
          <ac:chgData name="Patrick Delmastro" userId="S::patrick.delmastro@aie.edu.au::80153e81-cca5-4785-8329-c43569ff9011" providerId="AD" clId="Web-{A2DFF1F0-1677-165B-6092-3D94A12A8DFC}" dt="2021-09-08T23:10:17.027" v="0"/>
          <ac:picMkLst>
            <pc:docMk/>
            <pc:sldMk cId="3336099902" sldId="269"/>
            <ac:picMk id="2" creationId="{B1C14257-7C16-4491-88AD-8CB4C5D54720}"/>
          </ac:picMkLst>
        </pc:picChg>
        <pc:picChg chg="add">
          <ac:chgData name="Patrick Delmastro" userId="S::patrick.delmastro@aie.edu.au::80153e81-cca5-4785-8329-c43569ff9011" providerId="AD" clId="Web-{A2DFF1F0-1677-165B-6092-3D94A12A8DFC}" dt="2021-09-08T23:10:20.824" v="1"/>
          <ac:picMkLst>
            <pc:docMk/>
            <pc:sldMk cId="3336099902" sldId="269"/>
            <ac:picMk id="9" creationId="{5E28E836-A3C0-4B95-AD5A-507D0C9D50F4}"/>
          </ac:picMkLst>
        </pc:picChg>
        <pc:picChg chg="add">
          <ac:chgData name="Patrick Delmastro" userId="S::patrick.delmastro@aie.edu.au::80153e81-cca5-4785-8329-c43569ff9011" providerId="AD" clId="Web-{A2DFF1F0-1677-165B-6092-3D94A12A8DFC}" dt="2021-09-08T23:10:20.824" v="1"/>
          <ac:picMkLst>
            <pc:docMk/>
            <pc:sldMk cId="3336099902" sldId="269"/>
            <ac:picMk id="10" creationId="{605B778A-75F7-42B8-AB97-B9BABBA3E0B1}"/>
          </ac:picMkLst>
        </pc:picChg>
        <pc:picChg chg="add del">
          <ac:chgData name="Patrick Delmastro" userId="S::patrick.delmastro@aie.edu.au::80153e81-cca5-4785-8329-c43569ff9011" providerId="AD" clId="Web-{A2DFF1F0-1677-165B-6092-3D94A12A8DFC}" dt="2021-09-08T23:11:24.044" v="20"/>
          <ac:picMkLst>
            <pc:docMk/>
            <pc:sldMk cId="3336099902" sldId="269"/>
            <ac:picMk id="11" creationId="{3C683C14-FCC2-4503-BFFD-BF47613B4EB1}"/>
          </ac:picMkLst>
        </pc:picChg>
        <pc:picChg chg="add del">
          <ac:chgData name="Patrick Delmastro" userId="S::patrick.delmastro@aie.edu.au::80153e81-cca5-4785-8329-c43569ff9011" providerId="AD" clId="Web-{A2DFF1F0-1677-165B-6092-3D94A12A8DFC}" dt="2021-09-08T23:11:14.919" v="17"/>
          <ac:picMkLst>
            <pc:docMk/>
            <pc:sldMk cId="3336099902" sldId="269"/>
            <ac:picMk id="12" creationId="{70D8EFEE-A159-48D2-A3CC-CC34C25C6AC3}"/>
          </ac:picMkLst>
        </pc:picChg>
        <pc:picChg chg="add del">
          <ac:chgData name="Patrick Delmastro" userId="S::patrick.delmastro@aie.edu.au::80153e81-cca5-4785-8329-c43569ff9011" providerId="AD" clId="Web-{A2DFF1F0-1677-165B-6092-3D94A12A8DFC}" dt="2021-09-08T23:11:12.888" v="16"/>
          <ac:picMkLst>
            <pc:docMk/>
            <pc:sldMk cId="3336099902" sldId="269"/>
            <ac:picMk id="20" creationId="{523DA7C2-2E0A-4D27-AAA7-CF84E56890D5}"/>
          </ac:picMkLst>
        </pc:picChg>
        <pc:cxnChg chg="add mod">
          <ac:chgData name="Patrick Delmastro" userId="S::patrick.delmastro@aie.edu.au::80153e81-cca5-4785-8329-c43569ff9011" providerId="AD" clId="Web-{A2DFF1F0-1677-165B-6092-3D94A12A8DFC}" dt="2021-09-08T23:11:10.622" v="15"/>
          <ac:cxnSpMkLst>
            <pc:docMk/>
            <pc:sldMk cId="3336099902" sldId="269"/>
            <ac:cxnSpMk id="13" creationId="{90C729F1-1C86-47D5-8A9D-EE8AE63D034E}"/>
          </ac:cxnSpMkLst>
        </pc:cxnChg>
        <pc:cxnChg chg="add del mod">
          <ac:chgData name="Patrick Delmastro" userId="S::patrick.delmastro@aie.edu.au::80153e81-cca5-4785-8329-c43569ff9011" providerId="AD" clId="Web-{A2DFF1F0-1677-165B-6092-3D94A12A8DFC}" dt="2021-09-08T23:11:30.716" v="23"/>
          <ac:cxnSpMkLst>
            <pc:docMk/>
            <pc:sldMk cId="3336099902" sldId="269"/>
            <ac:cxnSpMk id="14" creationId="{46D02985-43D8-4F1C-993F-662C8F40B7FD}"/>
          </ac:cxnSpMkLst>
        </pc:cxnChg>
        <pc:cxnChg chg="add del mod">
          <ac:chgData name="Patrick Delmastro" userId="S::patrick.delmastro@aie.edu.au::80153e81-cca5-4785-8329-c43569ff9011" providerId="AD" clId="Web-{A2DFF1F0-1677-165B-6092-3D94A12A8DFC}" dt="2021-09-08T23:11:28.060" v="22"/>
          <ac:cxnSpMkLst>
            <pc:docMk/>
            <pc:sldMk cId="3336099902" sldId="269"/>
            <ac:cxnSpMk id="15" creationId="{1E2E58A2-4370-481E-A038-C0D9A90EDE5E}"/>
          </ac:cxnSpMkLst>
        </pc:cxnChg>
        <pc:cxnChg chg="add del mod">
          <ac:chgData name="Patrick Delmastro" userId="S::patrick.delmastro@aie.edu.au::80153e81-cca5-4785-8329-c43569ff9011" providerId="AD" clId="Web-{A2DFF1F0-1677-165B-6092-3D94A12A8DFC}" dt="2021-09-08T23:11:32.310" v="24"/>
          <ac:cxnSpMkLst>
            <pc:docMk/>
            <pc:sldMk cId="3336099902" sldId="269"/>
            <ac:cxnSpMk id="21" creationId="{6CB651A8-5B76-482D-80F4-941E0DF4A2C3}"/>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411e96cc5_4_98: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248" name="Google Shape;248;g3411e96cc5_4_98: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3411e96cc5_4_10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255" name="Google Shape;255;g3411e96cc5_4_105: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3411e96cc5_4_1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261" name="Google Shape;261;g3411e96cc5_4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g2c8c0532c2_0_3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417" name="Google Shape;417;g2c8c0532c2_0_359: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5: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275"/>
              <a:buFont typeface="Arial"/>
              <a:buNone/>
            </a:pPr>
            <a:endParaRPr sz="1100" b="0" i="0" u="none" strike="noStrike" cap="none">
              <a:solidFill>
                <a:schemeClr val="dk1"/>
              </a:solidFill>
              <a:latin typeface="Arial"/>
              <a:ea typeface="Arial"/>
              <a:cs typeface="Arial"/>
              <a:sym typeface="Arial"/>
            </a:endParaRPr>
          </a:p>
        </p:txBody>
      </p:sp>
      <p:sp>
        <p:nvSpPr>
          <p:cNvPr id="406" name="Google Shape;406;p5: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838082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a82173008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268" name="Google Shape;268;g3a82173008_0_6: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a82173008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268" name="Google Shape;268;g3a82173008_0_6: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39234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a82173008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268" name="Google Shape;268;g3a82173008_0_6: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823940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a82173008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268" name="Google Shape;268;g3a82173008_0_6: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25546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a82173008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268" name="Google Shape;268;g3a82173008_0_6: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644367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a82173008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268" name="Google Shape;268;g3a82173008_0_6: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538470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a82173008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268" name="Google Shape;268;g3a82173008_0_6: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856760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a82173008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268" name="Google Shape;268;g3a82173008_0_6: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391080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a82173008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268" name="Google Shape;268;g3a82173008_0_6: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703451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a82173008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268" name="Google Shape;268;g3a82173008_0_6: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760063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2c8c0532c2_0_6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23" name="Google Shape;323;g2c8c0532c2_0_601: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59913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5"/>
        <p:cNvGrpSpPr/>
        <p:nvPr/>
      </p:nvGrpSpPr>
      <p:grpSpPr>
        <a:xfrm>
          <a:off x="0" y="0"/>
          <a:ext cx="0" cy="0"/>
          <a:chOff x="0" y="0"/>
          <a:chExt cx="0" cy="0"/>
        </a:xfrm>
      </p:grpSpPr>
      <p:sp>
        <p:nvSpPr>
          <p:cNvPr id="56" name="Google Shape;56;p14"/>
          <p:cNvSpPr txBox="1">
            <a:spLocks noGrp="1"/>
          </p:cNvSpPr>
          <p:nvPr>
            <p:ph type="ctrTitle"/>
          </p:nvPr>
        </p:nvSpPr>
        <p:spPr>
          <a:xfrm>
            <a:off x="755575" y="771550"/>
            <a:ext cx="7632848" cy="1728191"/>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00B0F0"/>
              </a:buClr>
              <a:buSzPts val="1400"/>
              <a:buFont typeface="Calibri"/>
              <a:buNone/>
              <a:defRPr sz="4800" b="0" i="0" u="none" strike="noStrike" cap="none">
                <a:solidFill>
                  <a:srgbClr val="00B0F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7" name="Google Shape;57;p14"/>
          <p:cNvSpPr txBox="1">
            <a:spLocks noGrp="1"/>
          </p:cNvSpPr>
          <p:nvPr>
            <p:ph type="subTitle" idx="1"/>
          </p:nvPr>
        </p:nvSpPr>
        <p:spPr>
          <a:xfrm>
            <a:off x="755575" y="2571750"/>
            <a:ext cx="6400799" cy="1314449"/>
          </a:xfrm>
          <a:prstGeom prst="rect">
            <a:avLst/>
          </a:prstGeom>
          <a:noFill/>
          <a:ln>
            <a:noFill/>
          </a:ln>
        </p:spPr>
        <p:txBody>
          <a:bodyPr spcFirstLastPara="1" wrap="square" lIns="91425" tIns="91425" rIns="91425" bIns="91425" anchor="t" anchorCtr="0"/>
          <a:lstStyle>
            <a:lvl1pPr marR="0" lvl="0" algn="l" rtl="0">
              <a:lnSpc>
                <a:spcPct val="100000"/>
              </a:lnSpc>
              <a:spcBef>
                <a:spcPts val="560"/>
              </a:spcBef>
              <a:spcAft>
                <a:spcPts val="0"/>
              </a:spcAft>
              <a:buClr>
                <a:srgbClr val="92D050"/>
              </a:buClr>
              <a:buSzPts val="2800"/>
              <a:buFont typeface="Arial"/>
              <a:buNone/>
              <a:defRPr sz="2800" b="0" i="0" u="none" strike="noStrike" cap="none">
                <a:solidFill>
                  <a:schemeClr val="lt1"/>
                </a:solidFill>
                <a:latin typeface="Calibri"/>
                <a:ea typeface="Calibri"/>
                <a:cs typeface="Calibri"/>
                <a:sym typeface="Calibri"/>
              </a:defRPr>
            </a:lvl1pPr>
            <a:lvl2pPr marR="0" lvl="1" algn="ctr" rtl="0">
              <a:lnSpc>
                <a:spcPct val="100000"/>
              </a:lnSpc>
              <a:spcBef>
                <a:spcPts val="480"/>
              </a:spcBef>
              <a:spcAft>
                <a:spcPts val="0"/>
              </a:spcAft>
              <a:buClr>
                <a:srgbClr val="00B0F0"/>
              </a:buClr>
              <a:buSzPts val="2400"/>
              <a:buFont typeface="Arial"/>
              <a:buNone/>
              <a:defRPr sz="2400" b="0" i="0" u="none" strike="noStrike" cap="none">
                <a:solidFill>
                  <a:srgbClr val="888888"/>
                </a:solidFill>
                <a:latin typeface="Calibri"/>
                <a:ea typeface="Calibri"/>
                <a:cs typeface="Calibri"/>
                <a:sym typeface="Calibri"/>
              </a:defRPr>
            </a:lvl2pPr>
            <a:lvl3pPr marR="0" lvl="2"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3pPr>
            <a:lvl4pPr marR="0" lvl="3" algn="ctr"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4pPr>
            <a:lvl5pPr marR="0" lvl="4" algn="ctr"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5pPr>
            <a:lvl6pPr marR="0" lvl="5"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R="0" lvl="6"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R="0" lvl="7"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R="0" lvl="8"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58" name="Google Shape;58;p14"/>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9" name="Google Shape;59;p14"/>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R="0" lvl="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0" name="Google Shape;60;p14"/>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GB"/>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1"/>
        <p:cNvGrpSpPr/>
        <p:nvPr/>
      </p:nvGrpSpPr>
      <p:grpSpPr>
        <a:xfrm>
          <a:off x="0" y="0"/>
          <a:ext cx="0" cy="0"/>
          <a:chOff x="0" y="0"/>
          <a:chExt cx="0" cy="0"/>
        </a:xfrm>
      </p:grpSpPr>
      <p:sp>
        <p:nvSpPr>
          <p:cNvPr id="62" name="Google Shape;62;p15"/>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63" name="Google Shape;63;p15"/>
          <p:cNvSpPr txBox="1">
            <a:spLocks noGrp="1"/>
          </p:cNvSpPr>
          <p:nvPr>
            <p:ph type="body" idx="1"/>
          </p:nvPr>
        </p:nvSpPr>
        <p:spPr>
          <a:xfrm>
            <a:off x="323528" y="1200150"/>
            <a:ext cx="8064896" cy="3394472"/>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4" name="Google Shape;64;p15"/>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5" name="Google Shape;65;p15"/>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R="0" lvl="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6" name="Google Shape;66;p15"/>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GB"/>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1">
  <p:cSld name="Two Content 1">
    <p:bg>
      <p:bgPr>
        <a:blipFill rotWithShape="1">
          <a:blip r:embed="rId2">
            <a:alphaModFix/>
          </a:blip>
          <a:stretch>
            <a:fillRect/>
          </a:stretch>
        </a:blipFill>
        <a:effectLst/>
      </p:bgPr>
    </p:bg>
    <p:spTree>
      <p:nvGrpSpPr>
        <p:cNvPr id="1" name="Shape 67"/>
        <p:cNvGrpSpPr/>
        <p:nvPr/>
      </p:nvGrpSpPr>
      <p:grpSpPr>
        <a:xfrm>
          <a:off x="0" y="0"/>
          <a:ext cx="0" cy="0"/>
          <a:chOff x="0" y="0"/>
          <a:chExt cx="0" cy="0"/>
        </a:xfrm>
      </p:grpSpPr>
      <p:sp>
        <p:nvSpPr>
          <p:cNvPr id="68" name="Google Shape;68;p16"/>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69" name="Google Shape;69;p16"/>
          <p:cNvSpPr txBox="1">
            <a:spLocks noGrp="1"/>
          </p:cNvSpPr>
          <p:nvPr>
            <p:ph type="body" idx="1"/>
          </p:nvPr>
        </p:nvSpPr>
        <p:spPr>
          <a:xfrm>
            <a:off x="323528" y="1203598"/>
            <a:ext cx="4104600"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0" name="Google Shape;70;p16"/>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6"/>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R="0" lvl="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2" name="Google Shape;72;p16"/>
          <p:cNvSpPr txBox="1">
            <a:spLocks noGrp="1"/>
          </p:cNvSpPr>
          <p:nvPr>
            <p:ph type="sldNum" idx="12"/>
          </p:nvPr>
        </p:nvSpPr>
        <p:spPr>
          <a:xfrm>
            <a:off x="6804247" y="4731989"/>
            <a:ext cx="1944300" cy="2739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GB"/>
              <a:t>‹#›</a:t>
            </a:fld>
            <a:endParaRPr sz="1400">
              <a:solidFill>
                <a:srgbClr val="000000"/>
              </a:solidFill>
              <a:latin typeface="Arial"/>
              <a:ea typeface="Arial"/>
              <a:cs typeface="Arial"/>
              <a:sym typeface="Arial"/>
            </a:endParaRPr>
          </a:p>
        </p:txBody>
      </p:sp>
      <p:sp>
        <p:nvSpPr>
          <p:cNvPr id="73" name="Google Shape;73;p16"/>
          <p:cNvSpPr txBox="1">
            <a:spLocks noGrp="1"/>
          </p:cNvSpPr>
          <p:nvPr>
            <p:ph type="body" idx="2"/>
          </p:nvPr>
        </p:nvSpPr>
        <p:spPr>
          <a:xfrm>
            <a:off x="4582344" y="1203598"/>
            <a:ext cx="4104600"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with Caption 1">
  <p:cSld name="Content with Caption 1">
    <p:bg>
      <p:bgPr>
        <a:blipFill rotWithShape="1">
          <a:blip r:embed="rId2">
            <a:alphaModFix/>
          </a:blip>
          <a:stretch>
            <a:fillRect/>
          </a:stretch>
        </a:blipFill>
        <a:effectLst/>
      </p:bgPr>
    </p:bg>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a:off x="457200" y="204787"/>
            <a:ext cx="3008400" cy="8715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6" name="Google Shape;76;p17"/>
          <p:cNvSpPr txBox="1">
            <a:spLocks noGrp="1"/>
          </p:cNvSpPr>
          <p:nvPr>
            <p:ph type="body" idx="1"/>
          </p:nvPr>
        </p:nvSpPr>
        <p:spPr>
          <a:xfrm>
            <a:off x="3575050" y="1076325"/>
            <a:ext cx="5111700" cy="3518400"/>
          </a:xfrm>
          <a:prstGeom prst="rect">
            <a:avLst/>
          </a:prstGeom>
          <a:noFill/>
          <a:ln>
            <a:noFill/>
          </a:ln>
        </p:spPr>
        <p:txBody>
          <a:bodyPr spcFirstLastPara="1" wrap="square" lIns="91425" tIns="91425" rIns="91425" bIns="91425" anchor="t" anchorCtr="0"/>
          <a:lstStyle>
            <a:lvl1pPr marL="457200" marR="0" lvl="0" indent="-431800" algn="l" rtl="0">
              <a:lnSpc>
                <a:spcPct val="100000"/>
              </a:lnSpc>
              <a:spcBef>
                <a:spcPts val="640"/>
              </a:spcBef>
              <a:spcAft>
                <a:spcPts val="0"/>
              </a:spcAft>
              <a:buClr>
                <a:srgbClr val="92D050"/>
              </a:buClr>
              <a:buSzPts val="3200"/>
              <a:buFont typeface="Arial"/>
              <a:buChar char="•"/>
              <a:defRPr sz="3200" b="0"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560"/>
              </a:spcBef>
              <a:spcAft>
                <a:spcPts val="0"/>
              </a:spcAft>
              <a:buClr>
                <a:srgbClr val="00B0F0"/>
              </a:buClr>
              <a:buSzPts val="2800"/>
              <a:buFont typeface="Arial"/>
              <a:buChar char="–"/>
              <a:defRPr sz="2800" b="0" i="0" u="none" strike="noStrike" cap="none">
                <a:solidFill>
                  <a:schemeClr val="lt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77" name="Google Shape;77;p17"/>
          <p:cNvSpPr txBox="1">
            <a:spLocks noGrp="1"/>
          </p:cNvSpPr>
          <p:nvPr>
            <p:ph type="body" idx="2"/>
          </p:nvPr>
        </p:nvSpPr>
        <p:spPr>
          <a:xfrm>
            <a:off x="457200" y="1076325"/>
            <a:ext cx="3008400" cy="35184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78" name="Google Shape;78;p17"/>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9" name="Google Shape;79;p17"/>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R="0" lvl="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0" name="Google Shape;80;p17"/>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GB"/>
              <a:t>‹#›</a:t>
            </a:fld>
            <a:endParaRPr sz="1400">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1"/>
        <p:cNvGrpSpPr/>
        <p:nvPr/>
      </p:nvGrpSpPr>
      <p:grpSpPr>
        <a:xfrm>
          <a:off x="0" y="0"/>
          <a:ext cx="0" cy="0"/>
          <a:chOff x="0" y="0"/>
          <a:chExt cx="0" cy="0"/>
        </a:xfrm>
      </p:grpSpPr>
      <p:sp>
        <p:nvSpPr>
          <p:cNvPr id="82" name="Google Shape;82;p18"/>
          <p:cNvSpPr txBox="1">
            <a:spLocks noGrp="1"/>
          </p:cNvSpPr>
          <p:nvPr>
            <p:ph type="title"/>
          </p:nvPr>
        </p:nvSpPr>
        <p:spPr>
          <a:xfrm>
            <a:off x="457200" y="204786"/>
            <a:ext cx="3008313" cy="871538"/>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3" name="Google Shape;83;p18"/>
          <p:cNvSpPr txBox="1">
            <a:spLocks noGrp="1"/>
          </p:cNvSpPr>
          <p:nvPr>
            <p:ph type="body" idx="1"/>
          </p:nvPr>
        </p:nvSpPr>
        <p:spPr>
          <a:xfrm>
            <a:off x="3575050" y="1076325"/>
            <a:ext cx="5111750" cy="3518297"/>
          </a:xfrm>
          <a:prstGeom prst="rect">
            <a:avLst/>
          </a:prstGeom>
          <a:noFill/>
          <a:ln>
            <a:noFill/>
          </a:ln>
        </p:spPr>
        <p:txBody>
          <a:bodyPr spcFirstLastPara="1" wrap="square" lIns="91425" tIns="91425" rIns="91425" bIns="91425" anchor="t" anchorCtr="0"/>
          <a:lstStyle>
            <a:lvl1pPr marL="457200" marR="0" lvl="0" indent="-431800" algn="l" rtl="0">
              <a:lnSpc>
                <a:spcPct val="100000"/>
              </a:lnSpc>
              <a:spcBef>
                <a:spcPts val="640"/>
              </a:spcBef>
              <a:spcAft>
                <a:spcPts val="0"/>
              </a:spcAft>
              <a:buClr>
                <a:srgbClr val="92D050"/>
              </a:buClr>
              <a:buSzPts val="3200"/>
              <a:buFont typeface="Arial"/>
              <a:buChar char="•"/>
              <a:defRPr sz="3200" b="0"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560"/>
              </a:spcBef>
              <a:spcAft>
                <a:spcPts val="0"/>
              </a:spcAft>
              <a:buClr>
                <a:srgbClr val="00B0F0"/>
              </a:buClr>
              <a:buSzPts val="2800"/>
              <a:buFont typeface="Arial"/>
              <a:buChar char="–"/>
              <a:defRPr sz="2800" b="0" i="0" u="none" strike="noStrike" cap="none">
                <a:solidFill>
                  <a:schemeClr val="lt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4" name="Google Shape;84;p18"/>
          <p:cNvSpPr txBox="1">
            <a:spLocks noGrp="1"/>
          </p:cNvSpPr>
          <p:nvPr>
            <p:ph type="body" idx="2"/>
          </p:nvPr>
        </p:nvSpPr>
        <p:spPr>
          <a:xfrm>
            <a:off x="457200" y="1076325"/>
            <a:ext cx="3008313" cy="3518296"/>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85" name="Google Shape;85;p18"/>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6" name="Google Shape;86;p18"/>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R="0" lvl="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7" name="Google Shape;87;p18"/>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GB"/>
              <a:t>‹#›</a:t>
            </a:fld>
            <a:endParaRPr sz="1400">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88"/>
        <p:cNvGrpSpPr/>
        <p:nvPr/>
      </p:nvGrpSpPr>
      <p:grpSpPr>
        <a:xfrm>
          <a:off x="0" y="0"/>
          <a:ext cx="0" cy="0"/>
          <a:chOff x="0" y="0"/>
          <a:chExt cx="0" cy="0"/>
        </a:xfrm>
      </p:grpSpPr>
      <p:sp>
        <p:nvSpPr>
          <p:cNvPr id="89" name="Google Shape;89;p19"/>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0" name="Google Shape;90;p19"/>
          <p:cNvSpPr txBox="1">
            <a:spLocks noGrp="1"/>
          </p:cNvSpPr>
          <p:nvPr>
            <p:ph type="body" idx="1"/>
          </p:nvPr>
        </p:nvSpPr>
        <p:spPr>
          <a:xfrm>
            <a:off x="323528" y="1200150"/>
            <a:ext cx="8064900" cy="33945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91" name="Google Shape;91;p19"/>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2" name="Google Shape;92;p19"/>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R="0" lvl="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3" name="Google Shape;93;p19"/>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GB"/>
              <a:t>‹#›</a:t>
            </a:fld>
            <a:endParaRPr sz="1400">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4"/>
        <p:cNvGrpSpPr/>
        <p:nvPr/>
      </p:nvGrpSpPr>
      <p:grpSpPr>
        <a:xfrm>
          <a:off x="0" y="0"/>
          <a:ext cx="0" cy="0"/>
          <a:chOff x="0" y="0"/>
          <a:chExt cx="0" cy="0"/>
        </a:xfrm>
      </p:grpSpPr>
      <p:sp>
        <p:nvSpPr>
          <p:cNvPr id="95" name="Google Shape;95;p20"/>
          <p:cNvSpPr txBox="1">
            <a:spLocks noGrp="1"/>
          </p:cNvSpPr>
          <p:nvPr>
            <p:ph type="title"/>
          </p:nvPr>
        </p:nvSpPr>
        <p:spPr>
          <a:xfrm>
            <a:off x="467543" y="1608658"/>
            <a:ext cx="7772400" cy="1021555"/>
          </a:xfrm>
          <a:prstGeom prst="rect">
            <a:avLst/>
          </a:prstGeom>
          <a:noFill/>
          <a:ln>
            <a:noFill/>
          </a:ln>
        </p:spPr>
        <p:txBody>
          <a:bodyPr spcFirstLastPara="1" wrap="square" lIns="91425" tIns="91425" rIns="91425" bIns="91425" anchor="t" anchorCtr="0"/>
          <a:lstStyle>
            <a:lvl1pPr marR="0" lvl="0" algn="l" rtl="0">
              <a:lnSpc>
                <a:spcPct val="100000"/>
              </a:lnSpc>
              <a:spcBef>
                <a:spcPts val="0"/>
              </a:spcBef>
              <a:spcAft>
                <a:spcPts val="0"/>
              </a:spcAft>
              <a:buClr>
                <a:srgbClr val="00B0F0"/>
              </a:buClr>
              <a:buSzPts val="1400"/>
              <a:buFont typeface="Calibri"/>
              <a:buNone/>
              <a:defRPr sz="4000" b="1" i="0" u="none" strike="noStrike" cap="none">
                <a:solidFill>
                  <a:srgbClr val="00B0F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6" name="Google Shape;96;p20"/>
          <p:cNvSpPr txBox="1">
            <a:spLocks noGrp="1"/>
          </p:cNvSpPr>
          <p:nvPr>
            <p:ph type="body" idx="1"/>
          </p:nvPr>
        </p:nvSpPr>
        <p:spPr>
          <a:xfrm>
            <a:off x="467543" y="483518"/>
            <a:ext cx="7772400" cy="1125140"/>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00"/>
              </a:spcBef>
              <a:spcAft>
                <a:spcPts val="0"/>
              </a:spcAft>
              <a:buClr>
                <a:srgbClr val="92D050"/>
              </a:buClr>
              <a:buSzPts val="2800"/>
              <a:buFont typeface="Arial"/>
              <a:buNone/>
              <a:defRPr sz="2000" b="0" i="0" u="none" strike="noStrike" cap="none">
                <a:solidFill>
                  <a:srgbClr val="888888"/>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B0F0"/>
              </a:buClr>
              <a:buSzPts val="2400"/>
              <a:buFont typeface="Arial"/>
              <a:buNone/>
              <a:defRPr sz="1800" b="0" i="0" u="none" strike="noStrike" cap="none">
                <a:solidFill>
                  <a:srgbClr val="888888"/>
                </a:solidFill>
                <a:latin typeface="Calibri"/>
                <a:ea typeface="Calibri"/>
                <a:cs typeface="Calibri"/>
                <a:sym typeface="Calibri"/>
              </a:defRPr>
            </a:lvl2pPr>
            <a:lvl3pPr marL="1371600" marR="0" lvl="2" indent="-228600" algn="l" rtl="0">
              <a:lnSpc>
                <a:spcPct val="100000"/>
              </a:lnSpc>
              <a:spcBef>
                <a:spcPts val="320"/>
              </a:spcBef>
              <a:spcAft>
                <a:spcPts val="0"/>
              </a:spcAft>
              <a:buClr>
                <a:srgbClr val="888888"/>
              </a:buClr>
              <a:buSzPts val="2000"/>
              <a:buFont typeface="Arial"/>
              <a:buNone/>
              <a:defRPr sz="1600" b="0" i="0" u="none" strike="noStrike" cap="none">
                <a:solidFill>
                  <a:srgbClr val="888888"/>
                </a:solidFill>
                <a:latin typeface="Calibri"/>
                <a:ea typeface="Calibri"/>
                <a:cs typeface="Calibri"/>
                <a:sym typeface="Calibri"/>
              </a:defRPr>
            </a:lvl3pPr>
            <a:lvl4pPr marL="1828800" marR="0" lvl="3" indent="-228600" algn="l" rtl="0">
              <a:lnSpc>
                <a:spcPct val="100000"/>
              </a:lnSpc>
              <a:spcBef>
                <a:spcPts val="280"/>
              </a:spcBef>
              <a:spcAft>
                <a:spcPts val="0"/>
              </a:spcAft>
              <a:buClr>
                <a:srgbClr val="888888"/>
              </a:buClr>
              <a:buSzPts val="1800"/>
              <a:buFont typeface="Arial"/>
              <a:buNone/>
              <a:defRPr sz="1400" b="0" i="0" u="none" strike="noStrike" cap="none">
                <a:solidFill>
                  <a:srgbClr val="888888"/>
                </a:solidFill>
                <a:latin typeface="Calibri"/>
                <a:ea typeface="Calibri"/>
                <a:cs typeface="Calibri"/>
                <a:sym typeface="Calibri"/>
              </a:defRPr>
            </a:lvl4pPr>
            <a:lvl5pPr marL="2286000" marR="0" lvl="4" indent="-228600" algn="l" rtl="0">
              <a:lnSpc>
                <a:spcPct val="100000"/>
              </a:lnSpc>
              <a:spcBef>
                <a:spcPts val="280"/>
              </a:spcBef>
              <a:spcAft>
                <a:spcPts val="0"/>
              </a:spcAft>
              <a:buClr>
                <a:srgbClr val="888888"/>
              </a:buClr>
              <a:buSzPts val="1800"/>
              <a:buFont typeface="Arial"/>
              <a:buNone/>
              <a:defRPr sz="1400" b="0" i="0" u="none" strike="noStrike" cap="none">
                <a:solidFill>
                  <a:srgbClr val="888888"/>
                </a:solidFill>
                <a:latin typeface="Calibri"/>
                <a:ea typeface="Calibri"/>
                <a:cs typeface="Calibri"/>
                <a:sym typeface="Calibri"/>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9pPr>
          </a:lstStyle>
          <a:p>
            <a:endParaRPr/>
          </a:p>
        </p:txBody>
      </p:sp>
      <p:sp>
        <p:nvSpPr>
          <p:cNvPr id="97" name="Google Shape;97;p20"/>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8" name="Google Shape;98;p20"/>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R="0" lvl="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9" name="Google Shape;99;p20"/>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GB"/>
              <a:t>‹#›</a:t>
            </a:fld>
            <a:endParaRPr sz="1400">
              <a:solidFill>
                <a:srgbClr val="000000"/>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100"/>
        <p:cNvGrpSpPr/>
        <p:nvPr/>
      </p:nvGrpSpPr>
      <p:grpSpPr>
        <a:xfrm>
          <a:off x="0" y="0"/>
          <a:ext cx="0" cy="0"/>
          <a:chOff x="0" y="0"/>
          <a:chExt cx="0" cy="0"/>
        </a:xfrm>
      </p:grpSpPr>
      <p:sp>
        <p:nvSpPr>
          <p:cNvPr id="101" name="Google Shape;101;p21"/>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2" name="Google Shape;102;p21"/>
          <p:cNvSpPr txBox="1">
            <a:spLocks noGrp="1"/>
          </p:cNvSpPr>
          <p:nvPr>
            <p:ph type="body" idx="1"/>
          </p:nvPr>
        </p:nvSpPr>
        <p:spPr>
          <a:xfrm>
            <a:off x="323528" y="1203598"/>
            <a:ext cx="4104456" cy="3384375"/>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03" name="Google Shape;103;p21"/>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4" name="Google Shape;104;p21"/>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R="0" lvl="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5" name="Google Shape;105;p21"/>
          <p:cNvSpPr txBox="1">
            <a:spLocks noGrp="1"/>
          </p:cNvSpPr>
          <p:nvPr>
            <p:ph type="sldNum" idx="12"/>
          </p:nvPr>
        </p:nvSpPr>
        <p:spPr>
          <a:xfrm>
            <a:off x="6804247" y="4731989"/>
            <a:ext cx="1944216" cy="273843"/>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GB"/>
              <a:t>‹#›</a:t>
            </a:fld>
            <a:endParaRPr sz="1400">
              <a:solidFill>
                <a:srgbClr val="000000"/>
              </a:solidFill>
              <a:latin typeface="Arial"/>
              <a:ea typeface="Arial"/>
              <a:cs typeface="Arial"/>
              <a:sym typeface="Arial"/>
            </a:endParaRPr>
          </a:p>
        </p:txBody>
      </p:sp>
      <p:sp>
        <p:nvSpPr>
          <p:cNvPr id="106" name="Google Shape;106;p21"/>
          <p:cNvSpPr txBox="1">
            <a:spLocks noGrp="1"/>
          </p:cNvSpPr>
          <p:nvPr>
            <p:ph type="body" idx="2"/>
          </p:nvPr>
        </p:nvSpPr>
        <p:spPr>
          <a:xfrm>
            <a:off x="4582344" y="1203598"/>
            <a:ext cx="4104456" cy="3384375"/>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1">
  <p:cSld name="Blank 1">
    <p:spTree>
      <p:nvGrpSpPr>
        <p:cNvPr id="1" name="Shape 107"/>
        <p:cNvGrpSpPr/>
        <p:nvPr/>
      </p:nvGrpSpPr>
      <p:grpSpPr>
        <a:xfrm>
          <a:off x="0" y="0"/>
          <a:ext cx="0" cy="0"/>
          <a:chOff x="0" y="0"/>
          <a:chExt cx="0" cy="0"/>
        </a:xfrm>
      </p:grpSpPr>
      <p:sp>
        <p:nvSpPr>
          <p:cNvPr id="108" name="Google Shape;108;p22"/>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9" name="Google Shape;109;p22"/>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R="0" lvl="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0" name="Google Shape;110;p22"/>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GB"/>
              <a:t>‹#›</a:t>
            </a:fld>
            <a:endParaRPr sz="1400">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111"/>
        <p:cNvGrpSpPr/>
        <p:nvPr/>
      </p:nvGrpSpPr>
      <p:grpSpPr>
        <a:xfrm>
          <a:off x="0" y="0"/>
          <a:ext cx="0" cy="0"/>
          <a:chOff x="0" y="0"/>
          <a:chExt cx="0" cy="0"/>
        </a:xfrm>
      </p:grpSpPr>
      <p:sp>
        <p:nvSpPr>
          <p:cNvPr id="112" name="Google Shape;112;p23"/>
          <p:cNvSpPr txBox="1">
            <a:spLocks noGrp="1"/>
          </p:cNvSpPr>
          <p:nvPr>
            <p:ph type="body" idx="1"/>
          </p:nvPr>
        </p:nvSpPr>
        <p:spPr>
          <a:xfrm>
            <a:off x="4645026" y="1151334"/>
            <a:ext cx="4041774" cy="479821"/>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80"/>
              </a:spcBef>
              <a:spcAft>
                <a:spcPts val="0"/>
              </a:spcAft>
              <a:buClr>
                <a:srgbClr val="92D050"/>
              </a:buClr>
              <a:buSzPts val="2800"/>
              <a:buFont typeface="Arial"/>
              <a:buNone/>
              <a:defRPr sz="2400" b="1"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400"/>
              </a:spcBef>
              <a:spcAft>
                <a:spcPts val="0"/>
              </a:spcAft>
              <a:buClr>
                <a:srgbClr val="00B0F0"/>
              </a:buClr>
              <a:buSzPts val="2400"/>
              <a:buFont typeface="Arial"/>
              <a:buNone/>
              <a:defRPr sz="2000" b="1"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lt1"/>
              </a:buClr>
              <a:buSzPts val="2000"/>
              <a:buFont typeface="Arial"/>
              <a:buNone/>
              <a:defRPr sz="1800" b="1"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113" name="Google Shape;113;p23"/>
          <p:cNvSpPr txBox="1">
            <a:spLocks noGrp="1"/>
          </p:cNvSpPr>
          <p:nvPr>
            <p:ph type="body" idx="2"/>
          </p:nvPr>
        </p:nvSpPr>
        <p:spPr>
          <a:xfrm>
            <a:off x="4645026" y="1631155"/>
            <a:ext cx="4041774" cy="2963465"/>
          </a:xfrm>
          <a:prstGeom prst="rect">
            <a:avLst/>
          </a:prstGeom>
          <a:noFill/>
          <a:ln>
            <a:noFill/>
          </a:ln>
        </p:spPr>
        <p:txBody>
          <a:bodyPr spcFirstLastPara="1" wrap="square" lIns="91425" tIns="91425" rIns="91425" bIns="91425" anchor="t" anchorCtr="0"/>
          <a:lstStyle>
            <a:lvl1pPr marL="457200" marR="0" lvl="0" indent="-381000" algn="l" rtl="0">
              <a:lnSpc>
                <a:spcPct val="100000"/>
              </a:lnSpc>
              <a:spcBef>
                <a:spcPts val="480"/>
              </a:spcBef>
              <a:spcAft>
                <a:spcPts val="0"/>
              </a:spcAft>
              <a:buClr>
                <a:srgbClr val="92D050"/>
              </a:buClr>
              <a:buSzPts val="2400"/>
              <a:buFont typeface="Arial"/>
              <a:buChar char="•"/>
              <a:defRPr sz="2400" b="0" i="0" u="none" strike="noStrike" cap="none">
                <a:solidFill>
                  <a:schemeClr val="lt1"/>
                </a:solidFill>
                <a:latin typeface="Calibri"/>
                <a:ea typeface="Calibri"/>
                <a:cs typeface="Calibri"/>
                <a:sym typeface="Calibri"/>
              </a:defRPr>
            </a:lvl1pPr>
            <a:lvl2pPr marL="914400" marR="0" lvl="1" indent="-355600" algn="l" rtl="0">
              <a:lnSpc>
                <a:spcPct val="100000"/>
              </a:lnSpc>
              <a:spcBef>
                <a:spcPts val="400"/>
              </a:spcBef>
              <a:spcAft>
                <a:spcPts val="0"/>
              </a:spcAft>
              <a:buClr>
                <a:srgbClr val="00B0F0"/>
              </a:buClr>
              <a:buSzPts val="2000"/>
              <a:buFont typeface="Arial"/>
              <a:buChar char="–"/>
              <a:defRPr sz="2000" b="0" i="0" u="none" strike="noStrike" cap="none">
                <a:solidFill>
                  <a:schemeClr val="lt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114" name="Google Shape;114;p23"/>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5" name="Google Shape;115;p23"/>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R="0" lvl="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6" name="Google Shape;116;p23"/>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GB"/>
              <a:t>‹#›</a:t>
            </a:fld>
            <a:endParaRPr sz="1400">
              <a:solidFill>
                <a:srgbClr val="000000"/>
              </a:solidFill>
              <a:latin typeface="Arial"/>
              <a:ea typeface="Arial"/>
              <a:cs typeface="Arial"/>
              <a:sym typeface="Arial"/>
            </a:endParaRPr>
          </a:p>
        </p:txBody>
      </p:sp>
      <p:sp>
        <p:nvSpPr>
          <p:cNvPr id="117" name="Google Shape;117;p23"/>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8" name="Google Shape;118;p23"/>
          <p:cNvSpPr txBox="1">
            <a:spLocks noGrp="1"/>
          </p:cNvSpPr>
          <p:nvPr>
            <p:ph type="body" idx="3"/>
          </p:nvPr>
        </p:nvSpPr>
        <p:spPr>
          <a:xfrm>
            <a:off x="323528" y="1151334"/>
            <a:ext cx="4041774" cy="479821"/>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80"/>
              </a:spcBef>
              <a:spcAft>
                <a:spcPts val="0"/>
              </a:spcAft>
              <a:buClr>
                <a:srgbClr val="92D050"/>
              </a:buClr>
              <a:buSzPts val="2800"/>
              <a:buFont typeface="Arial"/>
              <a:buNone/>
              <a:defRPr sz="2400" b="1"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400"/>
              </a:spcBef>
              <a:spcAft>
                <a:spcPts val="0"/>
              </a:spcAft>
              <a:buClr>
                <a:srgbClr val="00B0F0"/>
              </a:buClr>
              <a:buSzPts val="2400"/>
              <a:buFont typeface="Arial"/>
              <a:buNone/>
              <a:defRPr sz="2000" b="1"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lt1"/>
              </a:buClr>
              <a:buSzPts val="2000"/>
              <a:buFont typeface="Arial"/>
              <a:buNone/>
              <a:defRPr sz="1800" b="1"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119" name="Google Shape;119;p23"/>
          <p:cNvSpPr txBox="1">
            <a:spLocks noGrp="1"/>
          </p:cNvSpPr>
          <p:nvPr>
            <p:ph type="body" idx="4"/>
          </p:nvPr>
        </p:nvSpPr>
        <p:spPr>
          <a:xfrm>
            <a:off x="323528" y="1631155"/>
            <a:ext cx="4041774" cy="2963465"/>
          </a:xfrm>
          <a:prstGeom prst="rect">
            <a:avLst/>
          </a:prstGeom>
          <a:noFill/>
          <a:ln>
            <a:noFill/>
          </a:ln>
        </p:spPr>
        <p:txBody>
          <a:bodyPr spcFirstLastPara="1" wrap="square" lIns="91425" tIns="91425" rIns="91425" bIns="91425" anchor="t" anchorCtr="0"/>
          <a:lstStyle>
            <a:lvl1pPr marL="457200" marR="0" lvl="0" indent="-381000" algn="l" rtl="0">
              <a:lnSpc>
                <a:spcPct val="100000"/>
              </a:lnSpc>
              <a:spcBef>
                <a:spcPts val="480"/>
              </a:spcBef>
              <a:spcAft>
                <a:spcPts val="0"/>
              </a:spcAft>
              <a:buClr>
                <a:srgbClr val="92D050"/>
              </a:buClr>
              <a:buSzPts val="2400"/>
              <a:buFont typeface="Arial"/>
              <a:buChar char="•"/>
              <a:defRPr sz="2400" b="0" i="0" u="none" strike="noStrike" cap="none">
                <a:solidFill>
                  <a:schemeClr val="lt1"/>
                </a:solidFill>
                <a:latin typeface="Calibri"/>
                <a:ea typeface="Calibri"/>
                <a:cs typeface="Calibri"/>
                <a:sym typeface="Calibri"/>
              </a:defRPr>
            </a:lvl1pPr>
            <a:lvl2pPr marL="914400" marR="0" lvl="1" indent="-355600" algn="l" rtl="0">
              <a:lnSpc>
                <a:spcPct val="100000"/>
              </a:lnSpc>
              <a:spcBef>
                <a:spcPts val="400"/>
              </a:spcBef>
              <a:spcAft>
                <a:spcPts val="0"/>
              </a:spcAft>
              <a:buClr>
                <a:srgbClr val="00B0F0"/>
              </a:buClr>
              <a:buSzPts val="2000"/>
              <a:buFont typeface="Arial"/>
              <a:buChar char="–"/>
              <a:defRPr sz="2000" b="0" i="0" u="none" strike="noStrike" cap="none">
                <a:solidFill>
                  <a:schemeClr val="lt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0"/>
        <p:cNvGrpSpPr/>
        <p:nvPr/>
      </p:nvGrpSpPr>
      <p:grpSpPr>
        <a:xfrm>
          <a:off x="0" y="0"/>
          <a:ext cx="0" cy="0"/>
          <a:chOff x="0" y="0"/>
          <a:chExt cx="0" cy="0"/>
        </a:xfrm>
      </p:grpSpPr>
      <p:sp>
        <p:nvSpPr>
          <p:cNvPr id="121" name="Google Shape;121;p24"/>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2" name="Google Shape;122;p24"/>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23" name="Google Shape;123;p24"/>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R="0" lvl="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24" name="Google Shape;124;p24"/>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GB"/>
              <a:t>‹#›</a:t>
            </a:fld>
            <a:endParaRPr sz="1400">
              <a:solidFill>
                <a:srgbClr val="000000"/>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5"/>
        <p:cNvGrpSpPr/>
        <p:nvPr/>
      </p:nvGrpSpPr>
      <p:grpSpPr>
        <a:xfrm>
          <a:off x="0" y="0"/>
          <a:ext cx="0" cy="0"/>
          <a:chOff x="0" y="0"/>
          <a:chExt cx="0" cy="0"/>
        </a:xfrm>
      </p:grpSpPr>
      <p:sp>
        <p:nvSpPr>
          <p:cNvPr id="126" name="Google Shape;126;p25"/>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27" name="Google Shape;127;p25"/>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R="0" lvl="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28" name="Google Shape;128;p25"/>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GB"/>
              <a:t>‹#›</a:t>
            </a:fld>
            <a:endParaRPr sz="1400">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29"/>
        <p:cNvGrpSpPr/>
        <p:nvPr/>
      </p:nvGrpSpPr>
      <p:grpSpPr>
        <a:xfrm>
          <a:off x="0" y="0"/>
          <a:ext cx="0" cy="0"/>
          <a:chOff x="0" y="0"/>
          <a:chExt cx="0" cy="0"/>
        </a:xfrm>
      </p:grpSpPr>
      <p:sp>
        <p:nvSpPr>
          <p:cNvPr id="130" name="Google Shape;130;p26"/>
          <p:cNvSpPr txBox="1">
            <a:spLocks noGrp="1"/>
          </p:cNvSpPr>
          <p:nvPr>
            <p:ph type="title"/>
          </p:nvPr>
        </p:nvSpPr>
        <p:spPr>
          <a:xfrm>
            <a:off x="1792288" y="3600450"/>
            <a:ext cx="5486399" cy="425053"/>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31" name="Google Shape;131;p26"/>
          <p:cNvSpPr>
            <a:spLocks noGrp="1"/>
          </p:cNvSpPr>
          <p:nvPr>
            <p:ph type="pic" idx="2"/>
          </p:nvPr>
        </p:nvSpPr>
        <p:spPr>
          <a:xfrm>
            <a:off x="1792288" y="459581"/>
            <a:ext cx="5486399" cy="3086099"/>
          </a:xfrm>
          <a:prstGeom prst="rect">
            <a:avLst/>
          </a:prstGeom>
          <a:noFill/>
          <a:ln>
            <a:noFill/>
          </a:ln>
        </p:spPr>
        <p:txBody>
          <a:bodyPr spcFirstLastPara="1" wrap="square" lIns="91425" tIns="91425" rIns="91425" bIns="91425" anchor="t" anchorCtr="0"/>
          <a:lstStyle>
            <a:lvl1pPr marR="0" lvl="0" algn="l" rtl="0">
              <a:lnSpc>
                <a:spcPct val="100000"/>
              </a:lnSpc>
              <a:spcBef>
                <a:spcPts val="640"/>
              </a:spcBef>
              <a:spcAft>
                <a:spcPts val="0"/>
              </a:spcAft>
              <a:buClr>
                <a:srgbClr val="92D050"/>
              </a:buClr>
              <a:buSzPts val="1400"/>
              <a:buFont typeface="Arial"/>
              <a:buNone/>
              <a:defRPr sz="3200" b="0" i="0" u="none" strike="noStrike" cap="none">
                <a:solidFill>
                  <a:schemeClr val="lt1"/>
                </a:solidFill>
                <a:latin typeface="Calibri"/>
                <a:ea typeface="Calibri"/>
                <a:cs typeface="Calibri"/>
                <a:sym typeface="Calibri"/>
              </a:defRPr>
            </a:lvl1pPr>
            <a:lvl2pPr marR="0" lvl="1" algn="l" rtl="0">
              <a:lnSpc>
                <a:spcPct val="100000"/>
              </a:lnSpc>
              <a:spcBef>
                <a:spcPts val="560"/>
              </a:spcBef>
              <a:spcAft>
                <a:spcPts val="0"/>
              </a:spcAft>
              <a:buClr>
                <a:srgbClr val="00B0F0"/>
              </a:buClr>
              <a:buSzPts val="1400"/>
              <a:buFont typeface="Arial"/>
              <a:buNone/>
              <a:defRPr sz="2800" b="0" i="0" u="none" strike="noStrike" cap="none">
                <a:solidFill>
                  <a:schemeClr val="lt1"/>
                </a:solidFill>
                <a:latin typeface="Calibri"/>
                <a:ea typeface="Calibri"/>
                <a:cs typeface="Calibri"/>
                <a:sym typeface="Calibri"/>
              </a:defRPr>
            </a:lvl2pPr>
            <a:lvl3pPr marR="0" lvl="2" algn="l" rtl="0">
              <a:lnSpc>
                <a:spcPct val="100000"/>
              </a:lnSpc>
              <a:spcBef>
                <a:spcPts val="480"/>
              </a:spcBef>
              <a:spcAft>
                <a:spcPts val="0"/>
              </a:spcAft>
              <a:buClr>
                <a:schemeClr val="lt1"/>
              </a:buClr>
              <a:buSzPts val="1400"/>
              <a:buFont typeface="Arial"/>
              <a:buNone/>
              <a:defRPr sz="2400" b="0" i="0" u="none" strike="noStrike" cap="none">
                <a:solidFill>
                  <a:schemeClr val="lt1"/>
                </a:solidFill>
                <a:latin typeface="Calibri"/>
                <a:ea typeface="Calibri"/>
                <a:cs typeface="Calibri"/>
                <a:sym typeface="Calibri"/>
              </a:defRPr>
            </a:lvl3pPr>
            <a:lvl4pPr marR="0" lvl="3" algn="l" rtl="0">
              <a:lnSpc>
                <a:spcPct val="100000"/>
              </a:lnSpc>
              <a:spcBef>
                <a:spcPts val="400"/>
              </a:spcBef>
              <a:spcAft>
                <a:spcPts val="0"/>
              </a:spcAft>
              <a:buClr>
                <a:schemeClr val="lt1"/>
              </a:buClr>
              <a:buSzPts val="1400"/>
              <a:buFont typeface="Arial"/>
              <a:buNone/>
              <a:defRPr sz="2000" b="0" i="0" u="none" strike="noStrike" cap="none">
                <a:solidFill>
                  <a:schemeClr val="lt1"/>
                </a:solidFill>
                <a:latin typeface="Calibri"/>
                <a:ea typeface="Calibri"/>
                <a:cs typeface="Calibri"/>
                <a:sym typeface="Calibri"/>
              </a:defRPr>
            </a:lvl4pPr>
            <a:lvl5pPr marR="0" lvl="4" algn="l" rtl="0">
              <a:lnSpc>
                <a:spcPct val="100000"/>
              </a:lnSpc>
              <a:spcBef>
                <a:spcPts val="400"/>
              </a:spcBef>
              <a:spcAft>
                <a:spcPts val="0"/>
              </a:spcAft>
              <a:buClr>
                <a:schemeClr val="lt1"/>
              </a:buClr>
              <a:buSzPts val="1400"/>
              <a:buFont typeface="Arial"/>
              <a:buNone/>
              <a:defRPr sz="2000" b="0" i="0" u="none" strike="noStrike" cap="none">
                <a:solidFill>
                  <a:schemeClr val="lt1"/>
                </a:solidFill>
                <a:latin typeface="Calibri"/>
                <a:ea typeface="Calibri"/>
                <a:cs typeface="Calibri"/>
                <a:sym typeface="Calibri"/>
              </a:defRPr>
            </a:lvl5pPr>
            <a:lvl6pPr marR="0" lvl="5"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6pPr>
            <a:lvl7pPr marR="0" lvl="6"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7pPr>
            <a:lvl8pPr marR="0" lvl="7"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8pPr>
            <a:lvl9pPr marR="0" lvl="8"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132" name="Google Shape;132;p26"/>
          <p:cNvSpPr txBox="1">
            <a:spLocks noGrp="1"/>
          </p:cNvSpPr>
          <p:nvPr>
            <p:ph type="body" idx="1"/>
          </p:nvPr>
        </p:nvSpPr>
        <p:spPr>
          <a:xfrm>
            <a:off x="1792288" y="4025503"/>
            <a:ext cx="5486399" cy="603647"/>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133" name="Google Shape;133;p26"/>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34" name="Google Shape;134;p26"/>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R="0" lvl="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35" name="Google Shape;135;p26"/>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GB"/>
              <a:t>‹#›</a:t>
            </a:fld>
            <a:endParaRPr sz="1400">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36"/>
        <p:cNvGrpSpPr/>
        <p:nvPr/>
      </p:nvGrpSpPr>
      <p:grpSpPr>
        <a:xfrm>
          <a:off x="0" y="0"/>
          <a:ext cx="0" cy="0"/>
          <a:chOff x="0" y="0"/>
          <a:chExt cx="0" cy="0"/>
        </a:xfrm>
      </p:grpSpPr>
      <p:sp>
        <p:nvSpPr>
          <p:cNvPr id="137" name="Google Shape;137;p27"/>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38" name="Google Shape;138;p27"/>
          <p:cNvSpPr txBox="1">
            <a:spLocks noGrp="1"/>
          </p:cNvSpPr>
          <p:nvPr>
            <p:ph type="body" idx="1"/>
          </p:nvPr>
        </p:nvSpPr>
        <p:spPr>
          <a:xfrm rot="5400000">
            <a:off x="2703240" y="-1248122"/>
            <a:ext cx="2739750" cy="7499176"/>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9" name="Google Shape;139;p27"/>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40" name="Google Shape;140;p27"/>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R="0" lvl="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41" name="Google Shape;141;p27"/>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GB"/>
              <a:t>‹#›</a:t>
            </a:fld>
            <a:endParaRPr sz="1400">
              <a:solidFill>
                <a:srgbClr val="000000"/>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42"/>
        <p:cNvGrpSpPr/>
        <p:nvPr/>
      </p:nvGrpSpPr>
      <p:grpSpPr>
        <a:xfrm>
          <a:off x="0" y="0"/>
          <a:ext cx="0" cy="0"/>
          <a:chOff x="0" y="0"/>
          <a:chExt cx="0" cy="0"/>
        </a:xfrm>
      </p:grpSpPr>
      <p:sp>
        <p:nvSpPr>
          <p:cNvPr id="143" name="Google Shape;143;p28"/>
          <p:cNvSpPr txBox="1">
            <a:spLocks noGrp="1"/>
          </p:cNvSpPr>
          <p:nvPr>
            <p:ph type="title"/>
          </p:nvPr>
        </p:nvSpPr>
        <p:spPr>
          <a:xfrm rot="5400000">
            <a:off x="6012655" y="771525"/>
            <a:ext cx="3290888" cy="205740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44" name="Google Shape;144;p28"/>
          <p:cNvSpPr txBox="1">
            <a:spLocks noGrp="1"/>
          </p:cNvSpPr>
          <p:nvPr>
            <p:ph type="body" idx="1"/>
          </p:nvPr>
        </p:nvSpPr>
        <p:spPr>
          <a:xfrm rot="5400000">
            <a:off x="1821656" y="-1209674"/>
            <a:ext cx="3290888" cy="6019799"/>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45" name="Google Shape;145;p28"/>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46" name="Google Shape;146;p28"/>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R="0" lvl="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47" name="Google Shape;147;p28"/>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GB"/>
              <a:t>‹#›</a:t>
            </a:fld>
            <a:endParaRPr sz="1400">
              <a:solidFill>
                <a:srgbClr val="000000"/>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3"/>
        <p:cNvGrpSpPr/>
        <p:nvPr/>
      </p:nvGrpSpPr>
      <p:grpSpPr>
        <a:xfrm>
          <a:off x="0" y="0"/>
          <a:ext cx="0" cy="0"/>
          <a:chOff x="0" y="0"/>
          <a:chExt cx="0" cy="0"/>
        </a:xfrm>
      </p:grpSpPr>
      <p:sp>
        <p:nvSpPr>
          <p:cNvPr id="154" name="Google Shape;154;p30"/>
          <p:cNvSpPr txBox="1">
            <a:spLocks noGrp="1"/>
          </p:cNvSpPr>
          <p:nvPr>
            <p:ph type="ctrTitle"/>
          </p:nvPr>
        </p:nvSpPr>
        <p:spPr>
          <a:xfrm>
            <a:off x="755575" y="771550"/>
            <a:ext cx="7632900" cy="17283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48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155" name="Google Shape;155;p30"/>
          <p:cNvSpPr txBox="1">
            <a:spLocks noGrp="1"/>
          </p:cNvSpPr>
          <p:nvPr>
            <p:ph type="subTitle" idx="1"/>
          </p:nvPr>
        </p:nvSpPr>
        <p:spPr>
          <a:xfrm>
            <a:off x="755575" y="2571750"/>
            <a:ext cx="6400800" cy="1314300"/>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560"/>
              </a:spcBef>
              <a:spcAft>
                <a:spcPts val="0"/>
              </a:spcAft>
              <a:buClr>
                <a:srgbClr val="92D050"/>
              </a:buClr>
              <a:buSzPts val="2800"/>
              <a:buFont typeface="Arial"/>
              <a:buNone/>
              <a:defRPr sz="2800" b="0" i="0" u="none" strike="noStrike" cap="none">
                <a:solidFill>
                  <a:schemeClr val="lt1"/>
                </a:solidFill>
                <a:latin typeface="Calibri"/>
                <a:ea typeface="Calibri"/>
                <a:cs typeface="Calibri"/>
                <a:sym typeface="Calibri"/>
              </a:defRPr>
            </a:lvl1pPr>
            <a:lvl2pPr marL="457200" marR="0" lvl="1" indent="0" algn="ctr" rtl="0">
              <a:lnSpc>
                <a:spcPct val="100000"/>
              </a:lnSpc>
              <a:spcBef>
                <a:spcPts val="480"/>
              </a:spcBef>
              <a:spcAft>
                <a:spcPts val="0"/>
              </a:spcAft>
              <a:buClr>
                <a:srgbClr val="00B0F0"/>
              </a:buClr>
              <a:buSzPts val="2400"/>
              <a:buFont typeface="Arial"/>
              <a:buNone/>
              <a:defRPr sz="2400" b="0" i="0" u="none" strike="noStrike" cap="none">
                <a:solidFill>
                  <a:srgbClr val="888888"/>
                </a:solidFill>
                <a:latin typeface="Calibri"/>
                <a:ea typeface="Calibri"/>
                <a:cs typeface="Calibri"/>
                <a:sym typeface="Calibri"/>
              </a:defRPr>
            </a:lvl2pPr>
            <a:lvl3pPr marL="914400" marR="0" lvl="2"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3pPr>
            <a:lvl4pPr marL="1371600" marR="0" lvl="3" indent="0" algn="ctr"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4pPr>
            <a:lvl5pPr marL="1828800" marR="0" lvl="4" indent="0" algn="ctr"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5pPr>
            <a:lvl6pPr marL="2286000" marR="0" lvl="5"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2743200" marR="0" lvl="6"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200400" marR="0" lvl="7"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3657600" marR="0" lvl="8"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156" name="Google Shape;156;p30"/>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57" name="Google Shape;157;p30"/>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58" name="Google Shape;158;p30"/>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GB"/>
              <a:t>‹#›</a:t>
            </a:fld>
            <a:endParaRPr sz="1400">
              <a:solidFill>
                <a:srgbClr val="000000"/>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9"/>
        <p:cNvGrpSpPr/>
        <p:nvPr/>
      </p:nvGrpSpPr>
      <p:grpSpPr>
        <a:xfrm>
          <a:off x="0" y="0"/>
          <a:ext cx="0" cy="0"/>
          <a:chOff x="0" y="0"/>
          <a:chExt cx="0" cy="0"/>
        </a:xfrm>
      </p:grpSpPr>
      <p:sp>
        <p:nvSpPr>
          <p:cNvPr id="160" name="Google Shape;160;p31"/>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161" name="Google Shape;161;p31"/>
          <p:cNvSpPr txBox="1">
            <a:spLocks noGrp="1"/>
          </p:cNvSpPr>
          <p:nvPr>
            <p:ph type="body" idx="1"/>
          </p:nvPr>
        </p:nvSpPr>
        <p:spPr>
          <a:xfrm>
            <a:off x="323528" y="1200150"/>
            <a:ext cx="8064900" cy="33945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62" name="Google Shape;162;p31"/>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63" name="Google Shape;163;p31"/>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64" name="Google Shape;164;p31"/>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GB"/>
              <a:t>‹#›</a:t>
            </a:fld>
            <a:endParaRPr sz="1400">
              <a:solidFill>
                <a:srgbClr val="000000"/>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1">
  <p:cSld name="Two Content 1">
    <p:bg>
      <p:bgPr>
        <a:blipFill rotWithShape="1">
          <a:blip r:embed="rId2">
            <a:alphaModFix/>
          </a:blip>
          <a:stretch>
            <a:fillRect/>
          </a:stretch>
        </a:blipFill>
        <a:effectLst/>
      </p:bgPr>
    </p:bg>
    <p:spTree>
      <p:nvGrpSpPr>
        <p:cNvPr id="1" name="Shape 165"/>
        <p:cNvGrpSpPr/>
        <p:nvPr/>
      </p:nvGrpSpPr>
      <p:grpSpPr>
        <a:xfrm>
          <a:off x="0" y="0"/>
          <a:ext cx="0" cy="0"/>
          <a:chOff x="0" y="0"/>
          <a:chExt cx="0" cy="0"/>
        </a:xfrm>
      </p:grpSpPr>
      <p:sp>
        <p:nvSpPr>
          <p:cNvPr id="166" name="Google Shape;166;p32"/>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167" name="Google Shape;167;p32"/>
          <p:cNvSpPr txBox="1">
            <a:spLocks noGrp="1"/>
          </p:cNvSpPr>
          <p:nvPr>
            <p:ph type="body" idx="1"/>
          </p:nvPr>
        </p:nvSpPr>
        <p:spPr>
          <a:xfrm>
            <a:off x="323528" y="1203598"/>
            <a:ext cx="4104600"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68" name="Google Shape;168;p32"/>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69" name="Google Shape;169;p32"/>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70" name="Google Shape;170;p32"/>
          <p:cNvSpPr txBox="1">
            <a:spLocks noGrp="1"/>
          </p:cNvSpPr>
          <p:nvPr>
            <p:ph type="sldNum" idx="12"/>
          </p:nvPr>
        </p:nvSpPr>
        <p:spPr>
          <a:xfrm>
            <a:off x="6804247" y="4731989"/>
            <a:ext cx="1944300" cy="2739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GB"/>
              <a:t>‹#›</a:t>
            </a:fld>
            <a:endParaRPr sz="1400">
              <a:solidFill>
                <a:srgbClr val="000000"/>
              </a:solidFill>
              <a:latin typeface="Arial"/>
              <a:ea typeface="Arial"/>
              <a:cs typeface="Arial"/>
              <a:sym typeface="Arial"/>
            </a:endParaRPr>
          </a:p>
        </p:txBody>
      </p:sp>
      <p:sp>
        <p:nvSpPr>
          <p:cNvPr id="171" name="Google Shape;171;p32"/>
          <p:cNvSpPr txBox="1">
            <a:spLocks noGrp="1"/>
          </p:cNvSpPr>
          <p:nvPr>
            <p:ph type="body" idx="2"/>
          </p:nvPr>
        </p:nvSpPr>
        <p:spPr>
          <a:xfrm>
            <a:off x="4582344" y="1203598"/>
            <a:ext cx="4104600"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1">
  <p:cSld name="Content with Caption 1">
    <p:bg>
      <p:bgPr>
        <a:blipFill rotWithShape="1">
          <a:blip r:embed="rId2">
            <a:alphaModFix/>
          </a:blip>
          <a:stretch>
            <a:fillRect/>
          </a:stretch>
        </a:blipFill>
        <a:effectLst/>
      </p:bgPr>
    </p:bg>
    <p:spTree>
      <p:nvGrpSpPr>
        <p:cNvPr id="1" name="Shape 172"/>
        <p:cNvGrpSpPr/>
        <p:nvPr/>
      </p:nvGrpSpPr>
      <p:grpSpPr>
        <a:xfrm>
          <a:off x="0" y="0"/>
          <a:ext cx="0" cy="0"/>
          <a:chOff x="0" y="0"/>
          <a:chExt cx="0" cy="0"/>
        </a:xfrm>
      </p:grpSpPr>
      <p:sp>
        <p:nvSpPr>
          <p:cNvPr id="173" name="Google Shape;173;p33"/>
          <p:cNvSpPr txBox="1">
            <a:spLocks noGrp="1"/>
          </p:cNvSpPr>
          <p:nvPr>
            <p:ph type="title"/>
          </p:nvPr>
        </p:nvSpPr>
        <p:spPr>
          <a:xfrm>
            <a:off x="457200" y="204787"/>
            <a:ext cx="3008400" cy="871500"/>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174" name="Google Shape;174;p33"/>
          <p:cNvSpPr txBox="1">
            <a:spLocks noGrp="1"/>
          </p:cNvSpPr>
          <p:nvPr>
            <p:ph type="body" idx="1"/>
          </p:nvPr>
        </p:nvSpPr>
        <p:spPr>
          <a:xfrm>
            <a:off x="3575050" y="1076325"/>
            <a:ext cx="5111700" cy="3518400"/>
          </a:xfrm>
          <a:prstGeom prst="rect">
            <a:avLst/>
          </a:prstGeom>
          <a:noFill/>
          <a:ln>
            <a:noFill/>
          </a:ln>
        </p:spPr>
        <p:txBody>
          <a:bodyPr spcFirstLastPara="1" wrap="square" lIns="91425" tIns="91425" rIns="91425" bIns="91425" anchor="t" anchorCtr="0"/>
          <a:lstStyle>
            <a:lvl1pPr marL="457200" marR="0" lvl="0" indent="-431800" algn="l" rtl="0">
              <a:lnSpc>
                <a:spcPct val="100000"/>
              </a:lnSpc>
              <a:spcBef>
                <a:spcPts val="640"/>
              </a:spcBef>
              <a:spcAft>
                <a:spcPts val="0"/>
              </a:spcAft>
              <a:buClr>
                <a:srgbClr val="92D050"/>
              </a:buClr>
              <a:buSzPts val="3200"/>
              <a:buFont typeface="Arial"/>
              <a:buChar char="•"/>
              <a:defRPr sz="3200" b="0"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560"/>
              </a:spcBef>
              <a:spcAft>
                <a:spcPts val="0"/>
              </a:spcAft>
              <a:buClr>
                <a:srgbClr val="00B0F0"/>
              </a:buClr>
              <a:buSzPts val="2800"/>
              <a:buFont typeface="Arial"/>
              <a:buChar char="–"/>
              <a:defRPr sz="2800" b="0" i="0" u="none" strike="noStrike" cap="none">
                <a:solidFill>
                  <a:schemeClr val="lt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75" name="Google Shape;175;p33"/>
          <p:cNvSpPr txBox="1">
            <a:spLocks noGrp="1"/>
          </p:cNvSpPr>
          <p:nvPr>
            <p:ph type="body" idx="2"/>
          </p:nvPr>
        </p:nvSpPr>
        <p:spPr>
          <a:xfrm>
            <a:off x="457200" y="1076325"/>
            <a:ext cx="3008400" cy="35184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176" name="Google Shape;176;p33"/>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77" name="Google Shape;177;p33"/>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78" name="Google Shape;178;p33"/>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GB"/>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79"/>
        <p:cNvGrpSpPr/>
        <p:nvPr/>
      </p:nvGrpSpPr>
      <p:grpSpPr>
        <a:xfrm>
          <a:off x="0" y="0"/>
          <a:ext cx="0" cy="0"/>
          <a:chOff x="0" y="0"/>
          <a:chExt cx="0" cy="0"/>
        </a:xfrm>
      </p:grpSpPr>
      <p:sp>
        <p:nvSpPr>
          <p:cNvPr id="180" name="Google Shape;180;p34"/>
          <p:cNvSpPr txBox="1">
            <a:spLocks noGrp="1"/>
          </p:cNvSpPr>
          <p:nvPr>
            <p:ph type="title"/>
          </p:nvPr>
        </p:nvSpPr>
        <p:spPr>
          <a:xfrm>
            <a:off x="457200" y="204786"/>
            <a:ext cx="3008400" cy="871500"/>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181" name="Google Shape;181;p34"/>
          <p:cNvSpPr txBox="1">
            <a:spLocks noGrp="1"/>
          </p:cNvSpPr>
          <p:nvPr>
            <p:ph type="body" idx="1"/>
          </p:nvPr>
        </p:nvSpPr>
        <p:spPr>
          <a:xfrm>
            <a:off x="3575050" y="1076325"/>
            <a:ext cx="5111700" cy="3518400"/>
          </a:xfrm>
          <a:prstGeom prst="rect">
            <a:avLst/>
          </a:prstGeom>
          <a:noFill/>
          <a:ln>
            <a:noFill/>
          </a:ln>
        </p:spPr>
        <p:txBody>
          <a:bodyPr spcFirstLastPara="1" wrap="square" lIns="91425" tIns="91425" rIns="91425" bIns="91425" anchor="t" anchorCtr="0"/>
          <a:lstStyle>
            <a:lvl1pPr marL="457200" marR="0" lvl="0" indent="-431800" algn="l" rtl="0">
              <a:lnSpc>
                <a:spcPct val="100000"/>
              </a:lnSpc>
              <a:spcBef>
                <a:spcPts val="640"/>
              </a:spcBef>
              <a:spcAft>
                <a:spcPts val="0"/>
              </a:spcAft>
              <a:buClr>
                <a:srgbClr val="92D050"/>
              </a:buClr>
              <a:buSzPts val="3200"/>
              <a:buFont typeface="Arial"/>
              <a:buChar char="•"/>
              <a:defRPr sz="3200" b="0"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560"/>
              </a:spcBef>
              <a:spcAft>
                <a:spcPts val="0"/>
              </a:spcAft>
              <a:buClr>
                <a:srgbClr val="00B0F0"/>
              </a:buClr>
              <a:buSzPts val="2800"/>
              <a:buFont typeface="Arial"/>
              <a:buChar char="–"/>
              <a:defRPr sz="2800" b="0" i="0" u="none" strike="noStrike" cap="none">
                <a:solidFill>
                  <a:schemeClr val="lt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82" name="Google Shape;182;p34"/>
          <p:cNvSpPr txBox="1">
            <a:spLocks noGrp="1"/>
          </p:cNvSpPr>
          <p:nvPr>
            <p:ph type="body" idx="2"/>
          </p:nvPr>
        </p:nvSpPr>
        <p:spPr>
          <a:xfrm>
            <a:off x="457200" y="1076325"/>
            <a:ext cx="3008400" cy="35184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183" name="Google Shape;183;p34"/>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84" name="Google Shape;184;p34"/>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85" name="Google Shape;185;p34"/>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GB"/>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186"/>
        <p:cNvGrpSpPr/>
        <p:nvPr/>
      </p:nvGrpSpPr>
      <p:grpSpPr>
        <a:xfrm>
          <a:off x="0" y="0"/>
          <a:ext cx="0" cy="0"/>
          <a:chOff x="0" y="0"/>
          <a:chExt cx="0" cy="0"/>
        </a:xfrm>
      </p:grpSpPr>
      <p:sp>
        <p:nvSpPr>
          <p:cNvPr id="187" name="Google Shape;187;p35"/>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188" name="Google Shape;188;p35"/>
          <p:cNvSpPr txBox="1">
            <a:spLocks noGrp="1"/>
          </p:cNvSpPr>
          <p:nvPr>
            <p:ph type="body" idx="1"/>
          </p:nvPr>
        </p:nvSpPr>
        <p:spPr>
          <a:xfrm>
            <a:off x="323528" y="1200150"/>
            <a:ext cx="8064900" cy="33945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89" name="Google Shape;189;p35"/>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90" name="Google Shape;190;p35"/>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91" name="Google Shape;191;p35"/>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GB"/>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2"/>
        <p:cNvGrpSpPr/>
        <p:nvPr/>
      </p:nvGrpSpPr>
      <p:grpSpPr>
        <a:xfrm>
          <a:off x="0" y="0"/>
          <a:ext cx="0" cy="0"/>
          <a:chOff x="0" y="0"/>
          <a:chExt cx="0" cy="0"/>
        </a:xfrm>
      </p:grpSpPr>
      <p:sp>
        <p:nvSpPr>
          <p:cNvPr id="193" name="Google Shape;193;p36"/>
          <p:cNvSpPr txBox="1">
            <a:spLocks noGrp="1"/>
          </p:cNvSpPr>
          <p:nvPr>
            <p:ph type="title"/>
          </p:nvPr>
        </p:nvSpPr>
        <p:spPr>
          <a:xfrm>
            <a:off x="467543" y="1608658"/>
            <a:ext cx="7772400" cy="1021500"/>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0"/>
              </a:spcBef>
              <a:spcAft>
                <a:spcPts val="0"/>
              </a:spcAft>
              <a:buClr>
                <a:srgbClr val="00B0F0"/>
              </a:buClr>
              <a:buSzPts val="1400"/>
              <a:buFont typeface="Calibri"/>
              <a:buNone/>
              <a:defRPr sz="4000" b="1"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194" name="Google Shape;194;p36"/>
          <p:cNvSpPr txBox="1">
            <a:spLocks noGrp="1"/>
          </p:cNvSpPr>
          <p:nvPr>
            <p:ph type="body" idx="1"/>
          </p:nvPr>
        </p:nvSpPr>
        <p:spPr>
          <a:xfrm>
            <a:off x="467543" y="483518"/>
            <a:ext cx="7772400" cy="1125000"/>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00"/>
              </a:spcBef>
              <a:spcAft>
                <a:spcPts val="0"/>
              </a:spcAft>
              <a:buClr>
                <a:srgbClr val="92D050"/>
              </a:buClr>
              <a:buSzPts val="2800"/>
              <a:buFont typeface="Arial"/>
              <a:buNone/>
              <a:defRPr sz="2000" b="0" i="0" u="none" strike="noStrike" cap="none">
                <a:solidFill>
                  <a:srgbClr val="888888"/>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B0F0"/>
              </a:buClr>
              <a:buSzPts val="2400"/>
              <a:buFont typeface="Arial"/>
              <a:buNone/>
              <a:defRPr sz="1800" b="0" i="0" u="none" strike="noStrike" cap="none">
                <a:solidFill>
                  <a:srgbClr val="888888"/>
                </a:solidFill>
                <a:latin typeface="Calibri"/>
                <a:ea typeface="Calibri"/>
                <a:cs typeface="Calibri"/>
                <a:sym typeface="Calibri"/>
              </a:defRPr>
            </a:lvl2pPr>
            <a:lvl3pPr marL="1371600" marR="0" lvl="2" indent="-228600" algn="l" rtl="0">
              <a:lnSpc>
                <a:spcPct val="100000"/>
              </a:lnSpc>
              <a:spcBef>
                <a:spcPts val="320"/>
              </a:spcBef>
              <a:spcAft>
                <a:spcPts val="0"/>
              </a:spcAft>
              <a:buClr>
                <a:srgbClr val="888888"/>
              </a:buClr>
              <a:buSzPts val="2000"/>
              <a:buFont typeface="Arial"/>
              <a:buNone/>
              <a:defRPr sz="1600" b="0" i="0" u="none" strike="noStrike" cap="none">
                <a:solidFill>
                  <a:srgbClr val="888888"/>
                </a:solidFill>
                <a:latin typeface="Calibri"/>
                <a:ea typeface="Calibri"/>
                <a:cs typeface="Calibri"/>
                <a:sym typeface="Calibri"/>
              </a:defRPr>
            </a:lvl3pPr>
            <a:lvl4pPr marL="1828800" marR="0" lvl="3" indent="-228600" algn="l" rtl="0">
              <a:lnSpc>
                <a:spcPct val="100000"/>
              </a:lnSpc>
              <a:spcBef>
                <a:spcPts val="280"/>
              </a:spcBef>
              <a:spcAft>
                <a:spcPts val="0"/>
              </a:spcAft>
              <a:buClr>
                <a:srgbClr val="888888"/>
              </a:buClr>
              <a:buSzPts val="1800"/>
              <a:buFont typeface="Arial"/>
              <a:buNone/>
              <a:defRPr sz="1400" b="0" i="0" u="none" strike="noStrike" cap="none">
                <a:solidFill>
                  <a:srgbClr val="888888"/>
                </a:solidFill>
                <a:latin typeface="Calibri"/>
                <a:ea typeface="Calibri"/>
                <a:cs typeface="Calibri"/>
                <a:sym typeface="Calibri"/>
              </a:defRPr>
            </a:lvl4pPr>
            <a:lvl5pPr marL="2286000" marR="0" lvl="4" indent="-228600" algn="l" rtl="0">
              <a:lnSpc>
                <a:spcPct val="100000"/>
              </a:lnSpc>
              <a:spcBef>
                <a:spcPts val="280"/>
              </a:spcBef>
              <a:spcAft>
                <a:spcPts val="0"/>
              </a:spcAft>
              <a:buClr>
                <a:srgbClr val="888888"/>
              </a:buClr>
              <a:buSzPts val="1800"/>
              <a:buFont typeface="Arial"/>
              <a:buNone/>
              <a:defRPr sz="1400" b="0" i="0" u="none" strike="noStrike" cap="none">
                <a:solidFill>
                  <a:srgbClr val="888888"/>
                </a:solidFill>
                <a:latin typeface="Calibri"/>
                <a:ea typeface="Calibri"/>
                <a:cs typeface="Calibri"/>
                <a:sym typeface="Calibri"/>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9pPr>
          </a:lstStyle>
          <a:p>
            <a:endParaRPr/>
          </a:p>
        </p:txBody>
      </p:sp>
      <p:sp>
        <p:nvSpPr>
          <p:cNvPr id="195" name="Google Shape;195;p36"/>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96" name="Google Shape;196;p36"/>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97" name="Google Shape;197;p36"/>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GB"/>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198"/>
        <p:cNvGrpSpPr/>
        <p:nvPr/>
      </p:nvGrpSpPr>
      <p:grpSpPr>
        <a:xfrm>
          <a:off x="0" y="0"/>
          <a:ext cx="0" cy="0"/>
          <a:chOff x="0" y="0"/>
          <a:chExt cx="0" cy="0"/>
        </a:xfrm>
      </p:grpSpPr>
      <p:sp>
        <p:nvSpPr>
          <p:cNvPr id="199" name="Google Shape;199;p37"/>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00" name="Google Shape;200;p37"/>
          <p:cNvSpPr txBox="1">
            <a:spLocks noGrp="1"/>
          </p:cNvSpPr>
          <p:nvPr>
            <p:ph type="body" idx="1"/>
          </p:nvPr>
        </p:nvSpPr>
        <p:spPr>
          <a:xfrm>
            <a:off x="323528" y="1203598"/>
            <a:ext cx="4104600"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01" name="Google Shape;201;p37"/>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02" name="Google Shape;202;p37"/>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03" name="Google Shape;203;p37"/>
          <p:cNvSpPr txBox="1">
            <a:spLocks noGrp="1"/>
          </p:cNvSpPr>
          <p:nvPr>
            <p:ph type="sldNum" idx="12"/>
          </p:nvPr>
        </p:nvSpPr>
        <p:spPr>
          <a:xfrm>
            <a:off x="6804247" y="4731989"/>
            <a:ext cx="1944300" cy="2739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GB"/>
              <a:t>‹#›</a:t>
            </a:fld>
            <a:endParaRPr sz="1400">
              <a:solidFill>
                <a:srgbClr val="000000"/>
              </a:solidFill>
              <a:latin typeface="Arial"/>
              <a:ea typeface="Arial"/>
              <a:cs typeface="Arial"/>
              <a:sym typeface="Arial"/>
            </a:endParaRPr>
          </a:p>
        </p:txBody>
      </p:sp>
      <p:sp>
        <p:nvSpPr>
          <p:cNvPr id="204" name="Google Shape;204;p37"/>
          <p:cNvSpPr txBox="1">
            <a:spLocks noGrp="1"/>
          </p:cNvSpPr>
          <p:nvPr>
            <p:ph type="body" idx="2"/>
          </p:nvPr>
        </p:nvSpPr>
        <p:spPr>
          <a:xfrm>
            <a:off x="4582344" y="1203598"/>
            <a:ext cx="4104600"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1">
  <p:cSld name="Blank 1">
    <p:spTree>
      <p:nvGrpSpPr>
        <p:cNvPr id="1" name="Shape 205"/>
        <p:cNvGrpSpPr/>
        <p:nvPr/>
      </p:nvGrpSpPr>
      <p:grpSpPr>
        <a:xfrm>
          <a:off x="0" y="0"/>
          <a:ext cx="0" cy="0"/>
          <a:chOff x="0" y="0"/>
          <a:chExt cx="0" cy="0"/>
        </a:xfrm>
      </p:grpSpPr>
      <p:sp>
        <p:nvSpPr>
          <p:cNvPr id="206" name="Google Shape;206;p38"/>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07" name="Google Shape;207;p38"/>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08" name="Google Shape;208;p38"/>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GB"/>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209"/>
        <p:cNvGrpSpPr/>
        <p:nvPr/>
      </p:nvGrpSpPr>
      <p:grpSpPr>
        <a:xfrm>
          <a:off x="0" y="0"/>
          <a:ext cx="0" cy="0"/>
          <a:chOff x="0" y="0"/>
          <a:chExt cx="0" cy="0"/>
        </a:xfrm>
      </p:grpSpPr>
      <p:sp>
        <p:nvSpPr>
          <p:cNvPr id="210" name="Google Shape;210;p39"/>
          <p:cNvSpPr txBox="1">
            <a:spLocks noGrp="1"/>
          </p:cNvSpPr>
          <p:nvPr>
            <p:ph type="body" idx="1"/>
          </p:nvPr>
        </p:nvSpPr>
        <p:spPr>
          <a:xfrm>
            <a:off x="4645026" y="1151334"/>
            <a:ext cx="4041900" cy="479700"/>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80"/>
              </a:spcBef>
              <a:spcAft>
                <a:spcPts val="0"/>
              </a:spcAft>
              <a:buClr>
                <a:srgbClr val="92D050"/>
              </a:buClr>
              <a:buSzPts val="2800"/>
              <a:buFont typeface="Arial"/>
              <a:buNone/>
              <a:defRPr sz="2400" b="1"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400"/>
              </a:spcBef>
              <a:spcAft>
                <a:spcPts val="0"/>
              </a:spcAft>
              <a:buClr>
                <a:srgbClr val="00B0F0"/>
              </a:buClr>
              <a:buSzPts val="2400"/>
              <a:buFont typeface="Arial"/>
              <a:buNone/>
              <a:defRPr sz="2000" b="1"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lt1"/>
              </a:buClr>
              <a:buSzPts val="2000"/>
              <a:buFont typeface="Arial"/>
              <a:buNone/>
              <a:defRPr sz="1800" b="1"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211" name="Google Shape;211;p39"/>
          <p:cNvSpPr txBox="1">
            <a:spLocks noGrp="1"/>
          </p:cNvSpPr>
          <p:nvPr>
            <p:ph type="body" idx="2"/>
          </p:nvPr>
        </p:nvSpPr>
        <p:spPr>
          <a:xfrm>
            <a:off x="4645026" y="1631155"/>
            <a:ext cx="4041900" cy="2963400"/>
          </a:xfrm>
          <a:prstGeom prst="rect">
            <a:avLst/>
          </a:prstGeom>
          <a:noFill/>
          <a:ln>
            <a:noFill/>
          </a:ln>
        </p:spPr>
        <p:txBody>
          <a:bodyPr spcFirstLastPara="1" wrap="square" lIns="91425" tIns="91425" rIns="91425" bIns="91425" anchor="t" anchorCtr="0"/>
          <a:lstStyle>
            <a:lvl1pPr marL="457200" marR="0" lvl="0" indent="-381000" algn="l" rtl="0">
              <a:lnSpc>
                <a:spcPct val="100000"/>
              </a:lnSpc>
              <a:spcBef>
                <a:spcPts val="480"/>
              </a:spcBef>
              <a:spcAft>
                <a:spcPts val="0"/>
              </a:spcAft>
              <a:buClr>
                <a:srgbClr val="92D050"/>
              </a:buClr>
              <a:buSzPts val="2400"/>
              <a:buFont typeface="Arial"/>
              <a:buChar char="•"/>
              <a:defRPr sz="2400" b="0" i="0" u="none" strike="noStrike" cap="none">
                <a:solidFill>
                  <a:schemeClr val="lt1"/>
                </a:solidFill>
                <a:latin typeface="Calibri"/>
                <a:ea typeface="Calibri"/>
                <a:cs typeface="Calibri"/>
                <a:sym typeface="Calibri"/>
              </a:defRPr>
            </a:lvl1pPr>
            <a:lvl2pPr marL="914400" marR="0" lvl="1" indent="-355600" algn="l" rtl="0">
              <a:lnSpc>
                <a:spcPct val="100000"/>
              </a:lnSpc>
              <a:spcBef>
                <a:spcPts val="400"/>
              </a:spcBef>
              <a:spcAft>
                <a:spcPts val="0"/>
              </a:spcAft>
              <a:buClr>
                <a:srgbClr val="00B0F0"/>
              </a:buClr>
              <a:buSzPts val="2000"/>
              <a:buFont typeface="Arial"/>
              <a:buChar char="–"/>
              <a:defRPr sz="2000" b="0" i="0" u="none" strike="noStrike" cap="none">
                <a:solidFill>
                  <a:schemeClr val="lt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212" name="Google Shape;212;p39"/>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13" name="Google Shape;213;p39"/>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14" name="Google Shape;214;p39"/>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GB"/>
              <a:t>‹#›</a:t>
            </a:fld>
            <a:endParaRPr sz="1400">
              <a:solidFill>
                <a:srgbClr val="000000"/>
              </a:solidFill>
              <a:latin typeface="Arial"/>
              <a:ea typeface="Arial"/>
              <a:cs typeface="Arial"/>
              <a:sym typeface="Arial"/>
            </a:endParaRPr>
          </a:p>
        </p:txBody>
      </p:sp>
      <p:sp>
        <p:nvSpPr>
          <p:cNvPr id="215" name="Google Shape;215;p39"/>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16" name="Google Shape;216;p39"/>
          <p:cNvSpPr txBox="1">
            <a:spLocks noGrp="1"/>
          </p:cNvSpPr>
          <p:nvPr>
            <p:ph type="body" idx="3"/>
          </p:nvPr>
        </p:nvSpPr>
        <p:spPr>
          <a:xfrm>
            <a:off x="323528" y="1151334"/>
            <a:ext cx="4041900" cy="479700"/>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80"/>
              </a:spcBef>
              <a:spcAft>
                <a:spcPts val="0"/>
              </a:spcAft>
              <a:buClr>
                <a:srgbClr val="92D050"/>
              </a:buClr>
              <a:buSzPts val="2800"/>
              <a:buFont typeface="Arial"/>
              <a:buNone/>
              <a:defRPr sz="2400" b="1"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400"/>
              </a:spcBef>
              <a:spcAft>
                <a:spcPts val="0"/>
              </a:spcAft>
              <a:buClr>
                <a:srgbClr val="00B0F0"/>
              </a:buClr>
              <a:buSzPts val="2400"/>
              <a:buFont typeface="Arial"/>
              <a:buNone/>
              <a:defRPr sz="2000" b="1"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lt1"/>
              </a:buClr>
              <a:buSzPts val="2000"/>
              <a:buFont typeface="Arial"/>
              <a:buNone/>
              <a:defRPr sz="1800" b="1"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217" name="Google Shape;217;p39"/>
          <p:cNvSpPr txBox="1">
            <a:spLocks noGrp="1"/>
          </p:cNvSpPr>
          <p:nvPr>
            <p:ph type="body" idx="4"/>
          </p:nvPr>
        </p:nvSpPr>
        <p:spPr>
          <a:xfrm>
            <a:off x="323528" y="1631155"/>
            <a:ext cx="4041900" cy="2963400"/>
          </a:xfrm>
          <a:prstGeom prst="rect">
            <a:avLst/>
          </a:prstGeom>
          <a:noFill/>
          <a:ln>
            <a:noFill/>
          </a:ln>
        </p:spPr>
        <p:txBody>
          <a:bodyPr spcFirstLastPara="1" wrap="square" lIns="91425" tIns="91425" rIns="91425" bIns="91425" anchor="t" anchorCtr="0"/>
          <a:lstStyle>
            <a:lvl1pPr marL="457200" marR="0" lvl="0" indent="-381000" algn="l" rtl="0">
              <a:lnSpc>
                <a:spcPct val="100000"/>
              </a:lnSpc>
              <a:spcBef>
                <a:spcPts val="480"/>
              </a:spcBef>
              <a:spcAft>
                <a:spcPts val="0"/>
              </a:spcAft>
              <a:buClr>
                <a:srgbClr val="92D050"/>
              </a:buClr>
              <a:buSzPts val="2400"/>
              <a:buFont typeface="Arial"/>
              <a:buChar char="•"/>
              <a:defRPr sz="2400" b="0" i="0" u="none" strike="noStrike" cap="none">
                <a:solidFill>
                  <a:schemeClr val="lt1"/>
                </a:solidFill>
                <a:latin typeface="Calibri"/>
                <a:ea typeface="Calibri"/>
                <a:cs typeface="Calibri"/>
                <a:sym typeface="Calibri"/>
              </a:defRPr>
            </a:lvl1pPr>
            <a:lvl2pPr marL="914400" marR="0" lvl="1" indent="-355600" algn="l" rtl="0">
              <a:lnSpc>
                <a:spcPct val="100000"/>
              </a:lnSpc>
              <a:spcBef>
                <a:spcPts val="400"/>
              </a:spcBef>
              <a:spcAft>
                <a:spcPts val="0"/>
              </a:spcAft>
              <a:buClr>
                <a:srgbClr val="00B0F0"/>
              </a:buClr>
              <a:buSzPts val="2000"/>
              <a:buFont typeface="Arial"/>
              <a:buChar char="–"/>
              <a:defRPr sz="2000" b="0" i="0" u="none" strike="noStrike" cap="none">
                <a:solidFill>
                  <a:schemeClr val="lt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18"/>
        <p:cNvGrpSpPr/>
        <p:nvPr/>
      </p:nvGrpSpPr>
      <p:grpSpPr>
        <a:xfrm>
          <a:off x="0" y="0"/>
          <a:ext cx="0" cy="0"/>
          <a:chOff x="0" y="0"/>
          <a:chExt cx="0" cy="0"/>
        </a:xfrm>
      </p:grpSpPr>
      <p:sp>
        <p:nvSpPr>
          <p:cNvPr id="219" name="Google Shape;219;p40"/>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20" name="Google Shape;220;p40"/>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21" name="Google Shape;221;p40"/>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22" name="Google Shape;222;p40"/>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GB"/>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23"/>
        <p:cNvGrpSpPr/>
        <p:nvPr/>
      </p:nvGrpSpPr>
      <p:grpSpPr>
        <a:xfrm>
          <a:off x="0" y="0"/>
          <a:ext cx="0" cy="0"/>
          <a:chOff x="0" y="0"/>
          <a:chExt cx="0" cy="0"/>
        </a:xfrm>
      </p:grpSpPr>
      <p:sp>
        <p:nvSpPr>
          <p:cNvPr id="224" name="Google Shape;224;p41"/>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25" name="Google Shape;225;p41"/>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26" name="Google Shape;226;p41"/>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GB"/>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27"/>
        <p:cNvGrpSpPr/>
        <p:nvPr/>
      </p:nvGrpSpPr>
      <p:grpSpPr>
        <a:xfrm>
          <a:off x="0" y="0"/>
          <a:ext cx="0" cy="0"/>
          <a:chOff x="0" y="0"/>
          <a:chExt cx="0" cy="0"/>
        </a:xfrm>
      </p:grpSpPr>
      <p:sp>
        <p:nvSpPr>
          <p:cNvPr id="228" name="Google Shape;228;p42"/>
          <p:cNvSpPr txBox="1">
            <a:spLocks noGrp="1"/>
          </p:cNvSpPr>
          <p:nvPr>
            <p:ph type="title"/>
          </p:nvPr>
        </p:nvSpPr>
        <p:spPr>
          <a:xfrm>
            <a:off x="1792288" y="3600450"/>
            <a:ext cx="5486400" cy="425100"/>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29" name="Google Shape;229;p42"/>
          <p:cNvSpPr>
            <a:spLocks noGrp="1"/>
          </p:cNvSpPr>
          <p:nvPr>
            <p:ph type="pic" idx="2"/>
          </p:nvPr>
        </p:nvSpPr>
        <p:spPr>
          <a:xfrm>
            <a:off x="1792288" y="459581"/>
            <a:ext cx="5486400" cy="3086100"/>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640"/>
              </a:spcBef>
              <a:spcAft>
                <a:spcPts val="0"/>
              </a:spcAft>
              <a:buClr>
                <a:srgbClr val="92D050"/>
              </a:buClr>
              <a:buSzPts val="1400"/>
              <a:buFont typeface="Arial"/>
              <a:buNone/>
              <a:defRPr sz="3200" b="0" i="0" u="none" strike="noStrike" cap="none">
                <a:solidFill>
                  <a:schemeClr val="lt1"/>
                </a:solidFill>
                <a:latin typeface="Calibri"/>
                <a:ea typeface="Calibri"/>
                <a:cs typeface="Calibri"/>
                <a:sym typeface="Calibri"/>
              </a:defRPr>
            </a:lvl1pPr>
            <a:lvl2pPr marL="457200" marR="0" lvl="1" indent="0" algn="l" rtl="0">
              <a:lnSpc>
                <a:spcPct val="100000"/>
              </a:lnSpc>
              <a:spcBef>
                <a:spcPts val="560"/>
              </a:spcBef>
              <a:spcAft>
                <a:spcPts val="0"/>
              </a:spcAft>
              <a:buClr>
                <a:srgbClr val="00B0F0"/>
              </a:buClr>
              <a:buSzPts val="1400"/>
              <a:buFont typeface="Arial"/>
              <a:buNone/>
              <a:defRPr sz="2800" b="0" i="0" u="none" strike="noStrike" cap="none">
                <a:solidFill>
                  <a:schemeClr val="lt1"/>
                </a:solidFill>
                <a:latin typeface="Calibri"/>
                <a:ea typeface="Calibri"/>
                <a:cs typeface="Calibri"/>
                <a:sym typeface="Calibri"/>
              </a:defRPr>
            </a:lvl2pPr>
            <a:lvl3pPr marL="914400" marR="0" lvl="2" indent="0" algn="l" rtl="0">
              <a:lnSpc>
                <a:spcPct val="100000"/>
              </a:lnSpc>
              <a:spcBef>
                <a:spcPts val="480"/>
              </a:spcBef>
              <a:spcAft>
                <a:spcPts val="0"/>
              </a:spcAft>
              <a:buClr>
                <a:schemeClr val="lt1"/>
              </a:buClr>
              <a:buSzPts val="1400"/>
              <a:buFont typeface="Arial"/>
              <a:buNone/>
              <a:defRPr sz="2400" b="0" i="0" u="none" strike="noStrike" cap="none">
                <a:solidFill>
                  <a:schemeClr val="lt1"/>
                </a:solidFill>
                <a:latin typeface="Calibri"/>
                <a:ea typeface="Calibri"/>
                <a:cs typeface="Calibri"/>
                <a:sym typeface="Calibri"/>
              </a:defRPr>
            </a:lvl3pPr>
            <a:lvl4pPr marL="1371600" marR="0" lvl="3" indent="0" algn="l" rtl="0">
              <a:lnSpc>
                <a:spcPct val="100000"/>
              </a:lnSpc>
              <a:spcBef>
                <a:spcPts val="400"/>
              </a:spcBef>
              <a:spcAft>
                <a:spcPts val="0"/>
              </a:spcAft>
              <a:buClr>
                <a:schemeClr val="lt1"/>
              </a:buClr>
              <a:buSzPts val="1400"/>
              <a:buFont typeface="Arial"/>
              <a:buNone/>
              <a:defRPr sz="2000" b="0" i="0" u="none" strike="noStrike" cap="none">
                <a:solidFill>
                  <a:schemeClr val="lt1"/>
                </a:solidFill>
                <a:latin typeface="Calibri"/>
                <a:ea typeface="Calibri"/>
                <a:cs typeface="Calibri"/>
                <a:sym typeface="Calibri"/>
              </a:defRPr>
            </a:lvl4pPr>
            <a:lvl5pPr marL="1828800" marR="0" lvl="4" indent="0" algn="l" rtl="0">
              <a:lnSpc>
                <a:spcPct val="100000"/>
              </a:lnSpc>
              <a:spcBef>
                <a:spcPts val="400"/>
              </a:spcBef>
              <a:spcAft>
                <a:spcPts val="0"/>
              </a:spcAft>
              <a:buClr>
                <a:schemeClr val="lt1"/>
              </a:buClr>
              <a:buSzPts val="1400"/>
              <a:buFont typeface="Arial"/>
              <a:buNone/>
              <a:defRPr sz="2000" b="0" i="0" u="none" strike="noStrike" cap="none">
                <a:solidFill>
                  <a:schemeClr val="lt1"/>
                </a:solidFill>
                <a:latin typeface="Calibri"/>
                <a:ea typeface="Calibri"/>
                <a:cs typeface="Calibri"/>
                <a:sym typeface="Calibri"/>
              </a:defRPr>
            </a:lvl5pPr>
            <a:lvl6pPr marL="2286000" marR="0" lvl="5"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230" name="Google Shape;230;p42"/>
          <p:cNvSpPr txBox="1">
            <a:spLocks noGrp="1"/>
          </p:cNvSpPr>
          <p:nvPr>
            <p:ph type="body" idx="1"/>
          </p:nvPr>
        </p:nvSpPr>
        <p:spPr>
          <a:xfrm>
            <a:off x="1792288" y="4025503"/>
            <a:ext cx="5486400" cy="6036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231" name="Google Shape;231;p42"/>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32" name="Google Shape;232;p42"/>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33" name="Google Shape;233;p42"/>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GB"/>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34"/>
        <p:cNvGrpSpPr/>
        <p:nvPr/>
      </p:nvGrpSpPr>
      <p:grpSpPr>
        <a:xfrm>
          <a:off x="0" y="0"/>
          <a:ext cx="0" cy="0"/>
          <a:chOff x="0" y="0"/>
          <a:chExt cx="0" cy="0"/>
        </a:xfrm>
      </p:grpSpPr>
      <p:sp>
        <p:nvSpPr>
          <p:cNvPr id="235" name="Google Shape;235;p43"/>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36" name="Google Shape;236;p43"/>
          <p:cNvSpPr txBox="1">
            <a:spLocks noGrp="1"/>
          </p:cNvSpPr>
          <p:nvPr>
            <p:ph type="body" idx="1"/>
          </p:nvPr>
        </p:nvSpPr>
        <p:spPr>
          <a:xfrm rot="5400000">
            <a:off x="2703203" y="-1248009"/>
            <a:ext cx="2739900" cy="74991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37" name="Google Shape;237;p43"/>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38" name="Google Shape;238;p43"/>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39" name="Google Shape;239;p43"/>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GB"/>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40"/>
        <p:cNvGrpSpPr/>
        <p:nvPr/>
      </p:nvGrpSpPr>
      <p:grpSpPr>
        <a:xfrm>
          <a:off x="0" y="0"/>
          <a:ext cx="0" cy="0"/>
          <a:chOff x="0" y="0"/>
          <a:chExt cx="0" cy="0"/>
        </a:xfrm>
      </p:grpSpPr>
      <p:sp>
        <p:nvSpPr>
          <p:cNvPr id="241" name="Google Shape;241;p44"/>
          <p:cNvSpPr txBox="1">
            <a:spLocks noGrp="1"/>
          </p:cNvSpPr>
          <p:nvPr>
            <p:ph type="title"/>
          </p:nvPr>
        </p:nvSpPr>
        <p:spPr>
          <a:xfrm rot="5400000">
            <a:off x="6012599" y="771581"/>
            <a:ext cx="3291000" cy="20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42" name="Google Shape;242;p44"/>
          <p:cNvSpPr txBox="1">
            <a:spLocks noGrp="1"/>
          </p:cNvSpPr>
          <p:nvPr>
            <p:ph type="body" idx="1"/>
          </p:nvPr>
        </p:nvSpPr>
        <p:spPr>
          <a:xfrm rot="5400000">
            <a:off x="1821600" y="-1209619"/>
            <a:ext cx="3291000" cy="60198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43" name="Google Shape;243;p44"/>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44" name="Google Shape;244;p44"/>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45" name="Google Shape;245;p44"/>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GB"/>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755575" y="771550"/>
            <a:ext cx="7632848" cy="1728191"/>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48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12" name="Google Shape;12;p2"/>
          <p:cNvSpPr txBox="1">
            <a:spLocks noGrp="1"/>
          </p:cNvSpPr>
          <p:nvPr>
            <p:ph type="subTitle" idx="1"/>
          </p:nvPr>
        </p:nvSpPr>
        <p:spPr>
          <a:xfrm>
            <a:off x="755575" y="2571750"/>
            <a:ext cx="6400799" cy="1314449"/>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560"/>
              </a:spcBef>
              <a:spcAft>
                <a:spcPts val="0"/>
              </a:spcAft>
              <a:buClr>
                <a:srgbClr val="92D050"/>
              </a:buClr>
              <a:buSzPts val="2800"/>
              <a:buFont typeface="Arial"/>
              <a:buNone/>
              <a:defRPr sz="2800" b="0" i="0" u="none" strike="noStrike" cap="none">
                <a:solidFill>
                  <a:schemeClr val="lt1"/>
                </a:solidFill>
                <a:latin typeface="Calibri"/>
                <a:ea typeface="Calibri"/>
                <a:cs typeface="Calibri"/>
                <a:sym typeface="Calibri"/>
              </a:defRPr>
            </a:lvl1pPr>
            <a:lvl2pPr marL="457200" marR="0" lvl="1" indent="0" algn="ctr" rtl="0">
              <a:lnSpc>
                <a:spcPct val="100000"/>
              </a:lnSpc>
              <a:spcBef>
                <a:spcPts val="480"/>
              </a:spcBef>
              <a:spcAft>
                <a:spcPts val="0"/>
              </a:spcAft>
              <a:buClr>
                <a:srgbClr val="00B0F0"/>
              </a:buClr>
              <a:buSzPts val="2400"/>
              <a:buFont typeface="Arial"/>
              <a:buNone/>
              <a:defRPr sz="2400" b="0" i="0" u="none" strike="noStrike" cap="none">
                <a:solidFill>
                  <a:srgbClr val="888888"/>
                </a:solidFill>
                <a:latin typeface="Calibri"/>
                <a:ea typeface="Calibri"/>
                <a:cs typeface="Calibri"/>
                <a:sym typeface="Calibri"/>
              </a:defRPr>
            </a:lvl2pPr>
            <a:lvl3pPr marL="914400" marR="0" lvl="2"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3pPr>
            <a:lvl4pPr marL="1371600" marR="0" lvl="3" indent="0" algn="ctr"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4pPr>
            <a:lvl5pPr marL="1828800" marR="0" lvl="4" indent="0" algn="ctr"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5pPr>
            <a:lvl6pPr marL="2286000" marR="0" lvl="5"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2743200" marR="0" lvl="6"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200400" marR="0" lvl="7"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3657600" marR="0" lvl="8"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13" name="Google Shape;13;p2"/>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2"/>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18" name="Google Shape;18;p3"/>
          <p:cNvSpPr txBox="1">
            <a:spLocks noGrp="1"/>
          </p:cNvSpPr>
          <p:nvPr>
            <p:ph type="body" idx="1"/>
          </p:nvPr>
        </p:nvSpPr>
        <p:spPr>
          <a:xfrm>
            <a:off x="323528" y="1200150"/>
            <a:ext cx="8064896" cy="3394472"/>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9" name="Google Shape;19;p3"/>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3"/>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1" name="Google Shape;21;p3"/>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wo Content 1">
  <p:cSld name="Two Content 1">
    <p:bg>
      <p:bgPr>
        <a:blipFill rotWithShape="1">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4"/>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4" name="Google Shape;24;p4"/>
          <p:cNvSpPr txBox="1">
            <a:spLocks noGrp="1"/>
          </p:cNvSpPr>
          <p:nvPr>
            <p:ph type="body" idx="1"/>
          </p:nvPr>
        </p:nvSpPr>
        <p:spPr>
          <a:xfrm>
            <a:off x="323528" y="1203598"/>
            <a:ext cx="4104600"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5" name="Google Shape;25;p4"/>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4"/>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7" name="Google Shape;27;p4"/>
          <p:cNvSpPr txBox="1">
            <a:spLocks noGrp="1"/>
          </p:cNvSpPr>
          <p:nvPr>
            <p:ph type="sldNum" idx="12"/>
          </p:nvPr>
        </p:nvSpPr>
        <p:spPr>
          <a:xfrm>
            <a:off x="6804247" y="4731989"/>
            <a:ext cx="1944300" cy="2739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28" name="Google Shape;28;p4"/>
          <p:cNvSpPr txBox="1">
            <a:spLocks noGrp="1"/>
          </p:cNvSpPr>
          <p:nvPr>
            <p:ph type="body" idx="2"/>
          </p:nvPr>
        </p:nvSpPr>
        <p:spPr>
          <a:xfrm>
            <a:off x="4582344" y="1203598"/>
            <a:ext cx="4104600"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Content with Caption 1">
  <p:cSld name="Content with Caption 1">
    <p:bg>
      <p:bgPr>
        <a:blipFill rotWithShape="1">
          <a:blip r:embed="rId2">
            <a:alphaModFix/>
          </a:blip>
          <a:stretch>
            <a:fillRect/>
          </a:stretch>
        </a:blipFill>
        <a:effectLst/>
      </p:bgPr>
    </p:bg>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457200" y="204787"/>
            <a:ext cx="3008400" cy="871500"/>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31" name="Google Shape;31;p5"/>
          <p:cNvSpPr txBox="1">
            <a:spLocks noGrp="1"/>
          </p:cNvSpPr>
          <p:nvPr>
            <p:ph type="body" idx="1"/>
          </p:nvPr>
        </p:nvSpPr>
        <p:spPr>
          <a:xfrm>
            <a:off x="3575050" y="1076325"/>
            <a:ext cx="5111700" cy="3518400"/>
          </a:xfrm>
          <a:prstGeom prst="rect">
            <a:avLst/>
          </a:prstGeom>
          <a:noFill/>
          <a:ln>
            <a:noFill/>
          </a:ln>
        </p:spPr>
        <p:txBody>
          <a:bodyPr spcFirstLastPara="1" wrap="square" lIns="91425" tIns="91425" rIns="91425" bIns="91425" anchor="t" anchorCtr="0"/>
          <a:lstStyle>
            <a:lvl1pPr marL="457200" marR="0" lvl="0" indent="-431800" algn="l" rtl="0">
              <a:lnSpc>
                <a:spcPct val="100000"/>
              </a:lnSpc>
              <a:spcBef>
                <a:spcPts val="640"/>
              </a:spcBef>
              <a:spcAft>
                <a:spcPts val="0"/>
              </a:spcAft>
              <a:buClr>
                <a:srgbClr val="92D050"/>
              </a:buClr>
              <a:buSzPts val="3200"/>
              <a:buFont typeface="Arial"/>
              <a:buChar char="•"/>
              <a:defRPr sz="3200" b="0"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560"/>
              </a:spcBef>
              <a:spcAft>
                <a:spcPts val="0"/>
              </a:spcAft>
              <a:buClr>
                <a:srgbClr val="00B0F0"/>
              </a:buClr>
              <a:buSzPts val="2800"/>
              <a:buFont typeface="Arial"/>
              <a:buChar char="–"/>
              <a:defRPr sz="2800" b="0" i="0" u="none" strike="noStrike" cap="none">
                <a:solidFill>
                  <a:schemeClr val="lt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2" name="Google Shape;32;p5"/>
          <p:cNvSpPr txBox="1">
            <a:spLocks noGrp="1"/>
          </p:cNvSpPr>
          <p:nvPr>
            <p:ph type="body" idx="2"/>
          </p:nvPr>
        </p:nvSpPr>
        <p:spPr>
          <a:xfrm>
            <a:off x="457200" y="1076325"/>
            <a:ext cx="3008400" cy="35184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33" name="Google Shape;33;p5"/>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5"/>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35" name="Google Shape;35;p5"/>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457200" y="204786"/>
            <a:ext cx="3008313" cy="871538"/>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38" name="Google Shape;38;p6"/>
          <p:cNvSpPr txBox="1">
            <a:spLocks noGrp="1"/>
          </p:cNvSpPr>
          <p:nvPr>
            <p:ph type="body" idx="1"/>
          </p:nvPr>
        </p:nvSpPr>
        <p:spPr>
          <a:xfrm>
            <a:off x="3575050" y="1076325"/>
            <a:ext cx="5111750" cy="3518297"/>
          </a:xfrm>
          <a:prstGeom prst="rect">
            <a:avLst/>
          </a:prstGeom>
          <a:noFill/>
          <a:ln>
            <a:noFill/>
          </a:ln>
        </p:spPr>
        <p:txBody>
          <a:bodyPr spcFirstLastPara="1" wrap="square" lIns="91425" tIns="91425" rIns="91425" bIns="91425" anchor="t" anchorCtr="0"/>
          <a:lstStyle>
            <a:lvl1pPr marL="457200" marR="0" lvl="0" indent="-431800" algn="l" rtl="0">
              <a:lnSpc>
                <a:spcPct val="100000"/>
              </a:lnSpc>
              <a:spcBef>
                <a:spcPts val="640"/>
              </a:spcBef>
              <a:spcAft>
                <a:spcPts val="0"/>
              </a:spcAft>
              <a:buClr>
                <a:srgbClr val="92D050"/>
              </a:buClr>
              <a:buSzPts val="3200"/>
              <a:buFont typeface="Arial"/>
              <a:buChar char="•"/>
              <a:defRPr sz="3200" b="0"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560"/>
              </a:spcBef>
              <a:spcAft>
                <a:spcPts val="0"/>
              </a:spcAft>
              <a:buClr>
                <a:srgbClr val="00B0F0"/>
              </a:buClr>
              <a:buSzPts val="2800"/>
              <a:buFont typeface="Arial"/>
              <a:buChar char="–"/>
              <a:defRPr sz="2800" b="0" i="0" u="none" strike="noStrike" cap="none">
                <a:solidFill>
                  <a:schemeClr val="lt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9" name="Google Shape;39;p6"/>
          <p:cNvSpPr txBox="1">
            <a:spLocks noGrp="1"/>
          </p:cNvSpPr>
          <p:nvPr>
            <p:ph type="body" idx="2"/>
          </p:nvPr>
        </p:nvSpPr>
        <p:spPr>
          <a:xfrm>
            <a:off x="457200" y="1076325"/>
            <a:ext cx="3008313" cy="3518296"/>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40" name="Google Shape;40;p6"/>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1" name="Google Shape;41;p6"/>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2" name="Google Shape;42;p6"/>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43"/>
        <p:cNvGrpSpPr/>
        <p:nvPr/>
      </p:nvGrpSpPr>
      <p:grpSpPr>
        <a:xfrm>
          <a:off x="0" y="0"/>
          <a:ext cx="0" cy="0"/>
          <a:chOff x="0" y="0"/>
          <a:chExt cx="0" cy="0"/>
        </a:xfrm>
      </p:grpSpPr>
      <p:sp>
        <p:nvSpPr>
          <p:cNvPr id="44" name="Google Shape;44;p7"/>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45" name="Google Shape;45;p7"/>
          <p:cNvSpPr txBox="1">
            <a:spLocks noGrp="1"/>
          </p:cNvSpPr>
          <p:nvPr>
            <p:ph type="body" idx="1"/>
          </p:nvPr>
        </p:nvSpPr>
        <p:spPr>
          <a:xfrm>
            <a:off x="323528" y="1200150"/>
            <a:ext cx="8064900" cy="33945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46" name="Google Shape;46;p7"/>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7"/>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7"/>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67543" y="1608658"/>
            <a:ext cx="7772400" cy="1021555"/>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0"/>
              </a:spcBef>
              <a:spcAft>
                <a:spcPts val="0"/>
              </a:spcAft>
              <a:buClr>
                <a:srgbClr val="00B0F0"/>
              </a:buClr>
              <a:buSzPts val="1400"/>
              <a:buFont typeface="Calibri"/>
              <a:buNone/>
              <a:defRPr sz="4000" b="1"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51" name="Google Shape;51;p8"/>
          <p:cNvSpPr txBox="1">
            <a:spLocks noGrp="1"/>
          </p:cNvSpPr>
          <p:nvPr>
            <p:ph type="body" idx="1"/>
          </p:nvPr>
        </p:nvSpPr>
        <p:spPr>
          <a:xfrm>
            <a:off x="467543" y="483518"/>
            <a:ext cx="7772400" cy="1125140"/>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00"/>
              </a:spcBef>
              <a:spcAft>
                <a:spcPts val="0"/>
              </a:spcAft>
              <a:buClr>
                <a:srgbClr val="92D050"/>
              </a:buClr>
              <a:buSzPts val="2800"/>
              <a:buFont typeface="Arial"/>
              <a:buNone/>
              <a:defRPr sz="2000" b="0" i="0" u="none" strike="noStrike" cap="none">
                <a:solidFill>
                  <a:srgbClr val="888888"/>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B0F0"/>
              </a:buClr>
              <a:buSzPts val="2400"/>
              <a:buFont typeface="Arial"/>
              <a:buNone/>
              <a:defRPr sz="1800" b="0" i="0" u="none" strike="noStrike" cap="none">
                <a:solidFill>
                  <a:srgbClr val="888888"/>
                </a:solidFill>
                <a:latin typeface="Calibri"/>
                <a:ea typeface="Calibri"/>
                <a:cs typeface="Calibri"/>
                <a:sym typeface="Calibri"/>
              </a:defRPr>
            </a:lvl2pPr>
            <a:lvl3pPr marL="1371600" marR="0" lvl="2" indent="-228600" algn="l" rtl="0">
              <a:lnSpc>
                <a:spcPct val="100000"/>
              </a:lnSpc>
              <a:spcBef>
                <a:spcPts val="320"/>
              </a:spcBef>
              <a:spcAft>
                <a:spcPts val="0"/>
              </a:spcAft>
              <a:buClr>
                <a:srgbClr val="888888"/>
              </a:buClr>
              <a:buSzPts val="2000"/>
              <a:buFont typeface="Arial"/>
              <a:buNone/>
              <a:defRPr sz="1600" b="0" i="0" u="none" strike="noStrike" cap="none">
                <a:solidFill>
                  <a:srgbClr val="888888"/>
                </a:solidFill>
                <a:latin typeface="Calibri"/>
                <a:ea typeface="Calibri"/>
                <a:cs typeface="Calibri"/>
                <a:sym typeface="Calibri"/>
              </a:defRPr>
            </a:lvl3pPr>
            <a:lvl4pPr marL="1828800" marR="0" lvl="3" indent="-228600" algn="l" rtl="0">
              <a:lnSpc>
                <a:spcPct val="100000"/>
              </a:lnSpc>
              <a:spcBef>
                <a:spcPts val="280"/>
              </a:spcBef>
              <a:spcAft>
                <a:spcPts val="0"/>
              </a:spcAft>
              <a:buClr>
                <a:srgbClr val="888888"/>
              </a:buClr>
              <a:buSzPts val="1800"/>
              <a:buFont typeface="Arial"/>
              <a:buNone/>
              <a:defRPr sz="1400" b="0" i="0" u="none" strike="noStrike" cap="none">
                <a:solidFill>
                  <a:srgbClr val="888888"/>
                </a:solidFill>
                <a:latin typeface="Calibri"/>
                <a:ea typeface="Calibri"/>
                <a:cs typeface="Calibri"/>
                <a:sym typeface="Calibri"/>
              </a:defRPr>
            </a:lvl4pPr>
            <a:lvl5pPr marL="2286000" marR="0" lvl="4" indent="-228600" algn="l" rtl="0">
              <a:lnSpc>
                <a:spcPct val="100000"/>
              </a:lnSpc>
              <a:spcBef>
                <a:spcPts val="280"/>
              </a:spcBef>
              <a:spcAft>
                <a:spcPts val="0"/>
              </a:spcAft>
              <a:buClr>
                <a:srgbClr val="888888"/>
              </a:buClr>
              <a:buSzPts val="1800"/>
              <a:buFont typeface="Arial"/>
              <a:buNone/>
              <a:defRPr sz="1400" b="0" i="0" u="none" strike="noStrike" cap="none">
                <a:solidFill>
                  <a:srgbClr val="888888"/>
                </a:solidFill>
                <a:latin typeface="Calibri"/>
                <a:ea typeface="Calibri"/>
                <a:cs typeface="Calibri"/>
                <a:sym typeface="Calibri"/>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9pPr>
          </a:lstStyle>
          <a:p>
            <a:endParaRPr/>
          </a:p>
        </p:txBody>
      </p:sp>
      <p:sp>
        <p:nvSpPr>
          <p:cNvPr id="52" name="Google Shape;52;p8"/>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8"/>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p8"/>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55"/>
        <p:cNvGrpSpPr/>
        <p:nvPr/>
      </p:nvGrpSpPr>
      <p:grpSpPr>
        <a:xfrm>
          <a:off x="0" y="0"/>
          <a:ext cx="0" cy="0"/>
          <a:chOff x="0" y="0"/>
          <a:chExt cx="0" cy="0"/>
        </a:xfrm>
      </p:grpSpPr>
      <p:sp>
        <p:nvSpPr>
          <p:cNvPr id="56" name="Google Shape;56;p9"/>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57" name="Google Shape;57;p9"/>
          <p:cNvSpPr txBox="1">
            <a:spLocks noGrp="1"/>
          </p:cNvSpPr>
          <p:nvPr>
            <p:ph type="body" idx="1"/>
          </p:nvPr>
        </p:nvSpPr>
        <p:spPr>
          <a:xfrm>
            <a:off x="323528" y="1203598"/>
            <a:ext cx="4104456" cy="3384375"/>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8" name="Google Shape;58;p9"/>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9" name="Google Shape;59;p9"/>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0" name="Google Shape;60;p9"/>
          <p:cNvSpPr txBox="1">
            <a:spLocks noGrp="1"/>
          </p:cNvSpPr>
          <p:nvPr>
            <p:ph type="sldNum" idx="12"/>
          </p:nvPr>
        </p:nvSpPr>
        <p:spPr>
          <a:xfrm>
            <a:off x="6804247" y="4731989"/>
            <a:ext cx="1944216" cy="273843"/>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61" name="Google Shape;61;p9"/>
          <p:cNvSpPr txBox="1">
            <a:spLocks noGrp="1"/>
          </p:cNvSpPr>
          <p:nvPr>
            <p:ph type="body" idx="2"/>
          </p:nvPr>
        </p:nvSpPr>
        <p:spPr>
          <a:xfrm>
            <a:off x="4582344" y="1203598"/>
            <a:ext cx="4104456" cy="3384375"/>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Blank 1">
  <p:cSld name="Blank 1">
    <p:spTree>
      <p:nvGrpSpPr>
        <p:cNvPr id="1" name="Shape 62"/>
        <p:cNvGrpSpPr/>
        <p:nvPr/>
      </p:nvGrpSpPr>
      <p:grpSpPr>
        <a:xfrm>
          <a:off x="0" y="0"/>
          <a:ext cx="0" cy="0"/>
          <a:chOff x="0" y="0"/>
          <a:chExt cx="0" cy="0"/>
        </a:xfrm>
      </p:grpSpPr>
      <p:sp>
        <p:nvSpPr>
          <p:cNvPr id="63" name="Google Shape;63;p10"/>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10"/>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5" name="Google Shape;65;p10"/>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66"/>
        <p:cNvGrpSpPr/>
        <p:nvPr/>
      </p:nvGrpSpPr>
      <p:grpSpPr>
        <a:xfrm>
          <a:off x="0" y="0"/>
          <a:ext cx="0" cy="0"/>
          <a:chOff x="0" y="0"/>
          <a:chExt cx="0" cy="0"/>
        </a:xfrm>
      </p:grpSpPr>
      <p:sp>
        <p:nvSpPr>
          <p:cNvPr id="67" name="Google Shape;67;p11"/>
          <p:cNvSpPr txBox="1">
            <a:spLocks noGrp="1"/>
          </p:cNvSpPr>
          <p:nvPr>
            <p:ph type="body" idx="1"/>
          </p:nvPr>
        </p:nvSpPr>
        <p:spPr>
          <a:xfrm>
            <a:off x="4645026" y="1151334"/>
            <a:ext cx="4041774" cy="479821"/>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80"/>
              </a:spcBef>
              <a:spcAft>
                <a:spcPts val="0"/>
              </a:spcAft>
              <a:buClr>
                <a:srgbClr val="92D050"/>
              </a:buClr>
              <a:buSzPts val="2800"/>
              <a:buFont typeface="Arial"/>
              <a:buNone/>
              <a:defRPr sz="2400" b="1"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400"/>
              </a:spcBef>
              <a:spcAft>
                <a:spcPts val="0"/>
              </a:spcAft>
              <a:buClr>
                <a:srgbClr val="00B0F0"/>
              </a:buClr>
              <a:buSzPts val="2400"/>
              <a:buFont typeface="Arial"/>
              <a:buNone/>
              <a:defRPr sz="2000" b="1"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lt1"/>
              </a:buClr>
              <a:buSzPts val="2000"/>
              <a:buFont typeface="Arial"/>
              <a:buNone/>
              <a:defRPr sz="1800" b="1"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68" name="Google Shape;68;p11"/>
          <p:cNvSpPr txBox="1">
            <a:spLocks noGrp="1"/>
          </p:cNvSpPr>
          <p:nvPr>
            <p:ph type="body" idx="2"/>
          </p:nvPr>
        </p:nvSpPr>
        <p:spPr>
          <a:xfrm>
            <a:off x="4645026" y="1631155"/>
            <a:ext cx="4041774" cy="2963465"/>
          </a:xfrm>
          <a:prstGeom prst="rect">
            <a:avLst/>
          </a:prstGeom>
          <a:noFill/>
          <a:ln>
            <a:noFill/>
          </a:ln>
        </p:spPr>
        <p:txBody>
          <a:bodyPr spcFirstLastPara="1" wrap="square" lIns="91425" tIns="91425" rIns="91425" bIns="91425" anchor="t" anchorCtr="0"/>
          <a:lstStyle>
            <a:lvl1pPr marL="457200" marR="0" lvl="0" indent="-381000" algn="l" rtl="0">
              <a:lnSpc>
                <a:spcPct val="100000"/>
              </a:lnSpc>
              <a:spcBef>
                <a:spcPts val="480"/>
              </a:spcBef>
              <a:spcAft>
                <a:spcPts val="0"/>
              </a:spcAft>
              <a:buClr>
                <a:srgbClr val="92D050"/>
              </a:buClr>
              <a:buSzPts val="2400"/>
              <a:buFont typeface="Arial"/>
              <a:buChar char="•"/>
              <a:defRPr sz="2400" b="0" i="0" u="none" strike="noStrike" cap="none">
                <a:solidFill>
                  <a:schemeClr val="lt1"/>
                </a:solidFill>
                <a:latin typeface="Calibri"/>
                <a:ea typeface="Calibri"/>
                <a:cs typeface="Calibri"/>
                <a:sym typeface="Calibri"/>
              </a:defRPr>
            </a:lvl1pPr>
            <a:lvl2pPr marL="914400" marR="0" lvl="1" indent="-355600" algn="l" rtl="0">
              <a:lnSpc>
                <a:spcPct val="100000"/>
              </a:lnSpc>
              <a:spcBef>
                <a:spcPts val="400"/>
              </a:spcBef>
              <a:spcAft>
                <a:spcPts val="0"/>
              </a:spcAft>
              <a:buClr>
                <a:srgbClr val="00B0F0"/>
              </a:buClr>
              <a:buSzPts val="2000"/>
              <a:buFont typeface="Arial"/>
              <a:buChar char="–"/>
              <a:defRPr sz="2000" b="0" i="0" u="none" strike="noStrike" cap="none">
                <a:solidFill>
                  <a:schemeClr val="lt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69" name="Google Shape;69;p11"/>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1"/>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1"/>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72" name="Google Shape;72;p11"/>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73" name="Google Shape;73;p11"/>
          <p:cNvSpPr txBox="1">
            <a:spLocks noGrp="1"/>
          </p:cNvSpPr>
          <p:nvPr>
            <p:ph type="body" idx="3"/>
          </p:nvPr>
        </p:nvSpPr>
        <p:spPr>
          <a:xfrm>
            <a:off x="323528" y="1151334"/>
            <a:ext cx="4041774" cy="479821"/>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80"/>
              </a:spcBef>
              <a:spcAft>
                <a:spcPts val="0"/>
              </a:spcAft>
              <a:buClr>
                <a:srgbClr val="92D050"/>
              </a:buClr>
              <a:buSzPts val="2800"/>
              <a:buFont typeface="Arial"/>
              <a:buNone/>
              <a:defRPr sz="2400" b="1"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400"/>
              </a:spcBef>
              <a:spcAft>
                <a:spcPts val="0"/>
              </a:spcAft>
              <a:buClr>
                <a:srgbClr val="00B0F0"/>
              </a:buClr>
              <a:buSzPts val="2400"/>
              <a:buFont typeface="Arial"/>
              <a:buNone/>
              <a:defRPr sz="2000" b="1"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lt1"/>
              </a:buClr>
              <a:buSzPts val="2000"/>
              <a:buFont typeface="Arial"/>
              <a:buNone/>
              <a:defRPr sz="1800" b="1"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74" name="Google Shape;74;p11"/>
          <p:cNvSpPr txBox="1">
            <a:spLocks noGrp="1"/>
          </p:cNvSpPr>
          <p:nvPr>
            <p:ph type="body" idx="4"/>
          </p:nvPr>
        </p:nvSpPr>
        <p:spPr>
          <a:xfrm>
            <a:off x="323528" y="1631155"/>
            <a:ext cx="4041774" cy="2963465"/>
          </a:xfrm>
          <a:prstGeom prst="rect">
            <a:avLst/>
          </a:prstGeom>
          <a:noFill/>
          <a:ln>
            <a:noFill/>
          </a:ln>
        </p:spPr>
        <p:txBody>
          <a:bodyPr spcFirstLastPara="1" wrap="square" lIns="91425" tIns="91425" rIns="91425" bIns="91425" anchor="t" anchorCtr="0"/>
          <a:lstStyle>
            <a:lvl1pPr marL="457200" marR="0" lvl="0" indent="-381000" algn="l" rtl="0">
              <a:lnSpc>
                <a:spcPct val="100000"/>
              </a:lnSpc>
              <a:spcBef>
                <a:spcPts val="480"/>
              </a:spcBef>
              <a:spcAft>
                <a:spcPts val="0"/>
              </a:spcAft>
              <a:buClr>
                <a:srgbClr val="92D050"/>
              </a:buClr>
              <a:buSzPts val="2400"/>
              <a:buFont typeface="Arial"/>
              <a:buChar char="•"/>
              <a:defRPr sz="2400" b="0" i="0" u="none" strike="noStrike" cap="none">
                <a:solidFill>
                  <a:schemeClr val="lt1"/>
                </a:solidFill>
                <a:latin typeface="Calibri"/>
                <a:ea typeface="Calibri"/>
                <a:cs typeface="Calibri"/>
                <a:sym typeface="Calibri"/>
              </a:defRPr>
            </a:lvl1pPr>
            <a:lvl2pPr marL="914400" marR="0" lvl="1" indent="-355600" algn="l" rtl="0">
              <a:lnSpc>
                <a:spcPct val="100000"/>
              </a:lnSpc>
              <a:spcBef>
                <a:spcPts val="400"/>
              </a:spcBef>
              <a:spcAft>
                <a:spcPts val="0"/>
              </a:spcAft>
              <a:buClr>
                <a:srgbClr val="00B0F0"/>
              </a:buClr>
              <a:buSzPts val="2000"/>
              <a:buFont typeface="Arial"/>
              <a:buChar char="–"/>
              <a:defRPr sz="2000" b="0" i="0" u="none" strike="noStrike" cap="none">
                <a:solidFill>
                  <a:schemeClr val="lt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5"/>
        <p:cNvGrpSpPr/>
        <p:nvPr/>
      </p:nvGrpSpPr>
      <p:grpSpPr>
        <a:xfrm>
          <a:off x="0" y="0"/>
          <a:ext cx="0" cy="0"/>
          <a:chOff x="0" y="0"/>
          <a:chExt cx="0" cy="0"/>
        </a:xfrm>
      </p:grpSpPr>
      <p:sp>
        <p:nvSpPr>
          <p:cNvPr id="76" name="Google Shape;76;p12"/>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77" name="Google Shape;77;p12"/>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8" name="Google Shape;78;p12"/>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9" name="Google Shape;79;p12"/>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4"/>
        <p:cNvGrpSpPr/>
        <p:nvPr/>
      </p:nvGrpSpPr>
      <p:grpSpPr>
        <a:xfrm>
          <a:off x="0" y="0"/>
          <a:ext cx="0" cy="0"/>
          <a:chOff x="0" y="0"/>
          <a:chExt cx="0" cy="0"/>
        </a:xfrm>
      </p:grpSpPr>
      <p:sp>
        <p:nvSpPr>
          <p:cNvPr id="85" name="Google Shape;85;p14"/>
          <p:cNvSpPr txBox="1">
            <a:spLocks noGrp="1"/>
          </p:cNvSpPr>
          <p:nvPr>
            <p:ph type="title"/>
          </p:nvPr>
        </p:nvSpPr>
        <p:spPr>
          <a:xfrm>
            <a:off x="1792288" y="3600450"/>
            <a:ext cx="5486399" cy="425053"/>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86" name="Google Shape;86;p14"/>
          <p:cNvSpPr>
            <a:spLocks noGrp="1"/>
          </p:cNvSpPr>
          <p:nvPr>
            <p:ph type="pic" idx="2"/>
          </p:nvPr>
        </p:nvSpPr>
        <p:spPr>
          <a:xfrm>
            <a:off x="1792288" y="459581"/>
            <a:ext cx="5486399" cy="3086099"/>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640"/>
              </a:spcBef>
              <a:spcAft>
                <a:spcPts val="0"/>
              </a:spcAft>
              <a:buClr>
                <a:srgbClr val="92D050"/>
              </a:buClr>
              <a:buSzPts val="1400"/>
              <a:buFont typeface="Arial"/>
              <a:buNone/>
              <a:defRPr sz="3200" b="0" i="0" u="none" strike="noStrike" cap="none">
                <a:solidFill>
                  <a:schemeClr val="lt1"/>
                </a:solidFill>
                <a:latin typeface="Calibri"/>
                <a:ea typeface="Calibri"/>
                <a:cs typeface="Calibri"/>
                <a:sym typeface="Calibri"/>
              </a:defRPr>
            </a:lvl1pPr>
            <a:lvl2pPr marL="457200" marR="0" lvl="1" indent="0" algn="l" rtl="0">
              <a:lnSpc>
                <a:spcPct val="100000"/>
              </a:lnSpc>
              <a:spcBef>
                <a:spcPts val="560"/>
              </a:spcBef>
              <a:spcAft>
                <a:spcPts val="0"/>
              </a:spcAft>
              <a:buClr>
                <a:srgbClr val="00B0F0"/>
              </a:buClr>
              <a:buSzPts val="1400"/>
              <a:buFont typeface="Arial"/>
              <a:buNone/>
              <a:defRPr sz="2800" b="0" i="0" u="none" strike="noStrike" cap="none">
                <a:solidFill>
                  <a:schemeClr val="lt1"/>
                </a:solidFill>
                <a:latin typeface="Calibri"/>
                <a:ea typeface="Calibri"/>
                <a:cs typeface="Calibri"/>
                <a:sym typeface="Calibri"/>
              </a:defRPr>
            </a:lvl2pPr>
            <a:lvl3pPr marL="914400" marR="0" lvl="2" indent="0" algn="l" rtl="0">
              <a:lnSpc>
                <a:spcPct val="100000"/>
              </a:lnSpc>
              <a:spcBef>
                <a:spcPts val="480"/>
              </a:spcBef>
              <a:spcAft>
                <a:spcPts val="0"/>
              </a:spcAft>
              <a:buClr>
                <a:schemeClr val="lt1"/>
              </a:buClr>
              <a:buSzPts val="1400"/>
              <a:buFont typeface="Arial"/>
              <a:buNone/>
              <a:defRPr sz="2400" b="0" i="0" u="none" strike="noStrike" cap="none">
                <a:solidFill>
                  <a:schemeClr val="lt1"/>
                </a:solidFill>
                <a:latin typeface="Calibri"/>
                <a:ea typeface="Calibri"/>
                <a:cs typeface="Calibri"/>
                <a:sym typeface="Calibri"/>
              </a:defRPr>
            </a:lvl3pPr>
            <a:lvl4pPr marL="1371600" marR="0" lvl="3" indent="0" algn="l" rtl="0">
              <a:lnSpc>
                <a:spcPct val="100000"/>
              </a:lnSpc>
              <a:spcBef>
                <a:spcPts val="400"/>
              </a:spcBef>
              <a:spcAft>
                <a:spcPts val="0"/>
              </a:spcAft>
              <a:buClr>
                <a:schemeClr val="lt1"/>
              </a:buClr>
              <a:buSzPts val="1400"/>
              <a:buFont typeface="Arial"/>
              <a:buNone/>
              <a:defRPr sz="2000" b="0" i="0" u="none" strike="noStrike" cap="none">
                <a:solidFill>
                  <a:schemeClr val="lt1"/>
                </a:solidFill>
                <a:latin typeface="Calibri"/>
                <a:ea typeface="Calibri"/>
                <a:cs typeface="Calibri"/>
                <a:sym typeface="Calibri"/>
              </a:defRPr>
            </a:lvl4pPr>
            <a:lvl5pPr marL="1828800" marR="0" lvl="4" indent="0" algn="l" rtl="0">
              <a:lnSpc>
                <a:spcPct val="100000"/>
              </a:lnSpc>
              <a:spcBef>
                <a:spcPts val="400"/>
              </a:spcBef>
              <a:spcAft>
                <a:spcPts val="0"/>
              </a:spcAft>
              <a:buClr>
                <a:schemeClr val="lt1"/>
              </a:buClr>
              <a:buSzPts val="1400"/>
              <a:buFont typeface="Arial"/>
              <a:buNone/>
              <a:defRPr sz="2000" b="0" i="0" u="none" strike="noStrike" cap="none">
                <a:solidFill>
                  <a:schemeClr val="lt1"/>
                </a:solidFill>
                <a:latin typeface="Calibri"/>
                <a:ea typeface="Calibri"/>
                <a:cs typeface="Calibri"/>
                <a:sym typeface="Calibri"/>
              </a:defRPr>
            </a:lvl5pPr>
            <a:lvl6pPr marL="2286000" marR="0" lvl="5"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87" name="Google Shape;87;p14"/>
          <p:cNvSpPr txBox="1">
            <a:spLocks noGrp="1"/>
          </p:cNvSpPr>
          <p:nvPr>
            <p:ph type="body" idx="1"/>
          </p:nvPr>
        </p:nvSpPr>
        <p:spPr>
          <a:xfrm>
            <a:off x="1792288" y="4025503"/>
            <a:ext cx="5486399" cy="603647"/>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88" name="Google Shape;88;p14"/>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9" name="Google Shape;89;p14"/>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0" name="Google Shape;90;p14"/>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1"/>
        <p:cNvGrpSpPr/>
        <p:nvPr/>
      </p:nvGrpSpPr>
      <p:grpSpPr>
        <a:xfrm>
          <a:off x="0" y="0"/>
          <a:ext cx="0" cy="0"/>
          <a:chOff x="0" y="0"/>
          <a:chExt cx="0" cy="0"/>
        </a:xfrm>
      </p:grpSpPr>
      <p:sp>
        <p:nvSpPr>
          <p:cNvPr id="92" name="Google Shape;92;p15"/>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93" name="Google Shape;93;p15"/>
          <p:cNvSpPr txBox="1">
            <a:spLocks noGrp="1"/>
          </p:cNvSpPr>
          <p:nvPr>
            <p:ph type="body" idx="1"/>
          </p:nvPr>
        </p:nvSpPr>
        <p:spPr>
          <a:xfrm rot="5400000">
            <a:off x="2703240" y="-1248122"/>
            <a:ext cx="2739750" cy="7499176"/>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94" name="Google Shape;94;p15"/>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5" name="Google Shape;95;p15"/>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6" name="Google Shape;96;p15"/>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7"/>
        <p:cNvGrpSpPr/>
        <p:nvPr/>
      </p:nvGrpSpPr>
      <p:grpSpPr>
        <a:xfrm>
          <a:off x="0" y="0"/>
          <a:ext cx="0" cy="0"/>
          <a:chOff x="0" y="0"/>
          <a:chExt cx="0" cy="0"/>
        </a:xfrm>
      </p:grpSpPr>
      <p:sp>
        <p:nvSpPr>
          <p:cNvPr id="98" name="Google Shape;98;p16"/>
          <p:cNvSpPr txBox="1">
            <a:spLocks noGrp="1"/>
          </p:cNvSpPr>
          <p:nvPr>
            <p:ph type="title"/>
          </p:nvPr>
        </p:nvSpPr>
        <p:spPr>
          <a:xfrm rot="5400000">
            <a:off x="6012655" y="771525"/>
            <a:ext cx="3290888" cy="20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99" name="Google Shape;99;p16"/>
          <p:cNvSpPr txBox="1">
            <a:spLocks noGrp="1"/>
          </p:cNvSpPr>
          <p:nvPr>
            <p:ph type="body" idx="1"/>
          </p:nvPr>
        </p:nvSpPr>
        <p:spPr>
          <a:xfrm rot="5400000">
            <a:off x="1821656" y="-1209674"/>
            <a:ext cx="3290888" cy="6019799"/>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00" name="Google Shape;100;p16"/>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1" name="Google Shape;101;p16"/>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2" name="Google Shape;102;p16"/>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755575" y="771550"/>
            <a:ext cx="7632848" cy="1728191"/>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48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12" name="Google Shape;12;p2"/>
          <p:cNvSpPr txBox="1">
            <a:spLocks noGrp="1"/>
          </p:cNvSpPr>
          <p:nvPr>
            <p:ph type="subTitle" idx="1"/>
          </p:nvPr>
        </p:nvSpPr>
        <p:spPr>
          <a:xfrm>
            <a:off x="755575" y="2571750"/>
            <a:ext cx="6400799" cy="1314447"/>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560"/>
              </a:spcBef>
              <a:spcAft>
                <a:spcPts val="0"/>
              </a:spcAft>
              <a:buClr>
                <a:srgbClr val="92D050"/>
              </a:buClr>
              <a:buSzPts val="2800"/>
              <a:buFont typeface="Arial"/>
              <a:buNone/>
              <a:defRPr sz="2800" b="0" i="0" u="none" strike="noStrike" cap="none">
                <a:solidFill>
                  <a:schemeClr val="lt1"/>
                </a:solidFill>
                <a:latin typeface="Calibri"/>
                <a:ea typeface="Calibri"/>
                <a:cs typeface="Calibri"/>
                <a:sym typeface="Calibri"/>
              </a:defRPr>
            </a:lvl1pPr>
            <a:lvl2pPr marL="457200" marR="0" lvl="1" indent="0" algn="ctr" rtl="0">
              <a:lnSpc>
                <a:spcPct val="100000"/>
              </a:lnSpc>
              <a:spcBef>
                <a:spcPts val="480"/>
              </a:spcBef>
              <a:spcAft>
                <a:spcPts val="0"/>
              </a:spcAft>
              <a:buClr>
                <a:srgbClr val="00B0F0"/>
              </a:buClr>
              <a:buSzPts val="2400"/>
              <a:buFont typeface="Arial"/>
              <a:buNone/>
              <a:defRPr sz="2400" b="0" i="0" u="none" strike="noStrike" cap="none">
                <a:solidFill>
                  <a:srgbClr val="888888"/>
                </a:solidFill>
                <a:latin typeface="Calibri"/>
                <a:ea typeface="Calibri"/>
                <a:cs typeface="Calibri"/>
                <a:sym typeface="Calibri"/>
              </a:defRPr>
            </a:lvl2pPr>
            <a:lvl3pPr marL="914400" marR="0" lvl="2"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3pPr>
            <a:lvl4pPr marL="1371600" marR="0" lvl="3" indent="0" algn="ctr"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4pPr>
            <a:lvl5pPr marL="1828800" marR="0" lvl="4" indent="0" algn="ctr"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5pPr>
            <a:lvl6pPr marL="2286000" marR="0" lvl="5"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2743200" marR="0" lvl="6"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200400" marR="0" lvl="7"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3657600" marR="0" lvl="8"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13" name="Google Shape;13;p2"/>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2"/>
          <p:cNvSpPr txBox="1">
            <a:spLocks noGrp="1"/>
          </p:cNvSpPr>
          <p:nvPr>
            <p:ph type="sldNum" idx="12"/>
          </p:nvPr>
        </p:nvSpPr>
        <p:spPr>
          <a:xfrm>
            <a:off x="6553200" y="4767262"/>
            <a:ext cx="2133598" cy="27384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18" name="Google Shape;18;p3"/>
          <p:cNvSpPr txBox="1">
            <a:spLocks noGrp="1"/>
          </p:cNvSpPr>
          <p:nvPr>
            <p:ph type="body" idx="1"/>
          </p:nvPr>
        </p:nvSpPr>
        <p:spPr>
          <a:xfrm>
            <a:off x="323528" y="1200150"/>
            <a:ext cx="8064896" cy="3394472"/>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9" name="Google Shape;19;p3"/>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3"/>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1" name="Google Shape;21;p3"/>
          <p:cNvSpPr txBox="1">
            <a:spLocks noGrp="1"/>
          </p:cNvSpPr>
          <p:nvPr>
            <p:ph type="sldNum" idx="12"/>
          </p:nvPr>
        </p:nvSpPr>
        <p:spPr>
          <a:xfrm>
            <a:off x="6553200" y="4767262"/>
            <a:ext cx="2133598" cy="27384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wo Content 1">
  <p:cSld name="Two Content 1">
    <p:bg>
      <p:bgPr>
        <a:blipFill rotWithShape="1">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4"/>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4" name="Google Shape;24;p4"/>
          <p:cNvSpPr txBox="1">
            <a:spLocks noGrp="1"/>
          </p:cNvSpPr>
          <p:nvPr>
            <p:ph type="body" idx="1"/>
          </p:nvPr>
        </p:nvSpPr>
        <p:spPr>
          <a:xfrm>
            <a:off x="323528" y="1203598"/>
            <a:ext cx="4104599"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5" name="Google Shape;25;p4"/>
          <p:cNvSpPr txBox="1">
            <a:spLocks noGrp="1"/>
          </p:cNvSpPr>
          <p:nvPr>
            <p:ph type="dt" idx="10"/>
          </p:nvPr>
        </p:nvSpPr>
        <p:spPr>
          <a:xfrm>
            <a:off x="1187624" y="4731989"/>
            <a:ext cx="2133598"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4"/>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7" name="Google Shape;27;p4"/>
          <p:cNvSpPr txBox="1">
            <a:spLocks noGrp="1"/>
          </p:cNvSpPr>
          <p:nvPr>
            <p:ph type="sldNum" idx="12"/>
          </p:nvPr>
        </p:nvSpPr>
        <p:spPr>
          <a:xfrm>
            <a:off x="6804246" y="4731989"/>
            <a:ext cx="1944300" cy="2739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28" name="Google Shape;28;p4"/>
          <p:cNvSpPr txBox="1">
            <a:spLocks noGrp="1"/>
          </p:cNvSpPr>
          <p:nvPr>
            <p:ph type="body" idx="2"/>
          </p:nvPr>
        </p:nvSpPr>
        <p:spPr>
          <a:xfrm>
            <a:off x="4582344" y="1203598"/>
            <a:ext cx="4104599"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Content with Caption 1">
  <p:cSld name="Content with Caption 1">
    <p:bg>
      <p:bgPr>
        <a:blipFill rotWithShape="1">
          <a:blip r:embed="rId2">
            <a:alphaModFix/>
          </a:blip>
          <a:stretch>
            <a:fillRect/>
          </a:stretch>
        </a:blipFill>
        <a:effectLst/>
      </p:bgPr>
    </p:bg>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457200" y="204785"/>
            <a:ext cx="3008398" cy="871498"/>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38" name="Google Shape;38;p6"/>
          <p:cNvSpPr txBox="1">
            <a:spLocks noGrp="1"/>
          </p:cNvSpPr>
          <p:nvPr>
            <p:ph type="body" idx="1"/>
          </p:nvPr>
        </p:nvSpPr>
        <p:spPr>
          <a:xfrm>
            <a:off x="3575050" y="1076325"/>
            <a:ext cx="5111698" cy="3518399"/>
          </a:xfrm>
          <a:prstGeom prst="rect">
            <a:avLst/>
          </a:prstGeom>
          <a:noFill/>
          <a:ln>
            <a:noFill/>
          </a:ln>
        </p:spPr>
        <p:txBody>
          <a:bodyPr spcFirstLastPara="1" wrap="square" lIns="91425" tIns="91425" rIns="91425" bIns="91425" anchor="t" anchorCtr="0"/>
          <a:lstStyle>
            <a:lvl1pPr marL="457200" marR="0" lvl="0" indent="-431800" algn="l" rtl="0">
              <a:lnSpc>
                <a:spcPct val="100000"/>
              </a:lnSpc>
              <a:spcBef>
                <a:spcPts val="640"/>
              </a:spcBef>
              <a:spcAft>
                <a:spcPts val="0"/>
              </a:spcAft>
              <a:buClr>
                <a:srgbClr val="92D050"/>
              </a:buClr>
              <a:buSzPts val="3200"/>
              <a:buFont typeface="Arial"/>
              <a:buChar char="•"/>
              <a:defRPr sz="3200" b="0"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560"/>
              </a:spcBef>
              <a:spcAft>
                <a:spcPts val="0"/>
              </a:spcAft>
              <a:buClr>
                <a:srgbClr val="00B0F0"/>
              </a:buClr>
              <a:buSzPts val="2800"/>
              <a:buFont typeface="Arial"/>
              <a:buChar char="–"/>
              <a:defRPr sz="2800" b="0" i="0" u="none" strike="noStrike" cap="none">
                <a:solidFill>
                  <a:schemeClr val="lt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9" name="Google Shape;39;p6"/>
          <p:cNvSpPr txBox="1">
            <a:spLocks noGrp="1"/>
          </p:cNvSpPr>
          <p:nvPr>
            <p:ph type="body" idx="2"/>
          </p:nvPr>
        </p:nvSpPr>
        <p:spPr>
          <a:xfrm>
            <a:off x="457200" y="1076325"/>
            <a:ext cx="3008398" cy="3518399"/>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40" name="Google Shape;40;p6"/>
          <p:cNvSpPr txBox="1">
            <a:spLocks noGrp="1"/>
          </p:cNvSpPr>
          <p:nvPr>
            <p:ph type="dt" idx="10"/>
          </p:nvPr>
        </p:nvSpPr>
        <p:spPr>
          <a:xfrm>
            <a:off x="1187624" y="4731989"/>
            <a:ext cx="2133598"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1" name="Google Shape;41;p6"/>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2" name="Google Shape;42;p6"/>
          <p:cNvSpPr txBox="1">
            <a:spLocks noGrp="1"/>
          </p:cNvSpPr>
          <p:nvPr>
            <p:ph type="sldNum" idx="12"/>
          </p:nvPr>
        </p:nvSpPr>
        <p:spPr>
          <a:xfrm>
            <a:off x="6553200" y="4767262"/>
            <a:ext cx="2133598"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43"/>
        <p:cNvGrpSpPr/>
        <p:nvPr/>
      </p:nvGrpSpPr>
      <p:grpSpPr>
        <a:xfrm>
          <a:off x="0" y="0"/>
          <a:ext cx="0" cy="0"/>
          <a:chOff x="0" y="0"/>
          <a:chExt cx="0" cy="0"/>
        </a:xfrm>
      </p:grpSpPr>
      <p:sp>
        <p:nvSpPr>
          <p:cNvPr id="44" name="Google Shape;44;p7"/>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45" name="Google Shape;45;p7"/>
          <p:cNvSpPr txBox="1">
            <a:spLocks noGrp="1"/>
          </p:cNvSpPr>
          <p:nvPr>
            <p:ph type="body" idx="1"/>
          </p:nvPr>
        </p:nvSpPr>
        <p:spPr>
          <a:xfrm>
            <a:off x="323528" y="1200150"/>
            <a:ext cx="8064898" cy="33945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46" name="Google Shape;46;p7"/>
          <p:cNvSpPr txBox="1">
            <a:spLocks noGrp="1"/>
          </p:cNvSpPr>
          <p:nvPr>
            <p:ph type="dt" idx="10"/>
          </p:nvPr>
        </p:nvSpPr>
        <p:spPr>
          <a:xfrm>
            <a:off x="1187624" y="4731989"/>
            <a:ext cx="2133598"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7"/>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7"/>
          <p:cNvSpPr txBox="1">
            <a:spLocks noGrp="1"/>
          </p:cNvSpPr>
          <p:nvPr>
            <p:ph type="sldNum" idx="12"/>
          </p:nvPr>
        </p:nvSpPr>
        <p:spPr>
          <a:xfrm>
            <a:off x="6553200" y="4767262"/>
            <a:ext cx="2133598"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67543" y="1608658"/>
            <a:ext cx="7772400" cy="1021553"/>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0"/>
              </a:spcBef>
              <a:spcAft>
                <a:spcPts val="0"/>
              </a:spcAft>
              <a:buClr>
                <a:srgbClr val="00B0F0"/>
              </a:buClr>
              <a:buSzPts val="1400"/>
              <a:buFont typeface="Calibri"/>
              <a:buNone/>
              <a:defRPr sz="4000" b="1"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51" name="Google Shape;51;p8"/>
          <p:cNvSpPr txBox="1">
            <a:spLocks noGrp="1"/>
          </p:cNvSpPr>
          <p:nvPr>
            <p:ph type="body" idx="1"/>
          </p:nvPr>
        </p:nvSpPr>
        <p:spPr>
          <a:xfrm>
            <a:off x="467543" y="483518"/>
            <a:ext cx="7772400" cy="1125140"/>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00"/>
              </a:spcBef>
              <a:spcAft>
                <a:spcPts val="0"/>
              </a:spcAft>
              <a:buClr>
                <a:srgbClr val="92D050"/>
              </a:buClr>
              <a:buSzPts val="2800"/>
              <a:buFont typeface="Arial"/>
              <a:buNone/>
              <a:defRPr sz="2000" b="0" i="0" u="none" strike="noStrike" cap="none">
                <a:solidFill>
                  <a:srgbClr val="888888"/>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B0F0"/>
              </a:buClr>
              <a:buSzPts val="2400"/>
              <a:buFont typeface="Arial"/>
              <a:buNone/>
              <a:defRPr sz="1800" b="0" i="0" u="none" strike="noStrike" cap="none">
                <a:solidFill>
                  <a:srgbClr val="888888"/>
                </a:solidFill>
                <a:latin typeface="Calibri"/>
                <a:ea typeface="Calibri"/>
                <a:cs typeface="Calibri"/>
                <a:sym typeface="Calibri"/>
              </a:defRPr>
            </a:lvl2pPr>
            <a:lvl3pPr marL="1371600" marR="0" lvl="2" indent="-228600" algn="l" rtl="0">
              <a:lnSpc>
                <a:spcPct val="100000"/>
              </a:lnSpc>
              <a:spcBef>
                <a:spcPts val="320"/>
              </a:spcBef>
              <a:spcAft>
                <a:spcPts val="0"/>
              </a:spcAft>
              <a:buClr>
                <a:srgbClr val="888888"/>
              </a:buClr>
              <a:buSzPts val="2000"/>
              <a:buFont typeface="Arial"/>
              <a:buNone/>
              <a:defRPr sz="1600" b="0" i="0" u="none" strike="noStrike" cap="none">
                <a:solidFill>
                  <a:srgbClr val="888888"/>
                </a:solidFill>
                <a:latin typeface="Calibri"/>
                <a:ea typeface="Calibri"/>
                <a:cs typeface="Calibri"/>
                <a:sym typeface="Calibri"/>
              </a:defRPr>
            </a:lvl3pPr>
            <a:lvl4pPr marL="1828800" marR="0" lvl="3" indent="-228600" algn="l" rtl="0">
              <a:lnSpc>
                <a:spcPct val="100000"/>
              </a:lnSpc>
              <a:spcBef>
                <a:spcPts val="280"/>
              </a:spcBef>
              <a:spcAft>
                <a:spcPts val="0"/>
              </a:spcAft>
              <a:buClr>
                <a:srgbClr val="888888"/>
              </a:buClr>
              <a:buSzPts val="1800"/>
              <a:buFont typeface="Arial"/>
              <a:buNone/>
              <a:defRPr sz="1400" b="0" i="0" u="none" strike="noStrike" cap="none">
                <a:solidFill>
                  <a:srgbClr val="888888"/>
                </a:solidFill>
                <a:latin typeface="Calibri"/>
                <a:ea typeface="Calibri"/>
                <a:cs typeface="Calibri"/>
                <a:sym typeface="Calibri"/>
              </a:defRPr>
            </a:lvl4pPr>
            <a:lvl5pPr marL="2286000" marR="0" lvl="4" indent="-228600" algn="l" rtl="0">
              <a:lnSpc>
                <a:spcPct val="100000"/>
              </a:lnSpc>
              <a:spcBef>
                <a:spcPts val="280"/>
              </a:spcBef>
              <a:spcAft>
                <a:spcPts val="0"/>
              </a:spcAft>
              <a:buClr>
                <a:srgbClr val="888888"/>
              </a:buClr>
              <a:buSzPts val="1800"/>
              <a:buFont typeface="Arial"/>
              <a:buNone/>
              <a:defRPr sz="1400" b="0" i="0" u="none" strike="noStrike" cap="none">
                <a:solidFill>
                  <a:srgbClr val="888888"/>
                </a:solidFill>
                <a:latin typeface="Calibri"/>
                <a:ea typeface="Calibri"/>
                <a:cs typeface="Calibri"/>
                <a:sym typeface="Calibri"/>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9pPr>
          </a:lstStyle>
          <a:p>
            <a:endParaRPr/>
          </a:p>
        </p:txBody>
      </p:sp>
      <p:sp>
        <p:nvSpPr>
          <p:cNvPr id="52" name="Google Shape;52;p8"/>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8"/>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p8"/>
          <p:cNvSpPr txBox="1">
            <a:spLocks noGrp="1"/>
          </p:cNvSpPr>
          <p:nvPr>
            <p:ph type="sldNum" idx="12"/>
          </p:nvPr>
        </p:nvSpPr>
        <p:spPr>
          <a:xfrm>
            <a:off x="6553200" y="4767262"/>
            <a:ext cx="2133598" cy="27384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55"/>
        <p:cNvGrpSpPr/>
        <p:nvPr/>
      </p:nvGrpSpPr>
      <p:grpSpPr>
        <a:xfrm>
          <a:off x="0" y="0"/>
          <a:ext cx="0" cy="0"/>
          <a:chOff x="0" y="0"/>
          <a:chExt cx="0" cy="0"/>
        </a:xfrm>
      </p:grpSpPr>
      <p:sp>
        <p:nvSpPr>
          <p:cNvPr id="56" name="Google Shape;56;p9"/>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57" name="Google Shape;57;p9"/>
          <p:cNvSpPr txBox="1">
            <a:spLocks noGrp="1"/>
          </p:cNvSpPr>
          <p:nvPr>
            <p:ph type="body" idx="1"/>
          </p:nvPr>
        </p:nvSpPr>
        <p:spPr>
          <a:xfrm>
            <a:off x="323528" y="1203598"/>
            <a:ext cx="4104456" cy="3384374"/>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8" name="Google Shape;58;p9"/>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9" name="Google Shape;59;p9"/>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0" name="Google Shape;60;p9"/>
          <p:cNvSpPr txBox="1">
            <a:spLocks noGrp="1"/>
          </p:cNvSpPr>
          <p:nvPr>
            <p:ph type="sldNum" idx="12"/>
          </p:nvPr>
        </p:nvSpPr>
        <p:spPr>
          <a:xfrm>
            <a:off x="6804246" y="4731989"/>
            <a:ext cx="1944216" cy="273842"/>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61" name="Google Shape;61;p9"/>
          <p:cNvSpPr txBox="1">
            <a:spLocks noGrp="1"/>
          </p:cNvSpPr>
          <p:nvPr>
            <p:ph type="body" idx="2"/>
          </p:nvPr>
        </p:nvSpPr>
        <p:spPr>
          <a:xfrm>
            <a:off x="4582344" y="1203598"/>
            <a:ext cx="4104456" cy="3384374"/>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Blank 1">
  <p:cSld name="Blank 1">
    <p:spTree>
      <p:nvGrpSpPr>
        <p:cNvPr id="1" name="Shape 62"/>
        <p:cNvGrpSpPr/>
        <p:nvPr/>
      </p:nvGrpSpPr>
      <p:grpSpPr>
        <a:xfrm>
          <a:off x="0" y="0"/>
          <a:ext cx="0" cy="0"/>
          <a:chOff x="0" y="0"/>
          <a:chExt cx="0" cy="0"/>
        </a:xfrm>
      </p:grpSpPr>
      <p:sp>
        <p:nvSpPr>
          <p:cNvPr id="63" name="Google Shape;63;p10"/>
          <p:cNvSpPr txBox="1">
            <a:spLocks noGrp="1"/>
          </p:cNvSpPr>
          <p:nvPr>
            <p:ph type="dt" idx="10"/>
          </p:nvPr>
        </p:nvSpPr>
        <p:spPr>
          <a:xfrm>
            <a:off x="1187624" y="4731989"/>
            <a:ext cx="2133598"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10"/>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5" name="Google Shape;65;p10"/>
          <p:cNvSpPr txBox="1">
            <a:spLocks noGrp="1"/>
          </p:cNvSpPr>
          <p:nvPr>
            <p:ph type="sldNum" idx="12"/>
          </p:nvPr>
        </p:nvSpPr>
        <p:spPr>
          <a:xfrm>
            <a:off x="6553200" y="4767262"/>
            <a:ext cx="2133598"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66"/>
        <p:cNvGrpSpPr/>
        <p:nvPr/>
      </p:nvGrpSpPr>
      <p:grpSpPr>
        <a:xfrm>
          <a:off x="0" y="0"/>
          <a:ext cx="0" cy="0"/>
          <a:chOff x="0" y="0"/>
          <a:chExt cx="0" cy="0"/>
        </a:xfrm>
      </p:grpSpPr>
      <p:sp>
        <p:nvSpPr>
          <p:cNvPr id="67" name="Google Shape;67;p11"/>
          <p:cNvSpPr txBox="1">
            <a:spLocks noGrp="1"/>
          </p:cNvSpPr>
          <p:nvPr>
            <p:ph type="body" idx="1"/>
          </p:nvPr>
        </p:nvSpPr>
        <p:spPr>
          <a:xfrm>
            <a:off x="4645026" y="1151333"/>
            <a:ext cx="4041772" cy="479820"/>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80"/>
              </a:spcBef>
              <a:spcAft>
                <a:spcPts val="0"/>
              </a:spcAft>
              <a:buClr>
                <a:srgbClr val="92D050"/>
              </a:buClr>
              <a:buSzPts val="2800"/>
              <a:buFont typeface="Arial"/>
              <a:buNone/>
              <a:defRPr sz="2400" b="1"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400"/>
              </a:spcBef>
              <a:spcAft>
                <a:spcPts val="0"/>
              </a:spcAft>
              <a:buClr>
                <a:srgbClr val="00B0F0"/>
              </a:buClr>
              <a:buSzPts val="2400"/>
              <a:buFont typeface="Arial"/>
              <a:buNone/>
              <a:defRPr sz="2000" b="1"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lt1"/>
              </a:buClr>
              <a:buSzPts val="2000"/>
              <a:buFont typeface="Arial"/>
              <a:buNone/>
              <a:defRPr sz="1800" b="1"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68" name="Google Shape;68;p11"/>
          <p:cNvSpPr txBox="1">
            <a:spLocks noGrp="1"/>
          </p:cNvSpPr>
          <p:nvPr>
            <p:ph type="body" idx="2"/>
          </p:nvPr>
        </p:nvSpPr>
        <p:spPr>
          <a:xfrm>
            <a:off x="4645026" y="1631154"/>
            <a:ext cx="4041772" cy="2963464"/>
          </a:xfrm>
          <a:prstGeom prst="rect">
            <a:avLst/>
          </a:prstGeom>
          <a:noFill/>
          <a:ln>
            <a:noFill/>
          </a:ln>
        </p:spPr>
        <p:txBody>
          <a:bodyPr spcFirstLastPara="1" wrap="square" lIns="91425" tIns="91425" rIns="91425" bIns="91425" anchor="t" anchorCtr="0"/>
          <a:lstStyle>
            <a:lvl1pPr marL="457200" marR="0" lvl="0" indent="-381000" algn="l" rtl="0">
              <a:lnSpc>
                <a:spcPct val="100000"/>
              </a:lnSpc>
              <a:spcBef>
                <a:spcPts val="480"/>
              </a:spcBef>
              <a:spcAft>
                <a:spcPts val="0"/>
              </a:spcAft>
              <a:buClr>
                <a:srgbClr val="92D050"/>
              </a:buClr>
              <a:buSzPts val="2400"/>
              <a:buFont typeface="Arial"/>
              <a:buChar char="•"/>
              <a:defRPr sz="2400" b="0" i="0" u="none" strike="noStrike" cap="none">
                <a:solidFill>
                  <a:schemeClr val="lt1"/>
                </a:solidFill>
                <a:latin typeface="Calibri"/>
                <a:ea typeface="Calibri"/>
                <a:cs typeface="Calibri"/>
                <a:sym typeface="Calibri"/>
              </a:defRPr>
            </a:lvl1pPr>
            <a:lvl2pPr marL="914400" marR="0" lvl="1" indent="-355600" algn="l" rtl="0">
              <a:lnSpc>
                <a:spcPct val="100000"/>
              </a:lnSpc>
              <a:spcBef>
                <a:spcPts val="400"/>
              </a:spcBef>
              <a:spcAft>
                <a:spcPts val="0"/>
              </a:spcAft>
              <a:buClr>
                <a:srgbClr val="00B0F0"/>
              </a:buClr>
              <a:buSzPts val="2000"/>
              <a:buFont typeface="Arial"/>
              <a:buChar char="–"/>
              <a:defRPr sz="2000" b="0" i="0" u="none" strike="noStrike" cap="none">
                <a:solidFill>
                  <a:schemeClr val="lt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69" name="Google Shape;69;p11"/>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1"/>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1"/>
          <p:cNvSpPr txBox="1">
            <a:spLocks noGrp="1"/>
          </p:cNvSpPr>
          <p:nvPr>
            <p:ph type="sldNum" idx="12"/>
          </p:nvPr>
        </p:nvSpPr>
        <p:spPr>
          <a:xfrm>
            <a:off x="6553200" y="4767262"/>
            <a:ext cx="2133598" cy="27384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72" name="Google Shape;72;p11"/>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73" name="Google Shape;73;p11"/>
          <p:cNvSpPr txBox="1">
            <a:spLocks noGrp="1"/>
          </p:cNvSpPr>
          <p:nvPr>
            <p:ph type="body" idx="3"/>
          </p:nvPr>
        </p:nvSpPr>
        <p:spPr>
          <a:xfrm>
            <a:off x="323528" y="1151333"/>
            <a:ext cx="4041772" cy="479820"/>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80"/>
              </a:spcBef>
              <a:spcAft>
                <a:spcPts val="0"/>
              </a:spcAft>
              <a:buClr>
                <a:srgbClr val="92D050"/>
              </a:buClr>
              <a:buSzPts val="2800"/>
              <a:buFont typeface="Arial"/>
              <a:buNone/>
              <a:defRPr sz="2400" b="1"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400"/>
              </a:spcBef>
              <a:spcAft>
                <a:spcPts val="0"/>
              </a:spcAft>
              <a:buClr>
                <a:srgbClr val="00B0F0"/>
              </a:buClr>
              <a:buSzPts val="2400"/>
              <a:buFont typeface="Arial"/>
              <a:buNone/>
              <a:defRPr sz="2000" b="1"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lt1"/>
              </a:buClr>
              <a:buSzPts val="2000"/>
              <a:buFont typeface="Arial"/>
              <a:buNone/>
              <a:defRPr sz="1800" b="1"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74" name="Google Shape;74;p11"/>
          <p:cNvSpPr txBox="1">
            <a:spLocks noGrp="1"/>
          </p:cNvSpPr>
          <p:nvPr>
            <p:ph type="body" idx="4"/>
          </p:nvPr>
        </p:nvSpPr>
        <p:spPr>
          <a:xfrm>
            <a:off x="323528" y="1631154"/>
            <a:ext cx="4041772" cy="2963464"/>
          </a:xfrm>
          <a:prstGeom prst="rect">
            <a:avLst/>
          </a:prstGeom>
          <a:noFill/>
          <a:ln>
            <a:noFill/>
          </a:ln>
        </p:spPr>
        <p:txBody>
          <a:bodyPr spcFirstLastPara="1" wrap="square" lIns="91425" tIns="91425" rIns="91425" bIns="91425" anchor="t" anchorCtr="0"/>
          <a:lstStyle>
            <a:lvl1pPr marL="457200" marR="0" lvl="0" indent="-381000" algn="l" rtl="0">
              <a:lnSpc>
                <a:spcPct val="100000"/>
              </a:lnSpc>
              <a:spcBef>
                <a:spcPts val="480"/>
              </a:spcBef>
              <a:spcAft>
                <a:spcPts val="0"/>
              </a:spcAft>
              <a:buClr>
                <a:srgbClr val="92D050"/>
              </a:buClr>
              <a:buSzPts val="2400"/>
              <a:buFont typeface="Arial"/>
              <a:buChar char="•"/>
              <a:defRPr sz="2400" b="0" i="0" u="none" strike="noStrike" cap="none">
                <a:solidFill>
                  <a:schemeClr val="lt1"/>
                </a:solidFill>
                <a:latin typeface="Calibri"/>
                <a:ea typeface="Calibri"/>
                <a:cs typeface="Calibri"/>
                <a:sym typeface="Calibri"/>
              </a:defRPr>
            </a:lvl1pPr>
            <a:lvl2pPr marL="914400" marR="0" lvl="1" indent="-355600" algn="l" rtl="0">
              <a:lnSpc>
                <a:spcPct val="100000"/>
              </a:lnSpc>
              <a:spcBef>
                <a:spcPts val="400"/>
              </a:spcBef>
              <a:spcAft>
                <a:spcPts val="0"/>
              </a:spcAft>
              <a:buClr>
                <a:srgbClr val="00B0F0"/>
              </a:buClr>
              <a:buSzPts val="2000"/>
              <a:buFont typeface="Arial"/>
              <a:buChar char="–"/>
              <a:defRPr sz="2000" b="0" i="0" u="none" strike="noStrike" cap="none">
                <a:solidFill>
                  <a:schemeClr val="lt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5"/>
        <p:cNvGrpSpPr/>
        <p:nvPr/>
      </p:nvGrpSpPr>
      <p:grpSpPr>
        <a:xfrm>
          <a:off x="0" y="0"/>
          <a:ext cx="0" cy="0"/>
          <a:chOff x="0" y="0"/>
          <a:chExt cx="0" cy="0"/>
        </a:xfrm>
      </p:grpSpPr>
      <p:sp>
        <p:nvSpPr>
          <p:cNvPr id="76" name="Google Shape;76;p12"/>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77" name="Google Shape;77;p12"/>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8" name="Google Shape;78;p12"/>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9" name="Google Shape;79;p12"/>
          <p:cNvSpPr txBox="1">
            <a:spLocks noGrp="1"/>
          </p:cNvSpPr>
          <p:nvPr>
            <p:ph type="sldNum" idx="12"/>
          </p:nvPr>
        </p:nvSpPr>
        <p:spPr>
          <a:xfrm>
            <a:off x="6553200" y="4767262"/>
            <a:ext cx="2133598" cy="27384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3"/>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3"/>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3"/>
          <p:cNvSpPr txBox="1">
            <a:spLocks noGrp="1"/>
          </p:cNvSpPr>
          <p:nvPr>
            <p:ph type="sldNum" idx="12"/>
          </p:nvPr>
        </p:nvSpPr>
        <p:spPr>
          <a:xfrm>
            <a:off x="6553200" y="4767262"/>
            <a:ext cx="2133598" cy="27384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4"/>
        <p:cNvGrpSpPr/>
        <p:nvPr/>
      </p:nvGrpSpPr>
      <p:grpSpPr>
        <a:xfrm>
          <a:off x="0" y="0"/>
          <a:ext cx="0" cy="0"/>
          <a:chOff x="0" y="0"/>
          <a:chExt cx="0" cy="0"/>
        </a:xfrm>
      </p:grpSpPr>
      <p:sp>
        <p:nvSpPr>
          <p:cNvPr id="85" name="Google Shape;85;p14"/>
          <p:cNvSpPr txBox="1">
            <a:spLocks noGrp="1"/>
          </p:cNvSpPr>
          <p:nvPr>
            <p:ph type="title"/>
          </p:nvPr>
        </p:nvSpPr>
        <p:spPr>
          <a:xfrm>
            <a:off x="1792288" y="3600450"/>
            <a:ext cx="5486399" cy="425053"/>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86" name="Google Shape;86;p14"/>
          <p:cNvSpPr>
            <a:spLocks noGrp="1"/>
          </p:cNvSpPr>
          <p:nvPr>
            <p:ph type="pic" idx="2"/>
          </p:nvPr>
        </p:nvSpPr>
        <p:spPr>
          <a:xfrm>
            <a:off x="1792288" y="459581"/>
            <a:ext cx="5486399" cy="3086097"/>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640"/>
              </a:spcBef>
              <a:spcAft>
                <a:spcPts val="0"/>
              </a:spcAft>
              <a:buClr>
                <a:srgbClr val="92D050"/>
              </a:buClr>
              <a:buSzPts val="1400"/>
              <a:buFont typeface="Arial"/>
              <a:buNone/>
              <a:defRPr sz="3200" b="0" i="0" u="none" strike="noStrike" cap="none">
                <a:solidFill>
                  <a:schemeClr val="lt1"/>
                </a:solidFill>
                <a:latin typeface="Calibri"/>
                <a:ea typeface="Calibri"/>
                <a:cs typeface="Calibri"/>
                <a:sym typeface="Calibri"/>
              </a:defRPr>
            </a:lvl1pPr>
            <a:lvl2pPr marL="457200" marR="0" lvl="1" indent="0" algn="l" rtl="0">
              <a:lnSpc>
                <a:spcPct val="100000"/>
              </a:lnSpc>
              <a:spcBef>
                <a:spcPts val="560"/>
              </a:spcBef>
              <a:spcAft>
                <a:spcPts val="0"/>
              </a:spcAft>
              <a:buClr>
                <a:srgbClr val="00B0F0"/>
              </a:buClr>
              <a:buSzPts val="1400"/>
              <a:buFont typeface="Arial"/>
              <a:buNone/>
              <a:defRPr sz="2800" b="0" i="0" u="none" strike="noStrike" cap="none">
                <a:solidFill>
                  <a:schemeClr val="lt1"/>
                </a:solidFill>
                <a:latin typeface="Calibri"/>
                <a:ea typeface="Calibri"/>
                <a:cs typeface="Calibri"/>
                <a:sym typeface="Calibri"/>
              </a:defRPr>
            </a:lvl2pPr>
            <a:lvl3pPr marL="914400" marR="0" lvl="2" indent="0" algn="l" rtl="0">
              <a:lnSpc>
                <a:spcPct val="100000"/>
              </a:lnSpc>
              <a:spcBef>
                <a:spcPts val="480"/>
              </a:spcBef>
              <a:spcAft>
                <a:spcPts val="0"/>
              </a:spcAft>
              <a:buClr>
                <a:schemeClr val="lt1"/>
              </a:buClr>
              <a:buSzPts val="1400"/>
              <a:buFont typeface="Arial"/>
              <a:buNone/>
              <a:defRPr sz="2400" b="0" i="0" u="none" strike="noStrike" cap="none">
                <a:solidFill>
                  <a:schemeClr val="lt1"/>
                </a:solidFill>
                <a:latin typeface="Calibri"/>
                <a:ea typeface="Calibri"/>
                <a:cs typeface="Calibri"/>
                <a:sym typeface="Calibri"/>
              </a:defRPr>
            </a:lvl3pPr>
            <a:lvl4pPr marL="1371600" marR="0" lvl="3" indent="0" algn="l" rtl="0">
              <a:lnSpc>
                <a:spcPct val="100000"/>
              </a:lnSpc>
              <a:spcBef>
                <a:spcPts val="400"/>
              </a:spcBef>
              <a:spcAft>
                <a:spcPts val="0"/>
              </a:spcAft>
              <a:buClr>
                <a:schemeClr val="lt1"/>
              </a:buClr>
              <a:buSzPts val="1400"/>
              <a:buFont typeface="Arial"/>
              <a:buNone/>
              <a:defRPr sz="2000" b="0" i="0" u="none" strike="noStrike" cap="none">
                <a:solidFill>
                  <a:schemeClr val="lt1"/>
                </a:solidFill>
                <a:latin typeface="Calibri"/>
                <a:ea typeface="Calibri"/>
                <a:cs typeface="Calibri"/>
                <a:sym typeface="Calibri"/>
              </a:defRPr>
            </a:lvl4pPr>
            <a:lvl5pPr marL="1828800" marR="0" lvl="4" indent="0" algn="l" rtl="0">
              <a:lnSpc>
                <a:spcPct val="100000"/>
              </a:lnSpc>
              <a:spcBef>
                <a:spcPts val="400"/>
              </a:spcBef>
              <a:spcAft>
                <a:spcPts val="0"/>
              </a:spcAft>
              <a:buClr>
                <a:schemeClr val="lt1"/>
              </a:buClr>
              <a:buSzPts val="1400"/>
              <a:buFont typeface="Arial"/>
              <a:buNone/>
              <a:defRPr sz="2000" b="0" i="0" u="none" strike="noStrike" cap="none">
                <a:solidFill>
                  <a:schemeClr val="lt1"/>
                </a:solidFill>
                <a:latin typeface="Calibri"/>
                <a:ea typeface="Calibri"/>
                <a:cs typeface="Calibri"/>
                <a:sym typeface="Calibri"/>
              </a:defRPr>
            </a:lvl5pPr>
            <a:lvl6pPr marL="2286000" marR="0" lvl="5"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87" name="Google Shape;87;p14"/>
          <p:cNvSpPr txBox="1">
            <a:spLocks noGrp="1"/>
          </p:cNvSpPr>
          <p:nvPr>
            <p:ph type="body" idx="1"/>
          </p:nvPr>
        </p:nvSpPr>
        <p:spPr>
          <a:xfrm>
            <a:off x="1792288" y="4025503"/>
            <a:ext cx="5486399" cy="603647"/>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88" name="Google Shape;88;p14"/>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9" name="Google Shape;89;p14"/>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0" name="Google Shape;90;p14"/>
          <p:cNvSpPr txBox="1">
            <a:spLocks noGrp="1"/>
          </p:cNvSpPr>
          <p:nvPr>
            <p:ph type="sldNum" idx="12"/>
          </p:nvPr>
        </p:nvSpPr>
        <p:spPr>
          <a:xfrm>
            <a:off x="6553200" y="4767262"/>
            <a:ext cx="2133598" cy="27384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1"/>
        <p:cNvGrpSpPr/>
        <p:nvPr/>
      </p:nvGrpSpPr>
      <p:grpSpPr>
        <a:xfrm>
          <a:off x="0" y="0"/>
          <a:ext cx="0" cy="0"/>
          <a:chOff x="0" y="0"/>
          <a:chExt cx="0" cy="0"/>
        </a:xfrm>
      </p:grpSpPr>
      <p:sp>
        <p:nvSpPr>
          <p:cNvPr id="92" name="Google Shape;92;p15"/>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93" name="Google Shape;93;p15"/>
          <p:cNvSpPr txBox="1">
            <a:spLocks noGrp="1"/>
          </p:cNvSpPr>
          <p:nvPr>
            <p:ph type="body" idx="1"/>
          </p:nvPr>
        </p:nvSpPr>
        <p:spPr>
          <a:xfrm rot="5400000">
            <a:off x="2703240" y="-1248120"/>
            <a:ext cx="2739750" cy="7499176"/>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94" name="Google Shape;94;p15"/>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5" name="Google Shape;95;p15"/>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6" name="Google Shape;96;p15"/>
          <p:cNvSpPr txBox="1">
            <a:spLocks noGrp="1"/>
          </p:cNvSpPr>
          <p:nvPr>
            <p:ph type="sldNum" idx="12"/>
          </p:nvPr>
        </p:nvSpPr>
        <p:spPr>
          <a:xfrm>
            <a:off x="6553200" y="4767262"/>
            <a:ext cx="2133598" cy="27384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7"/>
        <p:cNvGrpSpPr/>
        <p:nvPr/>
      </p:nvGrpSpPr>
      <p:grpSpPr>
        <a:xfrm>
          <a:off x="0" y="0"/>
          <a:ext cx="0" cy="0"/>
          <a:chOff x="0" y="0"/>
          <a:chExt cx="0" cy="0"/>
        </a:xfrm>
      </p:grpSpPr>
      <p:sp>
        <p:nvSpPr>
          <p:cNvPr id="98" name="Google Shape;98;p16"/>
          <p:cNvSpPr txBox="1">
            <a:spLocks noGrp="1"/>
          </p:cNvSpPr>
          <p:nvPr>
            <p:ph type="title"/>
          </p:nvPr>
        </p:nvSpPr>
        <p:spPr>
          <a:xfrm rot="5400000">
            <a:off x="6012655" y="771525"/>
            <a:ext cx="3290888" cy="20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99" name="Google Shape;99;p16"/>
          <p:cNvSpPr txBox="1">
            <a:spLocks noGrp="1"/>
          </p:cNvSpPr>
          <p:nvPr>
            <p:ph type="body" idx="1"/>
          </p:nvPr>
        </p:nvSpPr>
        <p:spPr>
          <a:xfrm rot="5400000">
            <a:off x="1821655" y="-1209673"/>
            <a:ext cx="3290888" cy="6019798"/>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00" name="Google Shape;100;p16"/>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1" name="Google Shape;101;p16"/>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2" name="Google Shape;102;p16"/>
          <p:cNvSpPr txBox="1">
            <a:spLocks noGrp="1"/>
          </p:cNvSpPr>
          <p:nvPr>
            <p:ph type="sldNum" idx="12"/>
          </p:nvPr>
        </p:nvSpPr>
        <p:spPr>
          <a:xfrm>
            <a:off x="6553200" y="4767262"/>
            <a:ext cx="2133598" cy="27384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8"/>
        <p:cNvGrpSpPr/>
        <p:nvPr/>
      </p:nvGrpSpPr>
      <p:grpSpPr>
        <a:xfrm>
          <a:off x="0" y="0"/>
          <a:ext cx="0" cy="0"/>
          <a:chOff x="0" y="0"/>
          <a:chExt cx="0" cy="0"/>
        </a:xfrm>
      </p:grpSpPr>
      <p:sp>
        <p:nvSpPr>
          <p:cNvPr id="109" name="Google Shape;109;p18"/>
          <p:cNvSpPr txBox="1">
            <a:spLocks noGrp="1"/>
          </p:cNvSpPr>
          <p:nvPr>
            <p:ph type="ctrTitle"/>
          </p:nvPr>
        </p:nvSpPr>
        <p:spPr>
          <a:xfrm>
            <a:off x="755575" y="771550"/>
            <a:ext cx="7632900" cy="17283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48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110" name="Google Shape;110;p18"/>
          <p:cNvSpPr txBox="1">
            <a:spLocks noGrp="1"/>
          </p:cNvSpPr>
          <p:nvPr>
            <p:ph type="subTitle" idx="1"/>
          </p:nvPr>
        </p:nvSpPr>
        <p:spPr>
          <a:xfrm>
            <a:off x="755575" y="2571750"/>
            <a:ext cx="6400800" cy="1314300"/>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560"/>
              </a:spcBef>
              <a:spcAft>
                <a:spcPts val="0"/>
              </a:spcAft>
              <a:buClr>
                <a:srgbClr val="92D050"/>
              </a:buClr>
              <a:buSzPts val="2800"/>
              <a:buFont typeface="Arial"/>
              <a:buNone/>
              <a:defRPr sz="2800" b="0" i="0" u="none" strike="noStrike" cap="none">
                <a:solidFill>
                  <a:schemeClr val="lt1"/>
                </a:solidFill>
                <a:latin typeface="Calibri"/>
                <a:ea typeface="Calibri"/>
                <a:cs typeface="Calibri"/>
                <a:sym typeface="Calibri"/>
              </a:defRPr>
            </a:lvl1pPr>
            <a:lvl2pPr marL="457200" marR="0" lvl="1" indent="0" algn="ctr" rtl="0">
              <a:lnSpc>
                <a:spcPct val="100000"/>
              </a:lnSpc>
              <a:spcBef>
                <a:spcPts val="480"/>
              </a:spcBef>
              <a:spcAft>
                <a:spcPts val="0"/>
              </a:spcAft>
              <a:buClr>
                <a:srgbClr val="00B0F0"/>
              </a:buClr>
              <a:buSzPts val="2400"/>
              <a:buFont typeface="Arial"/>
              <a:buNone/>
              <a:defRPr sz="2400" b="0" i="0" u="none" strike="noStrike" cap="none">
                <a:solidFill>
                  <a:srgbClr val="888888"/>
                </a:solidFill>
                <a:latin typeface="Calibri"/>
                <a:ea typeface="Calibri"/>
                <a:cs typeface="Calibri"/>
                <a:sym typeface="Calibri"/>
              </a:defRPr>
            </a:lvl2pPr>
            <a:lvl3pPr marL="914400" marR="0" lvl="2"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3pPr>
            <a:lvl4pPr marL="1371600" marR="0" lvl="3" indent="0" algn="ctr"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4pPr>
            <a:lvl5pPr marL="1828800" marR="0" lvl="4" indent="0" algn="ctr"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5pPr>
            <a:lvl6pPr marL="2286000" marR="0" lvl="5"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2743200" marR="0" lvl="6"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200400" marR="0" lvl="7"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3657600" marR="0" lvl="8"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111" name="Google Shape;111;p18"/>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2" name="Google Shape;112;p18"/>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3" name="Google Shape;113;p18"/>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4"/>
        <p:cNvGrpSpPr/>
        <p:nvPr/>
      </p:nvGrpSpPr>
      <p:grpSpPr>
        <a:xfrm>
          <a:off x="0" y="0"/>
          <a:ext cx="0" cy="0"/>
          <a:chOff x="0" y="0"/>
          <a:chExt cx="0" cy="0"/>
        </a:xfrm>
      </p:grpSpPr>
      <p:sp>
        <p:nvSpPr>
          <p:cNvPr id="115" name="Google Shape;115;p19"/>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116" name="Google Shape;116;p19"/>
          <p:cNvSpPr txBox="1">
            <a:spLocks noGrp="1"/>
          </p:cNvSpPr>
          <p:nvPr>
            <p:ph type="body" idx="1"/>
          </p:nvPr>
        </p:nvSpPr>
        <p:spPr>
          <a:xfrm>
            <a:off x="323528" y="1200150"/>
            <a:ext cx="8064900" cy="33945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17" name="Google Shape;117;p19"/>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8" name="Google Shape;118;p19"/>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9" name="Google Shape;119;p19"/>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wo Content 1">
  <p:cSld name="Two Content 1">
    <p:bg>
      <p:bgPr>
        <a:blipFill rotWithShape="1">
          <a:blip r:embed="rId2">
            <a:alphaModFix/>
          </a:blip>
          <a:stretch>
            <a:fillRect/>
          </a:stretch>
        </a:blipFill>
        <a:effectLst/>
      </p:bgPr>
    </p:bg>
    <p:spTree>
      <p:nvGrpSpPr>
        <p:cNvPr id="1" name="Shape 120"/>
        <p:cNvGrpSpPr/>
        <p:nvPr/>
      </p:nvGrpSpPr>
      <p:grpSpPr>
        <a:xfrm>
          <a:off x="0" y="0"/>
          <a:ext cx="0" cy="0"/>
          <a:chOff x="0" y="0"/>
          <a:chExt cx="0" cy="0"/>
        </a:xfrm>
      </p:grpSpPr>
      <p:sp>
        <p:nvSpPr>
          <p:cNvPr id="121" name="Google Shape;121;p20"/>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122" name="Google Shape;122;p20"/>
          <p:cNvSpPr txBox="1">
            <a:spLocks noGrp="1"/>
          </p:cNvSpPr>
          <p:nvPr>
            <p:ph type="body" idx="1"/>
          </p:nvPr>
        </p:nvSpPr>
        <p:spPr>
          <a:xfrm>
            <a:off x="323528" y="1203598"/>
            <a:ext cx="4104600"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3" name="Google Shape;123;p20"/>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24" name="Google Shape;124;p20"/>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25" name="Google Shape;125;p20"/>
          <p:cNvSpPr txBox="1">
            <a:spLocks noGrp="1"/>
          </p:cNvSpPr>
          <p:nvPr>
            <p:ph type="sldNum" idx="12"/>
          </p:nvPr>
        </p:nvSpPr>
        <p:spPr>
          <a:xfrm>
            <a:off x="6804247" y="4731989"/>
            <a:ext cx="1944300" cy="2739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126" name="Google Shape;126;p20"/>
          <p:cNvSpPr txBox="1">
            <a:spLocks noGrp="1"/>
          </p:cNvSpPr>
          <p:nvPr>
            <p:ph type="body" idx="2"/>
          </p:nvPr>
        </p:nvSpPr>
        <p:spPr>
          <a:xfrm>
            <a:off x="4582344" y="1203598"/>
            <a:ext cx="4104600"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Content with Caption 1">
  <p:cSld name="Content with Caption 1">
    <p:bg>
      <p:bgPr>
        <a:blipFill rotWithShape="1">
          <a:blip r:embed="rId2">
            <a:alphaModFix/>
          </a:blip>
          <a:stretch>
            <a:fillRect/>
          </a:stretch>
        </a:blipFill>
        <a:effectLst/>
      </p:bgPr>
    </p:bg>
    <p:spTree>
      <p:nvGrpSpPr>
        <p:cNvPr id="1" name="Shape 127"/>
        <p:cNvGrpSpPr/>
        <p:nvPr/>
      </p:nvGrpSpPr>
      <p:grpSpPr>
        <a:xfrm>
          <a:off x="0" y="0"/>
          <a:ext cx="0" cy="0"/>
          <a:chOff x="0" y="0"/>
          <a:chExt cx="0" cy="0"/>
        </a:xfrm>
      </p:grpSpPr>
      <p:sp>
        <p:nvSpPr>
          <p:cNvPr id="128" name="Google Shape;128;p21"/>
          <p:cNvSpPr txBox="1">
            <a:spLocks noGrp="1"/>
          </p:cNvSpPr>
          <p:nvPr>
            <p:ph type="title"/>
          </p:nvPr>
        </p:nvSpPr>
        <p:spPr>
          <a:xfrm>
            <a:off x="457200" y="204787"/>
            <a:ext cx="3008400" cy="871500"/>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129" name="Google Shape;129;p21"/>
          <p:cNvSpPr txBox="1">
            <a:spLocks noGrp="1"/>
          </p:cNvSpPr>
          <p:nvPr>
            <p:ph type="body" idx="1"/>
          </p:nvPr>
        </p:nvSpPr>
        <p:spPr>
          <a:xfrm>
            <a:off x="3575050" y="1076325"/>
            <a:ext cx="5111700" cy="3518400"/>
          </a:xfrm>
          <a:prstGeom prst="rect">
            <a:avLst/>
          </a:prstGeom>
          <a:noFill/>
          <a:ln>
            <a:noFill/>
          </a:ln>
        </p:spPr>
        <p:txBody>
          <a:bodyPr spcFirstLastPara="1" wrap="square" lIns="91425" tIns="91425" rIns="91425" bIns="91425" anchor="t" anchorCtr="0"/>
          <a:lstStyle>
            <a:lvl1pPr marL="457200" marR="0" lvl="0" indent="-431800" algn="l" rtl="0">
              <a:lnSpc>
                <a:spcPct val="100000"/>
              </a:lnSpc>
              <a:spcBef>
                <a:spcPts val="640"/>
              </a:spcBef>
              <a:spcAft>
                <a:spcPts val="0"/>
              </a:spcAft>
              <a:buClr>
                <a:srgbClr val="92D050"/>
              </a:buClr>
              <a:buSzPts val="3200"/>
              <a:buFont typeface="Arial"/>
              <a:buChar char="•"/>
              <a:defRPr sz="3200" b="0"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560"/>
              </a:spcBef>
              <a:spcAft>
                <a:spcPts val="0"/>
              </a:spcAft>
              <a:buClr>
                <a:srgbClr val="00B0F0"/>
              </a:buClr>
              <a:buSzPts val="2800"/>
              <a:buFont typeface="Arial"/>
              <a:buChar char="–"/>
              <a:defRPr sz="2800" b="0" i="0" u="none" strike="noStrike" cap="none">
                <a:solidFill>
                  <a:schemeClr val="lt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0" name="Google Shape;130;p21"/>
          <p:cNvSpPr txBox="1">
            <a:spLocks noGrp="1"/>
          </p:cNvSpPr>
          <p:nvPr>
            <p:ph type="body" idx="2"/>
          </p:nvPr>
        </p:nvSpPr>
        <p:spPr>
          <a:xfrm>
            <a:off x="457200" y="1076325"/>
            <a:ext cx="3008400" cy="35184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131" name="Google Shape;131;p21"/>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32" name="Google Shape;132;p21"/>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33" name="Google Shape;133;p21"/>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34"/>
        <p:cNvGrpSpPr/>
        <p:nvPr/>
      </p:nvGrpSpPr>
      <p:grpSpPr>
        <a:xfrm>
          <a:off x="0" y="0"/>
          <a:ext cx="0" cy="0"/>
          <a:chOff x="0" y="0"/>
          <a:chExt cx="0" cy="0"/>
        </a:xfrm>
      </p:grpSpPr>
      <p:sp>
        <p:nvSpPr>
          <p:cNvPr id="135" name="Google Shape;135;p22"/>
          <p:cNvSpPr txBox="1">
            <a:spLocks noGrp="1"/>
          </p:cNvSpPr>
          <p:nvPr>
            <p:ph type="title"/>
          </p:nvPr>
        </p:nvSpPr>
        <p:spPr>
          <a:xfrm>
            <a:off x="457200" y="204786"/>
            <a:ext cx="3008400" cy="871500"/>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136" name="Google Shape;136;p22"/>
          <p:cNvSpPr txBox="1">
            <a:spLocks noGrp="1"/>
          </p:cNvSpPr>
          <p:nvPr>
            <p:ph type="body" idx="1"/>
          </p:nvPr>
        </p:nvSpPr>
        <p:spPr>
          <a:xfrm>
            <a:off x="3575050" y="1076325"/>
            <a:ext cx="5111700" cy="3518400"/>
          </a:xfrm>
          <a:prstGeom prst="rect">
            <a:avLst/>
          </a:prstGeom>
          <a:noFill/>
          <a:ln>
            <a:noFill/>
          </a:ln>
        </p:spPr>
        <p:txBody>
          <a:bodyPr spcFirstLastPara="1" wrap="square" lIns="91425" tIns="91425" rIns="91425" bIns="91425" anchor="t" anchorCtr="0"/>
          <a:lstStyle>
            <a:lvl1pPr marL="457200" marR="0" lvl="0" indent="-431800" algn="l" rtl="0">
              <a:lnSpc>
                <a:spcPct val="100000"/>
              </a:lnSpc>
              <a:spcBef>
                <a:spcPts val="640"/>
              </a:spcBef>
              <a:spcAft>
                <a:spcPts val="0"/>
              </a:spcAft>
              <a:buClr>
                <a:srgbClr val="92D050"/>
              </a:buClr>
              <a:buSzPts val="3200"/>
              <a:buFont typeface="Arial"/>
              <a:buChar char="•"/>
              <a:defRPr sz="3200" b="0"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560"/>
              </a:spcBef>
              <a:spcAft>
                <a:spcPts val="0"/>
              </a:spcAft>
              <a:buClr>
                <a:srgbClr val="00B0F0"/>
              </a:buClr>
              <a:buSzPts val="2800"/>
              <a:buFont typeface="Arial"/>
              <a:buChar char="–"/>
              <a:defRPr sz="2800" b="0" i="0" u="none" strike="noStrike" cap="none">
                <a:solidFill>
                  <a:schemeClr val="lt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7" name="Google Shape;137;p22"/>
          <p:cNvSpPr txBox="1">
            <a:spLocks noGrp="1"/>
          </p:cNvSpPr>
          <p:nvPr>
            <p:ph type="body" idx="2"/>
          </p:nvPr>
        </p:nvSpPr>
        <p:spPr>
          <a:xfrm>
            <a:off x="457200" y="1076325"/>
            <a:ext cx="3008400" cy="35184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138" name="Google Shape;138;p22"/>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39" name="Google Shape;139;p22"/>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40" name="Google Shape;140;p22"/>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141"/>
        <p:cNvGrpSpPr/>
        <p:nvPr/>
      </p:nvGrpSpPr>
      <p:grpSpPr>
        <a:xfrm>
          <a:off x="0" y="0"/>
          <a:ext cx="0" cy="0"/>
          <a:chOff x="0" y="0"/>
          <a:chExt cx="0" cy="0"/>
        </a:xfrm>
      </p:grpSpPr>
      <p:sp>
        <p:nvSpPr>
          <p:cNvPr id="142" name="Google Shape;142;p23"/>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143" name="Google Shape;143;p23"/>
          <p:cNvSpPr txBox="1">
            <a:spLocks noGrp="1"/>
          </p:cNvSpPr>
          <p:nvPr>
            <p:ph type="body" idx="1"/>
          </p:nvPr>
        </p:nvSpPr>
        <p:spPr>
          <a:xfrm>
            <a:off x="323528" y="1200150"/>
            <a:ext cx="8064900" cy="33945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44" name="Google Shape;144;p23"/>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45" name="Google Shape;145;p23"/>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46" name="Google Shape;146;p23"/>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7"/>
        <p:cNvGrpSpPr/>
        <p:nvPr/>
      </p:nvGrpSpPr>
      <p:grpSpPr>
        <a:xfrm>
          <a:off x="0" y="0"/>
          <a:ext cx="0" cy="0"/>
          <a:chOff x="0" y="0"/>
          <a:chExt cx="0" cy="0"/>
        </a:xfrm>
      </p:grpSpPr>
      <p:sp>
        <p:nvSpPr>
          <p:cNvPr id="148" name="Google Shape;148;p24"/>
          <p:cNvSpPr txBox="1">
            <a:spLocks noGrp="1"/>
          </p:cNvSpPr>
          <p:nvPr>
            <p:ph type="title"/>
          </p:nvPr>
        </p:nvSpPr>
        <p:spPr>
          <a:xfrm>
            <a:off x="467543" y="1608658"/>
            <a:ext cx="7772400" cy="1021500"/>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0"/>
              </a:spcBef>
              <a:spcAft>
                <a:spcPts val="0"/>
              </a:spcAft>
              <a:buClr>
                <a:srgbClr val="00B0F0"/>
              </a:buClr>
              <a:buSzPts val="1400"/>
              <a:buFont typeface="Calibri"/>
              <a:buNone/>
              <a:defRPr sz="4000" b="1"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149" name="Google Shape;149;p24"/>
          <p:cNvSpPr txBox="1">
            <a:spLocks noGrp="1"/>
          </p:cNvSpPr>
          <p:nvPr>
            <p:ph type="body" idx="1"/>
          </p:nvPr>
        </p:nvSpPr>
        <p:spPr>
          <a:xfrm>
            <a:off x="467543" y="483518"/>
            <a:ext cx="7772400" cy="1125000"/>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00"/>
              </a:spcBef>
              <a:spcAft>
                <a:spcPts val="0"/>
              </a:spcAft>
              <a:buClr>
                <a:srgbClr val="92D050"/>
              </a:buClr>
              <a:buSzPts val="2800"/>
              <a:buFont typeface="Arial"/>
              <a:buNone/>
              <a:defRPr sz="2000" b="0" i="0" u="none" strike="noStrike" cap="none">
                <a:solidFill>
                  <a:srgbClr val="888888"/>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B0F0"/>
              </a:buClr>
              <a:buSzPts val="2400"/>
              <a:buFont typeface="Arial"/>
              <a:buNone/>
              <a:defRPr sz="1800" b="0" i="0" u="none" strike="noStrike" cap="none">
                <a:solidFill>
                  <a:srgbClr val="888888"/>
                </a:solidFill>
                <a:latin typeface="Calibri"/>
                <a:ea typeface="Calibri"/>
                <a:cs typeface="Calibri"/>
                <a:sym typeface="Calibri"/>
              </a:defRPr>
            </a:lvl2pPr>
            <a:lvl3pPr marL="1371600" marR="0" lvl="2" indent="-228600" algn="l" rtl="0">
              <a:lnSpc>
                <a:spcPct val="100000"/>
              </a:lnSpc>
              <a:spcBef>
                <a:spcPts val="320"/>
              </a:spcBef>
              <a:spcAft>
                <a:spcPts val="0"/>
              </a:spcAft>
              <a:buClr>
                <a:srgbClr val="888888"/>
              </a:buClr>
              <a:buSzPts val="2000"/>
              <a:buFont typeface="Arial"/>
              <a:buNone/>
              <a:defRPr sz="1600" b="0" i="0" u="none" strike="noStrike" cap="none">
                <a:solidFill>
                  <a:srgbClr val="888888"/>
                </a:solidFill>
                <a:latin typeface="Calibri"/>
                <a:ea typeface="Calibri"/>
                <a:cs typeface="Calibri"/>
                <a:sym typeface="Calibri"/>
              </a:defRPr>
            </a:lvl3pPr>
            <a:lvl4pPr marL="1828800" marR="0" lvl="3" indent="-228600" algn="l" rtl="0">
              <a:lnSpc>
                <a:spcPct val="100000"/>
              </a:lnSpc>
              <a:spcBef>
                <a:spcPts val="280"/>
              </a:spcBef>
              <a:spcAft>
                <a:spcPts val="0"/>
              </a:spcAft>
              <a:buClr>
                <a:srgbClr val="888888"/>
              </a:buClr>
              <a:buSzPts val="1800"/>
              <a:buFont typeface="Arial"/>
              <a:buNone/>
              <a:defRPr sz="1400" b="0" i="0" u="none" strike="noStrike" cap="none">
                <a:solidFill>
                  <a:srgbClr val="888888"/>
                </a:solidFill>
                <a:latin typeface="Calibri"/>
                <a:ea typeface="Calibri"/>
                <a:cs typeface="Calibri"/>
                <a:sym typeface="Calibri"/>
              </a:defRPr>
            </a:lvl4pPr>
            <a:lvl5pPr marL="2286000" marR="0" lvl="4" indent="-228600" algn="l" rtl="0">
              <a:lnSpc>
                <a:spcPct val="100000"/>
              </a:lnSpc>
              <a:spcBef>
                <a:spcPts val="280"/>
              </a:spcBef>
              <a:spcAft>
                <a:spcPts val="0"/>
              </a:spcAft>
              <a:buClr>
                <a:srgbClr val="888888"/>
              </a:buClr>
              <a:buSzPts val="1800"/>
              <a:buFont typeface="Arial"/>
              <a:buNone/>
              <a:defRPr sz="1400" b="0" i="0" u="none" strike="noStrike" cap="none">
                <a:solidFill>
                  <a:srgbClr val="888888"/>
                </a:solidFill>
                <a:latin typeface="Calibri"/>
                <a:ea typeface="Calibri"/>
                <a:cs typeface="Calibri"/>
                <a:sym typeface="Calibri"/>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9pPr>
          </a:lstStyle>
          <a:p>
            <a:endParaRPr/>
          </a:p>
        </p:txBody>
      </p:sp>
      <p:sp>
        <p:nvSpPr>
          <p:cNvPr id="150" name="Google Shape;150;p24"/>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51" name="Google Shape;151;p24"/>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52" name="Google Shape;152;p24"/>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153"/>
        <p:cNvGrpSpPr/>
        <p:nvPr/>
      </p:nvGrpSpPr>
      <p:grpSpPr>
        <a:xfrm>
          <a:off x="0" y="0"/>
          <a:ext cx="0" cy="0"/>
          <a:chOff x="0" y="0"/>
          <a:chExt cx="0" cy="0"/>
        </a:xfrm>
      </p:grpSpPr>
      <p:sp>
        <p:nvSpPr>
          <p:cNvPr id="154" name="Google Shape;154;p25"/>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155" name="Google Shape;155;p25"/>
          <p:cNvSpPr txBox="1">
            <a:spLocks noGrp="1"/>
          </p:cNvSpPr>
          <p:nvPr>
            <p:ph type="body" idx="1"/>
          </p:nvPr>
        </p:nvSpPr>
        <p:spPr>
          <a:xfrm>
            <a:off x="323528" y="1203598"/>
            <a:ext cx="4104600"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56" name="Google Shape;156;p25"/>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57" name="Google Shape;157;p25"/>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58" name="Google Shape;158;p25"/>
          <p:cNvSpPr txBox="1">
            <a:spLocks noGrp="1"/>
          </p:cNvSpPr>
          <p:nvPr>
            <p:ph type="sldNum" idx="12"/>
          </p:nvPr>
        </p:nvSpPr>
        <p:spPr>
          <a:xfrm>
            <a:off x="6804247" y="4731989"/>
            <a:ext cx="1944300" cy="2739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159" name="Google Shape;159;p25"/>
          <p:cNvSpPr txBox="1">
            <a:spLocks noGrp="1"/>
          </p:cNvSpPr>
          <p:nvPr>
            <p:ph type="body" idx="2"/>
          </p:nvPr>
        </p:nvSpPr>
        <p:spPr>
          <a:xfrm>
            <a:off x="4582344" y="1203598"/>
            <a:ext cx="4104600"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Blank 1">
  <p:cSld name="Blank 1">
    <p:spTree>
      <p:nvGrpSpPr>
        <p:cNvPr id="1" name="Shape 160"/>
        <p:cNvGrpSpPr/>
        <p:nvPr/>
      </p:nvGrpSpPr>
      <p:grpSpPr>
        <a:xfrm>
          <a:off x="0" y="0"/>
          <a:ext cx="0" cy="0"/>
          <a:chOff x="0" y="0"/>
          <a:chExt cx="0" cy="0"/>
        </a:xfrm>
      </p:grpSpPr>
      <p:sp>
        <p:nvSpPr>
          <p:cNvPr id="161" name="Google Shape;161;p26"/>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62" name="Google Shape;162;p26"/>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63" name="Google Shape;163;p26"/>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164"/>
        <p:cNvGrpSpPr/>
        <p:nvPr/>
      </p:nvGrpSpPr>
      <p:grpSpPr>
        <a:xfrm>
          <a:off x="0" y="0"/>
          <a:ext cx="0" cy="0"/>
          <a:chOff x="0" y="0"/>
          <a:chExt cx="0" cy="0"/>
        </a:xfrm>
      </p:grpSpPr>
      <p:sp>
        <p:nvSpPr>
          <p:cNvPr id="165" name="Google Shape;165;p27"/>
          <p:cNvSpPr txBox="1">
            <a:spLocks noGrp="1"/>
          </p:cNvSpPr>
          <p:nvPr>
            <p:ph type="body" idx="1"/>
          </p:nvPr>
        </p:nvSpPr>
        <p:spPr>
          <a:xfrm>
            <a:off x="4645026" y="1151334"/>
            <a:ext cx="4041900" cy="479700"/>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80"/>
              </a:spcBef>
              <a:spcAft>
                <a:spcPts val="0"/>
              </a:spcAft>
              <a:buClr>
                <a:srgbClr val="92D050"/>
              </a:buClr>
              <a:buSzPts val="2800"/>
              <a:buFont typeface="Arial"/>
              <a:buNone/>
              <a:defRPr sz="2400" b="1"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400"/>
              </a:spcBef>
              <a:spcAft>
                <a:spcPts val="0"/>
              </a:spcAft>
              <a:buClr>
                <a:srgbClr val="00B0F0"/>
              </a:buClr>
              <a:buSzPts val="2400"/>
              <a:buFont typeface="Arial"/>
              <a:buNone/>
              <a:defRPr sz="2000" b="1"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lt1"/>
              </a:buClr>
              <a:buSzPts val="2000"/>
              <a:buFont typeface="Arial"/>
              <a:buNone/>
              <a:defRPr sz="1800" b="1"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166" name="Google Shape;166;p27"/>
          <p:cNvSpPr txBox="1">
            <a:spLocks noGrp="1"/>
          </p:cNvSpPr>
          <p:nvPr>
            <p:ph type="body" idx="2"/>
          </p:nvPr>
        </p:nvSpPr>
        <p:spPr>
          <a:xfrm>
            <a:off x="4645026" y="1631155"/>
            <a:ext cx="4041900" cy="2963400"/>
          </a:xfrm>
          <a:prstGeom prst="rect">
            <a:avLst/>
          </a:prstGeom>
          <a:noFill/>
          <a:ln>
            <a:noFill/>
          </a:ln>
        </p:spPr>
        <p:txBody>
          <a:bodyPr spcFirstLastPara="1" wrap="square" lIns="91425" tIns="91425" rIns="91425" bIns="91425" anchor="t" anchorCtr="0"/>
          <a:lstStyle>
            <a:lvl1pPr marL="457200" marR="0" lvl="0" indent="-381000" algn="l" rtl="0">
              <a:lnSpc>
                <a:spcPct val="100000"/>
              </a:lnSpc>
              <a:spcBef>
                <a:spcPts val="480"/>
              </a:spcBef>
              <a:spcAft>
                <a:spcPts val="0"/>
              </a:spcAft>
              <a:buClr>
                <a:srgbClr val="92D050"/>
              </a:buClr>
              <a:buSzPts val="2400"/>
              <a:buFont typeface="Arial"/>
              <a:buChar char="•"/>
              <a:defRPr sz="2400" b="0" i="0" u="none" strike="noStrike" cap="none">
                <a:solidFill>
                  <a:schemeClr val="lt1"/>
                </a:solidFill>
                <a:latin typeface="Calibri"/>
                <a:ea typeface="Calibri"/>
                <a:cs typeface="Calibri"/>
                <a:sym typeface="Calibri"/>
              </a:defRPr>
            </a:lvl1pPr>
            <a:lvl2pPr marL="914400" marR="0" lvl="1" indent="-355600" algn="l" rtl="0">
              <a:lnSpc>
                <a:spcPct val="100000"/>
              </a:lnSpc>
              <a:spcBef>
                <a:spcPts val="400"/>
              </a:spcBef>
              <a:spcAft>
                <a:spcPts val="0"/>
              </a:spcAft>
              <a:buClr>
                <a:srgbClr val="00B0F0"/>
              </a:buClr>
              <a:buSzPts val="2000"/>
              <a:buFont typeface="Arial"/>
              <a:buChar char="–"/>
              <a:defRPr sz="2000" b="0" i="0" u="none" strike="noStrike" cap="none">
                <a:solidFill>
                  <a:schemeClr val="lt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167" name="Google Shape;167;p27"/>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68" name="Google Shape;168;p27"/>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69" name="Google Shape;169;p27"/>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170" name="Google Shape;170;p27"/>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171" name="Google Shape;171;p27"/>
          <p:cNvSpPr txBox="1">
            <a:spLocks noGrp="1"/>
          </p:cNvSpPr>
          <p:nvPr>
            <p:ph type="body" idx="3"/>
          </p:nvPr>
        </p:nvSpPr>
        <p:spPr>
          <a:xfrm>
            <a:off x="323528" y="1151334"/>
            <a:ext cx="4041900" cy="479700"/>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80"/>
              </a:spcBef>
              <a:spcAft>
                <a:spcPts val="0"/>
              </a:spcAft>
              <a:buClr>
                <a:srgbClr val="92D050"/>
              </a:buClr>
              <a:buSzPts val="2800"/>
              <a:buFont typeface="Arial"/>
              <a:buNone/>
              <a:defRPr sz="2400" b="1"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400"/>
              </a:spcBef>
              <a:spcAft>
                <a:spcPts val="0"/>
              </a:spcAft>
              <a:buClr>
                <a:srgbClr val="00B0F0"/>
              </a:buClr>
              <a:buSzPts val="2400"/>
              <a:buFont typeface="Arial"/>
              <a:buNone/>
              <a:defRPr sz="2000" b="1"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lt1"/>
              </a:buClr>
              <a:buSzPts val="2000"/>
              <a:buFont typeface="Arial"/>
              <a:buNone/>
              <a:defRPr sz="1800" b="1"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172" name="Google Shape;172;p27"/>
          <p:cNvSpPr txBox="1">
            <a:spLocks noGrp="1"/>
          </p:cNvSpPr>
          <p:nvPr>
            <p:ph type="body" idx="4"/>
          </p:nvPr>
        </p:nvSpPr>
        <p:spPr>
          <a:xfrm>
            <a:off x="323528" y="1631155"/>
            <a:ext cx="4041900" cy="2963400"/>
          </a:xfrm>
          <a:prstGeom prst="rect">
            <a:avLst/>
          </a:prstGeom>
          <a:noFill/>
          <a:ln>
            <a:noFill/>
          </a:ln>
        </p:spPr>
        <p:txBody>
          <a:bodyPr spcFirstLastPara="1" wrap="square" lIns="91425" tIns="91425" rIns="91425" bIns="91425" anchor="t" anchorCtr="0"/>
          <a:lstStyle>
            <a:lvl1pPr marL="457200" marR="0" lvl="0" indent="-381000" algn="l" rtl="0">
              <a:lnSpc>
                <a:spcPct val="100000"/>
              </a:lnSpc>
              <a:spcBef>
                <a:spcPts val="480"/>
              </a:spcBef>
              <a:spcAft>
                <a:spcPts val="0"/>
              </a:spcAft>
              <a:buClr>
                <a:srgbClr val="92D050"/>
              </a:buClr>
              <a:buSzPts val="2400"/>
              <a:buFont typeface="Arial"/>
              <a:buChar char="•"/>
              <a:defRPr sz="2400" b="0" i="0" u="none" strike="noStrike" cap="none">
                <a:solidFill>
                  <a:schemeClr val="lt1"/>
                </a:solidFill>
                <a:latin typeface="Calibri"/>
                <a:ea typeface="Calibri"/>
                <a:cs typeface="Calibri"/>
                <a:sym typeface="Calibri"/>
              </a:defRPr>
            </a:lvl1pPr>
            <a:lvl2pPr marL="914400" marR="0" lvl="1" indent="-355600" algn="l" rtl="0">
              <a:lnSpc>
                <a:spcPct val="100000"/>
              </a:lnSpc>
              <a:spcBef>
                <a:spcPts val="400"/>
              </a:spcBef>
              <a:spcAft>
                <a:spcPts val="0"/>
              </a:spcAft>
              <a:buClr>
                <a:srgbClr val="00B0F0"/>
              </a:buClr>
              <a:buSzPts val="2000"/>
              <a:buFont typeface="Arial"/>
              <a:buChar char="–"/>
              <a:defRPr sz="2000" b="0" i="0" u="none" strike="noStrike" cap="none">
                <a:solidFill>
                  <a:schemeClr val="lt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73"/>
        <p:cNvGrpSpPr/>
        <p:nvPr/>
      </p:nvGrpSpPr>
      <p:grpSpPr>
        <a:xfrm>
          <a:off x="0" y="0"/>
          <a:ext cx="0" cy="0"/>
          <a:chOff x="0" y="0"/>
          <a:chExt cx="0" cy="0"/>
        </a:xfrm>
      </p:grpSpPr>
      <p:sp>
        <p:nvSpPr>
          <p:cNvPr id="174" name="Google Shape;174;p28"/>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175" name="Google Shape;175;p28"/>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76" name="Google Shape;176;p28"/>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77" name="Google Shape;177;p28"/>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78"/>
        <p:cNvGrpSpPr/>
        <p:nvPr/>
      </p:nvGrpSpPr>
      <p:grpSpPr>
        <a:xfrm>
          <a:off x="0" y="0"/>
          <a:ext cx="0" cy="0"/>
          <a:chOff x="0" y="0"/>
          <a:chExt cx="0" cy="0"/>
        </a:xfrm>
      </p:grpSpPr>
      <p:sp>
        <p:nvSpPr>
          <p:cNvPr id="179" name="Google Shape;179;p29"/>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80" name="Google Shape;180;p29"/>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81" name="Google Shape;181;p29"/>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82"/>
        <p:cNvGrpSpPr/>
        <p:nvPr/>
      </p:nvGrpSpPr>
      <p:grpSpPr>
        <a:xfrm>
          <a:off x="0" y="0"/>
          <a:ext cx="0" cy="0"/>
          <a:chOff x="0" y="0"/>
          <a:chExt cx="0" cy="0"/>
        </a:xfrm>
      </p:grpSpPr>
      <p:sp>
        <p:nvSpPr>
          <p:cNvPr id="183" name="Google Shape;183;p30"/>
          <p:cNvSpPr txBox="1">
            <a:spLocks noGrp="1"/>
          </p:cNvSpPr>
          <p:nvPr>
            <p:ph type="title"/>
          </p:nvPr>
        </p:nvSpPr>
        <p:spPr>
          <a:xfrm>
            <a:off x="1792288" y="3600450"/>
            <a:ext cx="5486400" cy="425100"/>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184" name="Google Shape;184;p30"/>
          <p:cNvSpPr>
            <a:spLocks noGrp="1"/>
          </p:cNvSpPr>
          <p:nvPr>
            <p:ph type="pic" idx="2"/>
          </p:nvPr>
        </p:nvSpPr>
        <p:spPr>
          <a:xfrm>
            <a:off x="1792288" y="459581"/>
            <a:ext cx="5486400" cy="3086100"/>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640"/>
              </a:spcBef>
              <a:spcAft>
                <a:spcPts val="0"/>
              </a:spcAft>
              <a:buClr>
                <a:srgbClr val="92D050"/>
              </a:buClr>
              <a:buSzPts val="1400"/>
              <a:buFont typeface="Arial"/>
              <a:buNone/>
              <a:defRPr sz="3200" b="0" i="0" u="none" strike="noStrike" cap="none">
                <a:solidFill>
                  <a:schemeClr val="lt1"/>
                </a:solidFill>
                <a:latin typeface="Calibri"/>
                <a:ea typeface="Calibri"/>
                <a:cs typeface="Calibri"/>
                <a:sym typeface="Calibri"/>
              </a:defRPr>
            </a:lvl1pPr>
            <a:lvl2pPr marL="457200" marR="0" lvl="1" indent="0" algn="l" rtl="0">
              <a:lnSpc>
                <a:spcPct val="100000"/>
              </a:lnSpc>
              <a:spcBef>
                <a:spcPts val="560"/>
              </a:spcBef>
              <a:spcAft>
                <a:spcPts val="0"/>
              </a:spcAft>
              <a:buClr>
                <a:srgbClr val="00B0F0"/>
              </a:buClr>
              <a:buSzPts val="1400"/>
              <a:buFont typeface="Arial"/>
              <a:buNone/>
              <a:defRPr sz="2800" b="0" i="0" u="none" strike="noStrike" cap="none">
                <a:solidFill>
                  <a:schemeClr val="lt1"/>
                </a:solidFill>
                <a:latin typeface="Calibri"/>
                <a:ea typeface="Calibri"/>
                <a:cs typeface="Calibri"/>
                <a:sym typeface="Calibri"/>
              </a:defRPr>
            </a:lvl2pPr>
            <a:lvl3pPr marL="914400" marR="0" lvl="2" indent="0" algn="l" rtl="0">
              <a:lnSpc>
                <a:spcPct val="100000"/>
              </a:lnSpc>
              <a:spcBef>
                <a:spcPts val="480"/>
              </a:spcBef>
              <a:spcAft>
                <a:spcPts val="0"/>
              </a:spcAft>
              <a:buClr>
                <a:schemeClr val="lt1"/>
              </a:buClr>
              <a:buSzPts val="1400"/>
              <a:buFont typeface="Arial"/>
              <a:buNone/>
              <a:defRPr sz="2400" b="0" i="0" u="none" strike="noStrike" cap="none">
                <a:solidFill>
                  <a:schemeClr val="lt1"/>
                </a:solidFill>
                <a:latin typeface="Calibri"/>
                <a:ea typeface="Calibri"/>
                <a:cs typeface="Calibri"/>
                <a:sym typeface="Calibri"/>
              </a:defRPr>
            </a:lvl3pPr>
            <a:lvl4pPr marL="1371600" marR="0" lvl="3" indent="0" algn="l" rtl="0">
              <a:lnSpc>
                <a:spcPct val="100000"/>
              </a:lnSpc>
              <a:spcBef>
                <a:spcPts val="400"/>
              </a:spcBef>
              <a:spcAft>
                <a:spcPts val="0"/>
              </a:spcAft>
              <a:buClr>
                <a:schemeClr val="lt1"/>
              </a:buClr>
              <a:buSzPts val="1400"/>
              <a:buFont typeface="Arial"/>
              <a:buNone/>
              <a:defRPr sz="2000" b="0" i="0" u="none" strike="noStrike" cap="none">
                <a:solidFill>
                  <a:schemeClr val="lt1"/>
                </a:solidFill>
                <a:latin typeface="Calibri"/>
                <a:ea typeface="Calibri"/>
                <a:cs typeface="Calibri"/>
                <a:sym typeface="Calibri"/>
              </a:defRPr>
            </a:lvl4pPr>
            <a:lvl5pPr marL="1828800" marR="0" lvl="4" indent="0" algn="l" rtl="0">
              <a:lnSpc>
                <a:spcPct val="100000"/>
              </a:lnSpc>
              <a:spcBef>
                <a:spcPts val="400"/>
              </a:spcBef>
              <a:spcAft>
                <a:spcPts val="0"/>
              </a:spcAft>
              <a:buClr>
                <a:schemeClr val="lt1"/>
              </a:buClr>
              <a:buSzPts val="1400"/>
              <a:buFont typeface="Arial"/>
              <a:buNone/>
              <a:defRPr sz="2000" b="0" i="0" u="none" strike="noStrike" cap="none">
                <a:solidFill>
                  <a:schemeClr val="lt1"/>
                </a:solidFill>
                <a:latin typeface="Calibri"/>
                <a:ea typeface="Calibri"/>
                <a:cs typeface="Calibri"/>
                <a:sym typeface="Calibri"/>
              </a:defRPr>
            </a:lvl5pPr>
            <a:lvl6pPr marL="2286000" marR="0" lvl="5"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185" name="Google Shape;185;p30"/>
          <p:cNvSpPr txBox="1">
            <a:spLocks noGrp="1"/>
          </p:cNvSpPr>
          <p:nvPr>
            <p:ph type="body" idx="1"/>
          </p:nvPr>
        </p:nvSpPr>
        <p:spPr>
          <a:xfrm>
            <a:off x="1792288" y="4025503"/>
            <a:ext cx="5486400" cy="6036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186" name="Google Shape;186;p30"/>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87" name="Google Shape;187;p30"/>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88" name="Google Shape;188;p30"/>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89"/>
        <p:cNvGrpSpPr/>
        <p:nvPr/>
      </p:nvGrpSpPr>
      <p:grpSpPr>
        <a:xfrm>
          <a:off x="0" y="0"/>
          <a:ext cx="0" cy="0"/>
          <a:chOff x="0" y="0"/>
          <a:chExt cx="0" cy="0"/>
        </a:xfrm>
      </p:grpSpPr>
      <p:sp>
        <p:nvSpPr>
          <p:cNvPr id="190" name="Google Shape;190;p31"/>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191" name="Google Shape;191;p31"/>
          <p:cNvSpPr txBox="1">
            <a:spLocks noGrp="1"/>
          </p:cNvSpPr>
          <p:nvPr>
            <p:ph type="body" idx="1"/>
          </p:nvPr>
        </p:nvSpPr>
        <p:spPr>
          <a:xfrm rot="5400000">
            <a:off x="2703203" y="-1248009"/>
            <a:ext cx="2739900" cy="74991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92" name="Google Shape;192;p31"/>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93" name="Google Shape;193;p31"/>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94" name="Google Shape;194;p31"/>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95"/>
        <p:cNvGrpSpPr/>
        <p:nvPr/>
      </p:nvGrpSpPr>
      <p:grpSpPr>
        <a:xfrm>
          <a:off x="0" y="0"/>
          <a:ext cx="0" cy="0"/>
          <a:chOff x="0" y="0"/>
          <a:chExt cx="0" cy="0"/>
        </a:xfrm>
      </p:grpSpPr>
      <p:sp>
        <p:nvSpPr>
          <p:cNvPr id="196" name="Google Shape;196;p32"/>
          <p:cNvSpPr txBox="1">
            <a:spLocks noGrp="1"/>
          </p:cNvSpPr>
          <p:nvPr>
            <p:ph type="title"/>
          </p:nvPr>
        </p:nvSpPr>
        <p:spPr>
          <a:xfrm rot="5400000">
            <a:off x="6012599" y="771581"/>
            <a:ext cx="3291000" cy="20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197" name="Google Shape;197;p32"/>
          <p:cNvSpPr txBox="1">
            <a:spLocks noGrp="1"/>
          </p:cNvSpPr>
          <p:nvPr>
            <p:ph type="body" idx="1"/>
          </p:nvPr>
        </p:nvSpPr>
        <p:spPr>
          <a:xfrm rot="5400000">
            <a:off x="1821600" y="-1209619"/>
            <a:ext cx="3291000" cy="60198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98" name="Google Shape;198;p32"/>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99" name="Google Shape;199;p32"/>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00" name="Google Shape;200;p32"/>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image" Target="../media/image1.jpeg"/><Relationship Id="rId2" Type="http://schemas.openxmlformats.org/officeDocument/2006/relationships/slideLayout" Target="../slideLayouts/slideLayout17.xml"/><Relationship Id="rId16" Type="http://schemas.openxmlformats.org/officeDocument/2006/relationships/theme" Target="../theme/theme2.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slideLayout" Target="../slideLayouts/slideLayout43.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2" Type="http://schemas.openxmlformats.org/officeDocument/2006/relationships/slideLayout" Target="../slideLayouts/slideLayout32.xml"/><Relationship Id="rId16" Type="http://schemas.openxmlformats.org/officeDocument/2006/relationships/image" Target="../media/image1.jpeg"/><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5" Type="http://schemas.openxmlformats.org/officeDocument/2006/relationships/theme" Target="../theme/theme3.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slideLayout" Target="../slideLayouts/slideLayout4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slideLayout" Target="../slideLayouts/slideLayout57.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2" Type="http://schemas.openxmlformats.org/officeDocument/2006/relationships/slideLayout" Target="../slideLayouts/slideLayout46.xml"/><Relationship Id="rId16" Type="http://schemas.openxmlformats.org/officeDocument/2006/relationships/image" Target="../media/image1.jpeg"/><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theme" Target="../theme/theme4.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slideLayout" Target="../slideLayouts/slideLayout5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6.xml"/><Relationship Id="rId13" Type="http://schemas.openxmlformats.org/officeDocument/2006/relationships/slideLayout" Target="../slideLayouts/slideLayout71.xml"/><Relationship Id="rId3" Type="http://schemas.openxmlformats.org/officeDocument/2006/relationships/slideLayout" Target="../slideLayouts/slideLayout61.xml"/><Relationship Id="rId7" Type="http://schemas.openxmlformats.org/officeDocument/2006/relationships/slideLayout" Target="../slideLayouts/slideLayout65.xml"/><Relationship Id="rId12" Type="http://schemas.openxmlformats.org/officeDocument/2006/relationships/slideLayout" Target="../slideLayouts/slideLayout70.xml"/><Relationship Id="rId17" Type="http://schemas.openxmlformats.org/officeDocument/2006/relationships/image" Target="../media/image1.jpeg"/><Relationship Id="rId2" Type="http://schemas.openxmlformats.org/officeDocument/2006/relationships/slideLayout" Target="../slideLayouts/slideLayout60.xml"/><Relationship Id="rId16" Type="http://schemas.openxmlformats.org/officeDocument/2006/relationships/theme" Target="../theme/theme5.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slideLayout" Target="../slideLayouts/slideLayout69.xml"/><Relationship Id="rId5" Type="http://schemas.openxmlformats.org/officeDocument/2006/relationships/slideLayout" Target="../slideLayouts/slideLayout63.xml"/><Relationship Id="rId15" Type="http://schemas.openxmlformats.org/officeDocument/2006/relationships/slideLayout" Target="../slideLayouts/slideLayout73.xml"/><Relationship Id="rId10" Type="http://schemas.openxmlformats.org/officeDocument/2006/relationships/slideLayout" Target="../slideLayouts/slideLayout68.xml"/><Relationship Id="rId4" Type="http://schemas.openxmlformats.org/officeDocument/2006/relationships/slideLayout" Target="../slideLayouts/slideLayout62.xml"/><Relationship Id="rId9" Type="http://schemas.openxmlformats.org/officeDocument/2006/relationships/slideLayout" Target="../slideLayouts/slideLayout67.xml"/><Relationship Id="rId14" Type="http://schemas.openxmlformats.org/officeDocument/2006/relationships/slideLayout" Target="../slideLayouts/slideLayout7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7">
            <a:alphaModFix/>
          </a:blip>
          <a:stretch>
            <a:fillRect/>
          </a:stretch>
        </a:blip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23528" y="1200150"/>
            <a:ext cx="8363272" cy="3394472"/>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R="0" lvl="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R="0" lvl="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1">
          <a:blip r:embed="rId17">
            <a:alphaModFix/>
          </a:blip>
          <a:stretch>
            <a:fillRect/>
          </a:stretch>
        </a:blipFill>
        <a:effectLst/>
      </p:bgPr>
    </p:bg>
    <p:spTree>
      <p:nvGrpSpPr>
        <p:cNvPr id="1" name="Shape 148"/>
        <p:cNvGrpSpPr/>
        <p:nvPr/>
      </p:nvGrpSpPr>
      <p:grpSpPr>
        <a:xfrm>
          <a:off x="0" y="0"/>
          <a:ext cx="0" cy="0"/>
          <a:chOff x="0" y="0"/>
          <a:chExt cx="0" cy="0"/>
        </a:xfrm>
      </p:grpSpPr>
      <p:sp>
        <p:nvSpPr>
          <p:cNvPr id="149" name="Google Shape;149;p29"/>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150" name="Google Shape;150;p29"/>
          <p:cNvSpPr txBox="1">
            <a:spLocks noGrp="1"/>
          </p:cNvSpPr>
          <p:nvPr>
            <p:ph type="body" idx="1"/>
          </p:nvPr>
        </p:nvSpPr>
        <p:spPr>
          <a:xfrm>
            <a:off x="323528" y="1200150"/>
            <a:ext cx="8363400" cy="33945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51" name="Google Shape;151;p29"/>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52" name="Google Shape;152;p29"/>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1">
          <a:blip r:embed="rId16">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7" name="Google Shape;7;p1"/>
          <p:cNvSpPr txBox="1">
            <a:spLocks noGrp="1"/>
          </p:cNvSpPr>
          <p:nvPr>
            <p:ph type="body" idx="1"/>
          </p:nvPr>
        </p:nvSpPr>
        <p:spPr>
          <a:xfrm>
            <a:off x="323528" y="1200150"/>
            <a:ext cx="8363272" cy="3394472"/>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93" r:id="rId12"/>
    <p:sldLayoutId id="2147483694" r:id="rId13"/>
    <p:sldLayoutId id="2147483695"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rotWithShape="1">
          <a:blip r:embed="rId16">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7" name="Google Shape;7;p1"/>
          <p:cNvSpPr txBox="1">
            <a:spLocks noGrp="1"/>
          </p:cNvSpPr>
          <p:nvPr>
            <p:ph type="body" idx="1"/>
          </p:nvPr>
        </p:nvSpPr>
        <p:spPr>
          <a:xfrm>
            <a:off x="323528" y="1200150"/>
            <a:ext cx="8363272" cy="3394472"/>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rotWithShape="1">
          <a:blip r:embed="rId17">
            <a:alphaModFix/>
          </a:blip>
          <a:stretch>
            <a:fillRect/>
          </a:stretch>
        </a:blipFill>
        <a:effectLst/>
      </p:bgPr>
    </p:bg>
    <p:spTree>
      <p:nvGrpSpPr>
        <p:cNvPr id="1" name="Shape 103"/>
        <p:cNvGrpSpPr/>
        <p:nvPr/>
      </p:nvGrpSpPr>
      <p:grpSpPr>
        <a:xfrm>
          <a:off x="0" y="0"/>
          <a:ext cx="0" cy="0"/>
          <a:chOff x="0" y="0"/>
          <a:chExt cx="0" cy="0"/>
        </a:xfrm>
      </p:grpSpPr>
      <p:sp>
        <p:nvSpPr>
          <p:cNvPr id="104" name="Google Shape;104;p17"/>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105" name="Google Shape;105;p17"/>
          <p:cNvSpPr txBox="1">
            <a:spLocks noGrp="1"/>
          </p:cNvSpPr>
          <p:nvPr>
            <p:ph type="body" idx="1"/>
          </p:nvPr>
        </p:nvSpPr>
        <p:spPr>
          <a:xfrm>
            <a:off x="323528" y="1200150"/>
            <a:ext cx="8363400" cy="33945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06" name="Google Shape;106;p17"/>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7" name="Google Shape;107;p17"/>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45"/>
          <p:cNvSpPr txBox="1">
            <a:spLocks noGrp="1"/>
          </p:cNvSpPr>
          <p:nvPr>
            <p:ph type="ctrTitle"/>
          </p:nvPr>
        </p:nvSpPr>
        <p:spPr>
          <a:xfrm>
            <a:off x="755575" y="771550"/>
            <a:ext cx="7632900" cy="1728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B0F0"/>
              </a:buClr>
              <a:buSzPts val="1400"/>
              <a:buFont typeface="Calibri"/>
              <a:buNone/>
            </a:pPr>
            <a:r>
              <a:rPr lang="en-GB" dirty="0">
                <a:latin typeface="Roboto"/>
                <a:ea typeface="Roboto"/>
                <a:cs typeface="Roboto"/>
                <a:sym typeface="Roboto"/>
              </a:rPr>
              <a:t>Workplace Health &amp; Safety</a:t>
            </a:r>
            <a:endParaRPr>
              <a:latin typeface="Roboto"/>
              <a:ea typeface="Roboto"/>
              <a:cs typeface="Roboto"/>
              <a:sym typeface="Roboto"/>
            </a:endParaRPr>
          </a:p>
          <a:p>
            <a:r>
              <a:rPr lang="en-GB" dirty="0">
                <a:latin typeface="Roboto"/>
                <a:ea typeface="Roboto"/>
                <a:cs typeface="Roboto"/>
                <a:sym typeface="Roboto"/>
              </a:rPr>
              <a:t>Assessment </a:t>
            </a:r>
            <a:r>
              <a:rPr lang="en-AU" dirty="0">
                <a:latin typeface="Roboto"/>
                <a:ea typeface="Roboto"/>
                <a:cs typeface="Roboto"/>
                <a:sym typeface="Roboto"/>
              </a:rPr>
              <a:t>- VFX </a:t>
            </a:r>
            <a:endParaRPr dirty="0">
              <a:latin typeface="Roboto"/>
              <a:ea typeface="Roboto"/>
              <a:cs typeface="Roboto"/>
              <a:sym typeface="Roboto"/>
            </a:endParaRPr>
          </a:p>
          <a:p>
            <a:pPr marL="0" marR="0" lvl="0" indent="0" algn="l" rtl="0">
              <a:lnSpc>
                <a:spcPct val="100000"/>
              </a:lnSpc>
              <a:spcBef>
                <a:spcPts val="0"/>
              </a:spcBef>
              <a:spcAft>
                <a:spcPts val="0"/>
              </a:spcAft>
              <a:buClr>
                <a:srgbClr val="00B0F0"/>
              </a:buClr>
              <a:buSzPts val="1400"/>
              <a:buFont typeface="Calibri"/>
              <a:buNone/>
            </a:pPr>
            <a:endParaRPr>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46"/>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B0F0"/>
              </a:buClr>
              <a:buSzPts val="1400"/>
              <a:buFont typeface="Calibri"/>
              <a:buNone/>
            </a:pPr>
            <a:r>
              <a:rPr lang="en-GB" sz="3600" b="0" i="0" u="none" strike="noStrike" cap="none">
                <a:solidFill>
                  <a:srgbClr val="00B0F0"/>
                </a:solidFill>
                <a:latin typeface="Roboto"/>
                <a:ea typeface="Roboto"/>
                <a:cs typeface="Roboto"/>
                <a:sym typeface="Roboto"/>
              </a:rPr>
              <a:t>Introduction</a:t>
            </a:r>
            <a:endParaRPr sz="3600" b="0" i="0" u="none" strike="noStrike" cap="none">
              <a:solidFill>
                <a:srgbClr val="00B0F0"/>
              </a:solidFill>
              <a:latin typeface="Calibri"/>
              <a:ea typeface="Calibri"/>
              <a:cs typeface="Calibri"/>
              <a:sym typeface="Calibri"/>
            </a:endParaRPr>
          </a:p>
        </p:txBody>
      </p:sp>
      <p:sp>
        <p:nvSpPr>
          <p:cNvPr id="258" name="Google Shape;258;p46"/>
          <p:cNvSpPr txBox="1">
            <a:spLocks noGrp="1"/>
          </p:cNvSpPr>
          <p:nvPr>
            <p:ph type="body" idx="1"/>
          </p:nvPr>
        </p:nvSpPr>
        <p:spPr>
          <a:xfrm>
            <a:off x="323528" y="1063375"/>
            <a:ext cx="8064900" cy="3394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GB" sz="900" b="1" i="0" u="none" strike="noStrike" cap="none" dirty="0">
                <a:solidFill>
                  <a:srgbClr val="D9D9D9"/>
                </a:solidFill>
                <a:latin typeface="Roboto"/>
                <a:ea typeface="Roboto"/>
                <a:cs typeface="Roboto"/>
                <a:sym typeface="Roboto"/>
              </a:rPr>
              <a:t>Introduction:</a:t>
            </a:r>
            <a:endParaRPr sz="900" b="1" i="0" u="none" strike="noStrike" cap="none" dirty="0">
              <a:solidFill>
                <a:srgbClr val="D9D9D9"/>
              </a:solidFill>
              <a:latin typeface="Roboto"/>
              <a:ea typeface="Roboto"/>
              <a:cs typeface="Roboto"/>
              <a:sym typeface="Roboto"/>
            </a:endParaRPr>
          </a:p>
          <a:p>
            <a:pPr marL="0" indent="0">
              <a:spcBef>
                <a:spcPts val="0"/>
              </a:spcBef>
              <a:buClr>
                <a:srgbClr val="B7B7B7"/>
              </a:buClr>
              <a:buSzPts val="900"/>
              <a:buNone/>
            </a:pPr>
            <a:r>
              <a:rPr lang="en-GB" sz="900" dirty="0">
                <a:solidFill>
                  <a:srgbClr val="B7B7B7"/>
                </a:solidFill>
                <a:latin typeface="Roboto"/>
                <a:ea typeface="Roboto"/>
                <a:cs typeface="Roboto"/>
                <a:sym typeface="Roboto"/>
              </a:rPr>
              <a:t>This assessment will examine the process of writing a WHS management plan for a fictional game studio, in line with the provided scenario. </a:t>
            </a:r>
            <a:br>
              <a:rPr lang="en-GB" sz="900" dirty="0">
                <a:latin typeface="Roboto"/>
                <a:ea typeface="Roboto"/>
                <a:cs typeface="Roboto"/>
              </a:rPr>
            </a:br>
            <a:r>
              <a:rPr lang="en-US" sz="900" dirty="0">
                <a:solidFill>
                  <a:srgbClr val="B7B7B7"/>
                </a:solidFill>
                <a:latin typeface="Roboto"/>
                <a:ea typeface="Roboto"/>
                <a:cs typeface="Roboto"/>
                <a:sym typeface="Roboto"/>
              </a:rPr>
              <a:t>The provided brief is designed to collect all the evidence of competency you require for this subject. Following an alternative brief and/or presenting additional evidence of competency needs to be negotiated with your teacher.</a:t>
            </a:r>
            <a:endParaRPr lang="en-US" sz="900" dirty="0">
              <a:solidFill>
                <a:srgbClr val="B7B7B7"/>
              </a:solidFill>
              <a:latin typeface="Roboto"/>
              <a:ea typeface="Roboto"/>
              <a:cs typeface="Roboto"/>
            </a:endParaRPr>
          </a:p>
          <a:p>
            <a:pPr marL="0" indent="0">
              <a:spcBef>
                <a:spcPts val="0"/>
              </a:spcBef>
              <a:buClr>
                <a:srgbClr val="B7B7B7"/>
              </a:buClr>
              <a:buSzPts val="900"/>
              <a:buNone/>
            </a:pPr>
            <a:endParaRPr lang="en-US" sz="900">
              <a:solidFill>
                <a:srgbClr val="B7B7B7"/>
              </a:solidFill>
              <a:latin typeface="Roboto"/>
              <a:ea typeface="Roboto"/>
              <a:cs typeface="Roboto"/>
              <a:sym typeface="Roboto"/>
            </a:endParaRPr>
          </a:p>
          <a:p>
            <a:pPr marL="0" lvl="0" indent="0" rtl="0">
              <a:spcBef>
                <a:spcPts val="518"/>
              </a:spcBef>
              <a:spcAft>
                <a:spcPts val="0"/>
              </a:spcAft>
              <a:buClr>
                <a:srgbClr val="92D050"/>
              </a:buClr>
              <a:buSzPts val="1000"/>
              <a:buFont typeface="Arial"/>
              <a:buNone/>
            </a:pPr>
            <a:r>
              <a:rPr lang="en-GB" sz="900" b="1" dirty="0">
                <a:solidFill>
                  <a:srgbClr val="D9D9D9"/>
                </a:solidFill>
                <a:latin typeface="Roboto"/>
                <a:ea typeface="Roboto"/>
                <a:cs typeface="Roboto"/>
                <a:sym typeface="Roboto"/>
              </a:rPr>
              <a:t>The assessment will include:</a:t>
            </a:r>
            <a:endParaRPr sz="900" b="1" dirty="0">
              <a:solidFill>
                <a:srgbClr val="D9D9D9"/>
              </a:solidFill>
              <a:latin typeface="Roboto"/>
              <a:ea typeface="Roboto"/>
              <a:cs typeface="Roboto"/>
              <a:sym typeface="Roboto"/>
            </a:endParaRPr>
          </a:p>
          <a:p>
            <a:pPr marL="342900" lvl="0" indent="-228600" rtl="0">
              <a:lnSpc>
                <a:spcPct val="115000"/>
              </a:lnSpc>
              <a:spcBef>
                <a:spcPts val="0"/>
              </a:spcBef>
              <a:spcAft>
                <a:spcPts val="0"/>
              </a:spcAft>
              <a:buClr>
                <a:srgbClr val="00B0F0"/>
              </a:buClr>
              <a:buSzPts val="900"/>
              <a:buFont typeface="Roboto"/>
              <a:buChar char="•"/>
            </a:pPr>
            <a:r>
              <a:rPr lang="en-GB" sz="900" dirty="0">
                <a:solidFill>
                  <a:srgbClr val="B7B7B7"/>
                </a:solidFill>
                <a:latin typeface="Roboto"/>
                <a:ea typeface="Roboto"/>
                <a:cs typeface="Roboto"/>
                <a:sym typeface="Roboto"/>
              </a:rPr>
              <a:t>Analysing a scenario.</a:t>
            </a:r>
            <a:endParaRPr sz="900" dirty="0">
              <a:solidFill>
                <a:srgbClr val="B7B7B7"/>
              </a:solidFill>
              <a:latin typeface="Roboto"/>
              <a:ea typeface="Roboto"/>
              <a:cs typeface="Roboto"/>
              <a:sym typeface="Roboto"/>
            </a:endParaRPr>
          </a:p>
          <a:p>
            <a:pPr marL="342900" lvl="0" indent="-228600" rtl="0">
              <a:lnSpc>
                <a:spcPct val="115000"/>
              </a:lnSpc>
              <a:spcBef>
                <a:spcPts val="0"/>
              </a:spcBef>
              <a:spcAft>
                <a:spcPts val="0"/>
              </a:spcAft>
              <a:buClr>
                <a:srgbClr val="00B0F0"/>
              </a:buClr>
              <a:buSzPts val="900"/>
              <a:buFont typeface="Roboto"/>
              <a:buChar char="•"/>
            </a:pPr>
            <a:r>
              <a:rPr lang="en-GB" sz="900" dirty="0">
                <a:solidFill>
                  <a:srgbClr val="B7B7B7"/>
                </a:solidFill>
                <a:latin typeface="Roboto"/>
                <a:ea typeface="Roboto"/>
                <a:cs typeface="Roboto"/>
                <a:sym typeface="Roboto"/>
              </a:rPr>
              <a:t>Identifying WHS responsibilities.</a:t>
            </a:r>
            <a:endParaRPr sz="900" dirty="0">
              <a:solidFill>
                <a:srgbClr val="B7B7B7"/>
              </a:solidFill>
              <a:latin typeface="Roboto"/>
              <a:ea typeface="Roboto"/>
              <a:cs typeface="Roboto"/>
              <a:sym typeface="Roboto"/>
            </a:endParaRPr>
          </a:p>
          <a:p>
            <a:pPr marL="342900" lvl="0" indent="-228600" rtl="0">
              <a:lnSpc>
                <a:spcPct val="115000"/>
              </a:lnSpc>
              <a:spcBef>
                <a:spcPts val="0"/>
              </a:spcBef>
              <a:spcAft>
                <a:spcPts val="0"/>
              </a:spcAft>
              <a:buClr>
                <a:srgbClr val="00B0F0"/>
              </a:buClr>
              <a:buSzPts val="900"/>
              <a:buFont typeface="Roboto"/>
              <a:buChar char="•"/>
            </a:pPr>
            <a:r>
              <a:rPr lang="en-GB" sz="900" dirty="0">
                <a:solidFill>
                  <a:srgbClr val="B7B7B7"/>
                </a:solidFill>
                <a:latin typeface="Roboto"/>
                <a:ea typeface="Roboto"/>
                <a:cs typeface="Roboto"/>
                <a:sym typeface="Roboto"/>
              </a:rPr>
              <a:t>Conducting hazard and risk assessments.</a:t>
            </a:r>
            <a:endParaRPr sz="900" dirty="0">
              <a:solidFill>
                <a:srgbClr val="B7B7B7"/>
              </a:solidFill>
              <a:latin typeface="Roboto"/>
              <a:ea typeface="Roboto"/>
              <a:cs typeface="Roboto"/>
              <a:sym typeface="Roboto"/>
            </a:endParaRPr>
          </a:p>
          <a:p>
            <a:pPr marL="342900" lvl="0" indent="-228600" rtl="0">
              <a:lnSpc>
                <a:spcPct val="115000"/>
              </a:lnSpc>
              <a:spcBef>
                <a:spcPts val="0"/>
              </a:spcBef>
              <a:spcAft>
                <a:spcPts val="0"/>
              </a:spcAft>
              <a:buClr>
                <a:srgbClr val="00B0F0"/>
              </a:buClr>
              <a:buSzPts val="900"/>
              <a:buFont typeface="Roboto"/>
              <a:buChar char="•"/>
            </a:pPr>
            <a:r>
              <a:rPr lang="en-GB" sz="900" dirty="0">
                <a:solidFill>
                  <a:srgbClr val="B7B7B7"/>
                </a:solidFill>
                <a:latin typeface="Roboto"/>
                <a:ea typeface="Roboto"/>
                <a:cs typeface="Roboto"/>
                <a:sym typeface="Roboto"/>
              </a:rPr>
              <a:t>Implementing WHS control measures.</a:t>
            </a:r>
            <a:endParaRPr lang="en-GB" sz="900" dirty="0">
              <a:solidFill>
                <a:srgbClr val="B7B7B7"/>
              </a:solidFill>
              <a:latin typeface="Roboto"/>
              <a:ea typeface="Roboto"/>
              <a:cs typeface="Roboto"/>
            </a:endParaRPr>
          </a:p>
          <a:p>
            <a:pPr marL="342900" lvl="0" indent="-228600" rtl="0">
              <a:lnSpc>
                <a:spcPct val="115000"/>
              </a:lnSpc>
              <a:spcBef>
                <a:spcPts val="0"/>
              </a:spcBef>
              <a:spcAft>
                <a:spcPts val="0"/>
              </a:spcAft>
              <a:buClr>
                <a:srgbClr val="00B0F0"/>
              </a:buClr>
              <a:buSzPts val="900"/>
              <a:buFont typeface="Roboto"/>
              <a:buChar char="•"/>
            </a:pPr>
            <a:r>
              <a:rPr lang="en-GB" sz="900" dirty="0">
                <a:solidFill>
                  <a:srgbClr val="B7B7B7"/>
                </a:solidFill>
                <a:latin typeface="Roboto"/>
                <a:ea typeface="Roboto"/>
                <a:cs typeface="Roboto"/>
                <a:sym typeface="Roboto"/>
              </a:rPr>
              <a:t>Evaluating control measures.</a:t>
            </a:r>
            <a:endParaRPr lang="en-GB" sz="900" dirty="0">
              <a:solidFill>
                <a:srgbClr val="B7B7B7"/>
              </a:solidFill>
              <a:latin typeface="Roboto"/>
              <a:ea typeface="Roboto"/>
              <a:cs typeface="Roboto"/>
            </a:endParaRPr>
          </a:p>
          <a:p>
            <a:pPr marL="342900" indent="-228600">
              <a:lnSpc>
                <a:spcPct val="114999"/>
              </a:lnSpc>
              <a:spcBef>
                <a:spcPts val="0"/>
              </a:spcBef>
              <a:buClr>
                <a:srgbClr val="00B0F0"/>
              </a:buClr>
              <a:buSzPts val="900"/>
              <a:buFont typeface="Roboto"/>
              <a:buChar char="•"/>
            </a:pPr>
            <a:r>
              <a:rPr lang="en-GB" sz="900" dirty="0">
                <a:solidFill>
                  <a:srgbClr val="B7B7B7"/>
                </a:solidFill>
                <a:latin typeface="Roboto"/>
                <a:ea typeface="Roboto"/>
                <a:cs typeface="Roboto"/>
              </a:rPr>
              <a:t>Identifying resources and budgeting.</a:t>
            </a:r>
            <a:endParaRPr lang="en-GB" sz="900" dirty="0">
              <a:solidFill>
                <a:srgbClr val="B7B7B7"/>
              </a:solidFill>
              <a:latin typeface="Roboto"/>
              <a:ea typeface="Roboto"/>
              <a:cs typeface="Roboto"/>
              <a:sym typeface="Roboto"/>
            </a:endParaRPr>
          </a:p>
          <a:p>
            <a:pPr marL="342900" lvl="0" indent="-228600" rtl="0">
              <a:lnSpc>
                <a:spcPct val="115000"/>
              </a:lnSpc>
              <a:spcBef>
                <a:spcPts val="0"/>
              </a:spcBef>
              <a:spcAft>
                <a:spcPts val="0"/>
              </a:spcAft>
              <a:buClr>
                <a:srgbClr val="00B0F0"/>
              </a:buClr>
              <a:buSzPts val="900"/>
              <a:buFont typeface="Roboto"/>
              <a:buChar char="•"/>
            </a:pPr>
            <a:r>
              <a:rPr lang="en-GB" sz="900" dirty="0">
                <a:solidFill>
                  <a:srgbClr val="B7B7B7"/>
                </a:solidFill>
                <a:latin typeface="Roboto"/>
                <a:ea typeface="Roboto"/>
                <a:cs typeface="Roboto"/>
                <a:sym typeface="Roboto"/>
              </a:rPr>
              <a:t>Planning WHS training.</a:t>
            </a:r>
            <a:endParaRPr lang="en-GB" sz="900" dirty="0">
              <a:solidFill>
                <a:srgbClr val="B7B7B7"/>
              </a:solidFill>
              <a:latin typeface="Roboto"/>
              <a:ea typeface="Roboto"/>
              <a:cs typeface="Roboto"/>
            </a:endParaRPr>
          </a:p>
          <a:p>
            <a:pPr marL="342900" indent="-228600">
              <a:lnSpc>
                <a:spcPct val="115000"/>
              </a:lnSpc>
              <a:spcBef>
                <a:spcPts val="0"/>
              </a:spcBef>
              <a:buClr>
                <a:srgbClr val="00B0F0"/>
              </a:buClr>
              <a:buSzPts val="900"/>
              <a:buFont typeface="Roboto"/>
              <a:buChar char="•"/>
            </a:pPr>
            <a:r>
              <a:rPr lang="en-US" sz="900" dirty="0">
                <a:solidFill>
                  <a:schemeClr val="bg1">
                    <a:lumMod val="75000"/>
                  </a:schemeClr>
                </a:solidFill>
                <a:latin typeface="Roboto"/>
                <a:ea typeface="Roboto"/>
                <a:cs typeface="Roboto"/>
                <a:sym typeface="Roboto"/>
              </a:rPr>
              <a:t>Observing and maintaining healthy work practices.</a:t>
            </a:r>
            <a:endParaRPr lang="en-US" sz="900" dirty="0">
              <a:solidFill>
                <a:schemeClr val="bg1">
                  <a:lumMod val="75000"/>
                </a:schemeClr>
              </a:solidFill>
              <a:latin typeface="Roboto"/>
              <a:ea typeface="Roboto"/>
              <a:cs typeface="Roboto"/>
            </a:endParaRPr>
          </a:p>
          <a:p>
            <a:pPr marL="342900" indent="-228600">
              <a:lnSpc>
                <a:spcPct val="114999"/>
              </a:lnSpc>
              <a:spcBef>
                <a:spcPts val="0"/>
              </a:spcBef>
              <a:buClr>
                <a:srgbClr val="00B0F0"/>
              </a:buClr>
              <a:buSzPts val="900"/>
              <a:buFont typeface="Roboto"/>
              <a:buChar char="•"/>
            </a:pPr>
            <a:r>
              <a:rPr lang="en-US" sz="900" dirty="0">
                <a:solidFill>
                  <a:schemeClr val="bg1">
                    <a:lumMod val="75000"/>
                  </a:schemeClr>
                </a:solidFill>
                <a:latin typeface="Roboto"/>
                <a:ea typeface="Roboto"/>
                <a:cs typeface="Roboto"/>
              </a:rPr>
              <a:t>Seek feedback on the WHS Plan.</a:t>
            </a:r>
          </a:p>
          <a:p>
            <a:pPr marL="114300" indent="0">
              <a:lnSpc>
                <a:spcPct val="115000"/>
              </a:lnSpc>
              <a:spcBef>
                <a:spcPts val="0"/>
              </a:spcBef>
              <a:buClr>
                <a:srgbClr val="00B0F0"/>
              </a:buClr>
              <a:buSzPts val="900"/>
              <a:buNone/>
            </a:pPr>
            <a:endParaRPr lang="en-GB" sz="900">
              <a:solidFill>
                <a:srgbClr val="B7B7B7"/>
              </a:solidFill>
              <a:latin typeface="Roboto"/>
              <a:ea typeface="Roboto"/>
              <a:cs typeface="Roboto"/>
              <a:sym typeface="Roboto"/>
            </a:endParaRPr>
          </a:p>
          <a:p>
            <a:pPr marL="0" indent="0">
              <a:spcBef>
                <a:spcPts val="518"/>
              </a:spcBef>
              <a:buClr>
                <a:schemeClr val="dk1"/>
              </a:buClr>
              <a:buSzPts val="1000"/>
              <a:buNone/>
            </a:pPr>
            <a:r>
              <a:rPr lang="en-GB" sz="900" b="1" dirty="0">
                <a:solidFill>
                  <a:srgbClr val="D9D9D9"/>
                </a:solidFill>
                <a:latin typeface="Roboto"/>
                <a:ea typeface="Roboto"/>
                <a:cs typeface="Roboto"/>
                <a:sym typeface="Roboto"/>
              </a:rPr>
              <a:t>The assessment instructions:</a:t>
            </a:r>
            <a:endParaRPr lang="en-GB" sz="900" dirty="0">
              <a:solidFill>
                <a:schemeClr val="dk1"/>
              </a:solidFill>
              <a:latin typeface="Roboto"/>
              <a:ea typeface="Roboto"/>
              <a:cs typeface="Roboto"/>
              <a:sym typeface="Roboto"/>
            </a:endParaRPr>
          </a:p>
          <a:p>
            <a:pPr marL="342900" indent="-228600">
              <a:spcBef>
                <a:spcPts val="518"/>
              </a:spcBef>
              <a:buClr>
                <a:srgbClr val="00B0F0"/>
              </a:buClr>
              <a:buSzPts val="900"/>
              <a:buFont typeface="Roboto"/>
              <a:buChar char="•"/>
            </a:pPr>
            <a:r>
              <a:rPr lang="en-GB" sz="900" dirty="0">
                <a:solidFill>
                  <a:srgbClr val="B7B7B7"/>
                </a:solidFill>
                <a:latin typeface="Roboto"/>
                <a:ea typeface="Roboto"/>
                <a:cs typeface="Roboto"/>
                <a:sym typeface="Roboto"/>
              </a:rPr>
              <a:t>All sections marked in </a:t>
            </a:r>
            <a:r>
              <a:rPr lang="en-GB" sz="900" dirty="0">
                <a:solidFill>
                  <a:srgbClr val="92D050"/>
                </a:solidFill>
                <a:latin typeface="Roboto"/>
                <a:ea typeface="Roboto"/>
                <a:cs typeface="Roboto"/>
                <a:sym typeface="Roboto"/>
              </a:rPr>
              <a:t>green</a:t>
            </a:r>
            <a:r>
              <a:rPr lang="en-GB" sz="900" dirty="0">
                <a:solidFill>
                  <a:srgbClr val="B7B7B7"/>
                </a:solidFill>
                <a:latin typeface="Roboto"/>
                <a:ea typeface="Roboto"/>
                <a:cs typeface="Roboto"/>
                <a:sym typeface="Roboto"/>
              </a:rPr>
              <a:t> must be edited/filled out by each student. Be sure to replace “Student Name” on the first slide and include your name in the document filename.</a:t>
            </a:r>
            <a:endParaRPr sz="900" dirty="0">
              <a:solidFill>
                <a:srgbClr val="B7B7B7"/>
              </a:solidFill>
              <a:latin typeface="Roboto"/>
              <a:ea typeface="Roboto"/>
              <a:cs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pic>
        <p:nvPicPr>
          <p:cNvPr id="263" name="Google Shape;263;p47"/>
          <p:cNvPicPr preferRelativeResize="0"/>
          <p:nvPr/>
        </p:nvPicPr>
        <p:blipFill rotWithShape="1">
          <a:blip r:embed="rId3">
            <a:alphaModFix/>
          </a:blip>
          <a:srcRect l="7804" r="7821"/>
          <a:stretch/>
        </p:blipFill>
        <p:spPr>
          <a:xfrm>
            <a:off x="5167925" y="1141775"/>
            <a:ext cx="3325500" cy="2217000"/>
          </a:xfrm>
          <a:prstGeom prst="roundRect">
            <a:avLst>
              <a:gd name="adj" fmla="val 5795"/>
            </a:avLst>
          </a:prstGeom>
          <a:noFill/>
          <a:ln w="28575" cap="flat" cmpd="sng">
            <a:solidFill>
              <a:srgbClr val="00B0F0"/>
            </a:solidFill>
            <a:prstDash val="solid"/>
            <a:round/>
            <a:headEnd type="none" w="sm" len="sm"/>
            <a:tailEnd type="none" w="sm" len="sm"/>
          </a:ln>
        </p:spPr>
      </p:pic>
      <p:sp>
        <p:nvSpPr>
          <p:cNvPr id="264" name="Google Shape;264;p47"/>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GB" dirty="0">
                <a:latin typeface="Roboto"/>
                <a:ea typeface="Roboto"/>
                <a:cs typeface="Roboto"/>
                <a:sym typeface="Roboto"/>
              </a:rPr>
              <a:t>Scenario</a:t>
            </a:r>
            <a:r>
              <a:rPr lang="en-GB" sz="3600" b="0" i="0" u="none" strike="noStrike" cap="none" dirty="0">
                <a:solidFill>
                  <a:srgbClr val="00B0F0"/>
                </a:solidFill>
                <a:latin typeface="Roboto"/>
                <a:ea typeface="Roboto"/>
                <a:cs typeface="Roboto"/>
                <a:sym typeface="Roboto"/>
              </a:rPr>
              <a:t>|</a:t>
            </a:r>
            <a:r>
              <a:rPr lang="en-GB" dirty="0">
                <a:latin typeface="Roboto"/>
                <a:ea typeface="Roboto"/>
                <a:cs typeface="Roboto"/>
                <a:sym typeface="Roboto"/>
              </a:rPr>
              <a:t> </a:t>
            </a:r>
            <a:r>
              <a:rPr lang="en-GB" sz="3000" dirty="0">
                <a:solidFill>
                  <a:srgbClr val="8CB3E3"/>
                </a:solidFill>
                <a:latin typeface="Roboto"/>
                <a:ea typeface="Roboto"/>
                <a:cs typeface="Roboto"/>
                <a:sym typeface="Roboto"/>
              </a:rPr>
              <a:t>Commercial Shoot</a:t>
            </a:r>
            <a:endParaRPr sz="3600" b="0" i="0" u="none" strike="noStrike" cap="none" dirty="0">
              <a:solidFill>
                <a:srgbClr val="00B0F0"/>
              </a:solidFill>
              <a:latin typeface="Calibri"/>
              <a:ea typeface="Calibri"/>
              <a:cs typeface="Calibri"/>
              <a:sym typeface="Calibri"/>
            </a:endParaRPr>
          </a:p>
        </p:txBody>
      </p:sp>
      <p:sp>
        <p:nvSpPr>
          <p:cNvPr id="265" name="Google Shape;265;p47"/>
          <p:cNvSpPr txBox="1">
            <a:spLocks noGrp="1"/>
          </p:cNvSpPr>
          <p:nvPr>
            <p:ph type="body" idx="1"/>
          </p:nvPr>
        </p:nvSpPr>
        <p:spPr>
          <a:xfrm>
            <a:off x="323525" y="1063375"/>
            <a:ext cx="4741800" cy="36324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chemeClr val="dk1"/>
              </a:buClr>
              <a:buSzPts val="2800"/>
              <a:buFont typeface="Arial"/>
              <a:buNone/>
            </a:pPr>
            <a:r>
              <a:rPr lang="en-GB" sz="900" b="1" i="0" u="none" strike="noStrike" cap="none" dirty="0">
                <a:solidFill>
                  <a:srgbClr val="D9D9D9"/>
                </a:solidFill>
                <a:latin typeface="Roboto"/>
                <a:ea typeface="Roboto"/>
                <a:cs typeface="Roboto"/>
                <a:sym typeface="Roboto"/>
              </a:rPr>
              <a:t>Overview:</a:t>
            </a:r>
            <a:endParaRPr sz="900" b="0" i="0" u="none" strike="noStrike" cap="none" dirty="0">
              <a:solidFill>
                <a:srgbClr val="B7B7B7"/>
              </a:solidFill>
              <a:latin typeface="Roboto"/>
              <a:ea typeface="Roboto"/>
              <a:cs typeface="Roboto"/>
              <a:sym typeface="Roboto"/>
            </a:endParaRPr>
          </a:p>
          <a:p>
            <a:pPr marL="0" indent="0">
              <a:spcBef>
                <a:spcPts val="0"/>
              </a:spcBef>
              <a:buNone/>
            </a:pPr>
            <a:r>
              <a:rPr lang="en-GB" sz="900" dirty="0">
                <a:solidFill>
                  <a:srgbClr val="B7B7B7"/>
                </a:solidFill>
                <a:latin typeface="Roboto"/>
                <a:ea typeface="Roboto"/>
                <a:cs typeface="Roboto"/>
                <a:sym typeface="Roboto"/>
              </a:rPr>
              <a:t>You have been hired by Catastrophic Productions PTY. LTD., as the Visual Effects Supervisor. Your first job is supervising the shoot of a Television Commercial for a cleaning products company. The client only has the budget for a 1-day shoot, so it will be hard work and a long day (including setup, shooting, and pack up). The shoot will take place on October 31st.</a:t>
            </a:r>
            <a:endParaRPr sz="900" dirty="0">
              <a:solidFill>
                <a:srgbClr val="B7B7B7"/>
              </a:solidFill>
              <a:latin typeface="Roboto"/>
              <a:ea typeface="Roboto"/>
              <a:cs typeface="Roboto"/>
              <a:sym typeface="Roboto"/>
            </a:endParaRPr>
          </a:p>
          <a:p>
            <a:pPr marL="0" marR="0" lvl="0" indent="0" algn="l" rtl="0">
              <a:lnSpc>
                <a:spcPct val="100000"/>
              </a:lnSpc>
              <a:spcBef>
                <a:spcPts val="0"/>
              </a:spcBef>
              <a:spcAft>
                <a:spcPts val="0"/>
              </a:spcAft>
              <a:buClr>
                <a:srgbClr val="92D050"/>
              </a:buClr>
              <a:buSzPts val="2800"/>
              <a:buFont typeface="Arial"/>
              <a:buNone/>
            </a:pPr>
            <a:endParaRPr sz="900" dirty="0">
              <a:solidFill>
                <a:srgbClr val="B7B7B7"/>
              </a:solidFill>
              <a:latin typeface="Roboto"/>
              <a:ea typeface="Roboto"/>
              <a:cs typeface="Roboto"/>
              <a:sym typeface="Roboto"/>
            </a:endParaRPr>
          </a:p>
          <a:p>
            <a:pPr marL="0" lvl="0" indent="0" algn="l" rtl="0">
              <a:spcBef>
                <a:spcPts val="0"/>
              </a:spcBef>
              <a:spcAft>
                <a:spcPts val="0"/>
              </a:spcAft>
              <a:buClr>
                <a:srgbClr val="92D050"/>
              </a:buClr>
              <a:buSzPts val="2800"/>
              <a:buFont typeface="Arial"/>
              <a:buNone/>
            </a:pPr>
            <a:r>
              <a:rPr lang="en-GB" sz="900" dirty="0">
                <a:solidFill>
                  <a:srgbClr val="B7B7B7"/>
                </a:solidFill>
                <a:latin typeface="Roboto"/>
                <a:ea typeface="Roboto"/>
                <a:cs typeface="Roboto"/>
                <a:sym typeface="Roboto"/>
              </a:rPr>
              <a:t>The product is a general purpose kitchen cleaning spray, not unlike </a:t>
            </a:r>
            <a:r>
              <a:rPr lang="en-GB" sz="900" dirty="0" err="1">
                <a:solidFill>
                  <a:srgbClr val="B7B7B7"/>
                </a:solidFill>
                <a:latin typeface="Roboto"/>
                <a:ea typeface="Roboto"/>
                <a:cs typeface="Roboto"/>
                <a:sym typeface="Roboto"/>
              </a:rPr>
              <a:t>Spray’n’Wipe</a:t>
            </a:r>
            <a:r>
              <a:rPr lang="en-GB" sz="900" dirty="0">
                <a:solidFill>
                  <a:srgbClr val="B7B7B7"/>
                </a:solidFill>
                <a:latin typeface="Roboto"/>
                <a:ea typeface="Roboto"/>
                <a:cs typeface="Roboto"/>
                <a:sym typeface="Roboto"/>
              </a:rPr>
              <a:t>.</a:t>
            </a:r>
            <a:endParaRPr sz="900" dirty="0">
              <a:solidFill>
                <a:srgbClr val="B7B7B7"/>
              </a:solidFill>
              <a:latin typeface="Roboto"/>
              <a:ea typeface="Roboto"/>
              <a:cs typeface="Roboto"/>
              <a:sym typeface="Roboto"/>
            </a:endParaRPr>
          </a:p>
          <a:p>
            <a:pPr marL="0" marR="0" lvl="0" indent="0" algn="l" rtl="0">
              <a:lnSpc>
                <a:spcPct val="100000"/>
              </a:lnSpc>
              <a:spcBef>
                <a:spcPts val="0"/>
              </a:spcBef>
              <a:spcAft>
                <a:spcPts val="0"/>
              </a:spcAft>
              <a:buClr>
                <a:srgbClr val="92D050"/>
              </a:buClr>
              <a:buSzPts val="2800"/>
              <a:buFont typeface="Arial"/>
              <a:buNone/>
            </a:pPr>
            <a:endParaRPr sz="900" dirty="0">
              <a:solidFill>
                <a:srgbClr val="B7B7B7"/>
              </a:solidFill>
              <a:latin typeface="Roboto"/>
              <a:ea typeface="Roboto"/>
              <a:cs typeface="Roboto"/>
              <a:sym typeface="Roboto"/>
            </a:endParaRPr>
          </a:p>
          <a:p>
            <a:pPr marL="0" marR="0" lvl="0" indent="0" algn="l" rtl="0">
              <a:lnSpc>
                <a:spcPct val="100000"/>
              </a:lnSpc>
              <a:spcBef>
                <a:spcPts val="0"/>
              </a:spcBef>
              <a:spcAft>
                <a:spcPts val="0"/>
              </a:spcAft>
              <a:buClr>
                <a:srgbClr val="92D050"/>
              </a:buClr>
              <a:buSzPts val="2800"/>
              <a:buFont typeface="Arial"/>
              <a:buNone/>
            </a:pPr>
            <a:r>
              <a:rPr lang="en-GB" sz="900" dirty="0">
                <a:solidFill>
                  <a:srgbClr val="B7B7B7"/>
                </a:solidFill>
                <a:latin typeface="Roboto"/>
                <a:ea typeface="Roboto"/>
                <a:cs typeface="Roboto"/>
                <a:sym typeface="Roboto"/>
              </a:rPr>
              <a:t>The ad is to be shot in the style of an action film. The actor will be running through a (CG) jungle then jump over a ravine and land in the kitchen ready to save the day by cleaning it.</a:t>
            </a:r>
            <a:endParaRPr sz="900" dirty="0">
              <a:solidFill>
                <a:srgbClr val="B7B7B7"/>
              </a:solidFill>
              <a:latin typeface="Roboto"/>
              <a:ea typeface="Roboto"/>
              <a:cs typeface="Roboto"/>
              <a:sym typeface="Roboto"/>
            </a:endParaRPr>
          </a:p>
          <a:p>
            <a:pPr marL="0" marR="0" lvl="0" indent="0" algn="l" rtl="0">
              <a:lnSpc>
                <a:spcPct val="100000"/>
              </a:lnSpc>
              <a:spcBef>
                <a:spcPts val="0"/>
              </a:spcBef>
              <a:spcAft>
                <a:spcPts val="0"/>
              </a:spcAft>
              <a:buClr>
                <a:srgbClr val="92D050"/>
              </a:buClr>
              <a:buSzPts val="2800"/>
              <a:buFont typeface="Arial"/>
              <a:buNone/>
            </a:pPr>
            <a:endParaRPr sz="900" dirty="0">
              <a:solidFill>
                <a:srgbClr val="B7B7B7"/>
              </a:solidFill>
              <a:latin typeface="Roboto"/>
              <a:ea typeface="Roboto"/>
              <a:cs typeface="Roboto"/>
              <a:sym typeface="Roboto"/>
            </a:endParaRPr>
          </a:p>
          <a:p>
            <a:pPr marL="0" marR="0" lvl="0" indent="0" algn="l" rtl="0">
              <a:lnSpc>
                <a:spcPct val="100000"/>
              </a:lnSpc>
              <a:spcBef>
                <a:spcPts val="0"/>
              </a:spcBef>
              <a:spcAft>
                <a:spcPts val="0"/>
              </a:spcAft>
              <a:buClr>
                <a:srgbClr val="92D050"/>
              </a:buClr>
              <a:buSzPts val="2800"/>
              <a:buFont typeface="Arial"/>
              <a:buNone/>
            </a:pPr>
            <a:r>
              <a:rPr lang="en-GB" sz="900" dirty="0">
                <a:solidFill>
                  <a:srgbClr val="B7B7B7"/>
                </a:solidFill>
                <a:latin typeface="Roboto"/>
                <a:ea typeface="Roboto"/>
                <a:cs typeface="Roboto"/>
                <a:sym typeface="Roboto"/>
              </a:rPr>
              <a:t>The ravine and jungle will be composited into the shot in post. It will be shot on a dolly/crane.</a:t>
            </a:r>
            <a:endParaRPr sz="900" dirty="0">
              <a:solidFill>
                <a:srgbClr val="B7B7B7"/>
              </a:solidFill>
              <a:latin typeface="Roboto"/>
              <a:ea typeface="Roboto"/>
              <a:cs typeface="Roboto"/>
              <a:sym typeface="Roboto"/>
            </a:endParaRPr>
          </a:p>
          <a:p>
            <a:pPr marL="0" marR="0" lvl="0" indent="0" algn="l" rtl="0">
              <a:lnSpc>
                <a:spcPct val="100000"/>
              </a:lnSpc>
              <a:spcBef>
                <a:spcPts val="0"/>
              </a:spcBef>
              <a:spcAft>
                <a:spcPts val="0"/>
              </a:spcAft>
              <a:buClr>
                <a:srgbClr val="92D050"/>
              </a:buClr>
              <a:buSzPts val="2800"/>
              <a:buFont typeface="Arial"/>
              <a:buNone/>
            </a:pPr>
            <a:endParaRPr sz="900" dirty="0">
              <a:solidFill>
                <a:srgbClr val="B7B7B7"/>
              </a:solidFill>
              <a:latin typeface="Roboto"/>
              <a:ea typeface="Roboto"/>
              <a:cs typeface="Roboto"/>
              <a:sym typeface="Roboto"/>
            </a:endParaRPr>
          </a:p>
          <a:p>
            <a:pPr marL="0" marR="0" lvl="0" indent="0" algn="l" rtl="0">
              <a:lnSpc>
                <a:spcPct val="100000"/>
              </a:lnSpc>
              <a:spcBef>
                <a:spcPts val="0"/>
              </a:spcBef>
              <a:spcAft>
                <a:spcPts val="0"/>
              </a:spcAft>
              <a:buClr>
                <a:srgbClr val="92D050"/>
              </a:buClr>
              <a:buSzPts val="2800"/>
              <a:buFont typeface="Arial"/>
              <a:buNone/>
            </a:pPr>
            <a:r>
              <a:rPr lang="en-GB" sz="900" dirty="0">
                <a:solidFill>
                  <a:srgbClr val="B7B7B7"/>
                </a:solidFill>
                <a:latin typeface="Roboto"/>
                <a:ea typeface="Roboto"/>
                <a:cs typeface="Roboto"/>
                <a:sym typeface="Roboto"/>
              </a:rPr>
              <a:t>The scene will be shot indoors on a green screen sound stage.</a:t>
            </a:r>
            <a:endParaRPr sz="900" dirty="0">
              <a:solidFill>
                <a:srgbClr val="B7B7B7"/>
              </a:solidFill>
              <a:latin typeface="Roboto"/>
              <a:ea typeface="Roboto"/>
              <a:cs typeface="Roboto"/>
              <a:sym typeface="Roboto"/>
            </a:endParaRPr>
          </a:p>
          <a:p>
            <a:pPr marL="0" marR="0" lvl="0" indent="0" algn="l" rtl="0">
              <a:lnSpc>
                <a:spcPct val="100000"/>
              </a:lnSpc>
              <a:spcBef>
                <a:spcPts val="0"/>
              </a:spcBef>
              <a:spcAft>
                <a:spcPts val="0"/>
              </a:spcAft>
              <a:buClr>
                <a:srgbClr val="92D050"/>
              </a:buClr>
              <a:buSzPts val="2800"/>
              <a:buFont typeface="Arial"/>
              <a:buNone/>
            </a:pPr>
            <a:endParaRPr sz="900" dirty="0">
              <a:solidFill>
                <a:srgbClr val="B7B7B7"/>
              </a:solidFill>
              <a:latin typeface="Roboto"/>
              <a:ea typeface="Roboto"/>
              <a:cs typeface="Roboto"/>
              <a:sym typeface="Roboto"/>
            </a:endParaRPr>
          </a:p>
          <a:p>
            <a:pPr marL="0" marR="0" lvl="0" indent="0" algn="l" rtl="0">
              <a:lnSpc>
                <a:spcPct val="100000"/>
              </a:lnSpc>
              <a:spcBef>
                <a:spcPts val="0"/>
              </a:spcBef>
              <a:spcAft>
                <a:spcPts val="0"/>
              </a:spcAft>
              <a:buClr>
                <a:srgbClr val="92D050"/>
              </a:buClr>
              <a:buSzPts val="2800"/>
              <a:buFont typeface="Arial"/>
              <a:buNone/>
            </a:pPr>
            <a:r>
              <a:rPr lang="en-GB" sz="900" dirty="0">
                <a:solidFill>
                  <a:srgbClr val="B7B7B7"/>
                </a:solidFill>
                <a:latin typeface="Roboto"/>
                <a:ea typeface="Roboto"/>
                <a:cs typeface="Roboto"/>
                <a:sym typeface="Roboto"/>
              </a:rPr>
              <a:t>As this is a small production, there is no specific person assigned as a safety officer, so you must ensure a safe workplace for all cast and crew involved in the shot.</a:t>
            </a:r>
            <a:endParaRPr sz="900" dirty="0">
              <a:solidFill>
                <a:srgbClr val="B7B7B7"/>
              </a:solidFill>
              <a:latin typeface="Roboto"/>
              <a:ea typeface="Roboto"/>
              <a:cs typeface="Roboto"/>
              <a:sym typeface="Roboto"/>
            </a:endParaRPr>
          </a:p>
        </p:txBody>
      </p:sp>
    </p:spTree>
    <p:extLst>
      <p:ext uri="{BB962C8B-B14F-4D97-AF65-F5344CB8AC3E}">
        <p14:creationId xmlns:p14="http://schemas.microsoft.com/office/powerpoint/2010/main" val="27737777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55"/>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sz="3600" b="0" i="0" u="none" strike="noStrike" cap="none">
                <a:solidFill>
                  <a:srgbClr val="00B0F0"/>
                </a:solidFill>
                <a:latin typeface="Roboto"/>
                <a:ea typeface="Roboto"/>
                <a:cs typeface="Roboto"/>
                <a:sym typeface="Roboto"/>
              </a:rPr>
              <a:t>Submission</a:t>
            </a:r>
            <a:r>
              <a:rPr lang="en-AU">
                <a:latin typeface="Roboto"/>
                <a:ea typeface="Roboto"/>
                <a:cs typeface="Roboto"/>
                <a:sym typeface="Roboto"/>
              </a:rPr>
              <a:t> | </a:t>
            </a:r>
            <a:r>
              <a:rPr lang="en-AU" sz="3000">
                <a:solidFill>
                  <a:srgbClr val="8CB3E3"/>
                </a:solidFill>
                <a:latin typeface="Roboto"/>
                <a:ea typeface="Roboto"/>
                <a:cs typeface="Roboto"/>
                <a:sym typeface="Roboto"/>
              </a:rPr>
              <a:t>Guidelines</a:t>
            </a:r>
            <a:endParaRPr/>
          </a:p>
        </p:txBody>
      </p:sp>
      <p:sp>
        <p:nvSpPr>
          <p:cNvPr id="420" name="Google Shape;420;p55"/>
          <p:cNvSpPr txBox="1">
            <a:spLocks noGrp="1"/>
          </p:cNvSpPr>
          <p:nvPr>
            <p:ph type="body" idx="1"/>
          </p:nvPr>
        </p:nvSpPr>
        <p:spPr>
          <a:xfrm>
            <a:off x="597242" y="892230"/>
            <a:ext cx="7507200" cy="3757396"/>
          </a:xfrm>
          <a:prstGeom prst="rect">
            <a:avLst/>
          </a:prstGeom>
          <a:noFill/>
          <a:ln>
            <a:noFill/>
          </a:ln>
        </p:spPr>
        <p:txBody>
          <a:bodyPr spcFirstLastPara="1" wrap="square" lIns="91425" tIns="45700" rIns="91425" bIns="45700" anchor="t" anchorCtr="0">
            <a:noAutofit/>
          </a:bodyPr>
          <a:lstStyle/>
          <a:p>
            <a:pPr marL="0" indent="0">
              <a:spcBef>
                <a:spcPts val="0"/>
              </a:spcBef>
              <a:buNone/>
            </a:pPr>
            <a:r>
              <a:rPr lang="en-US" sz="900" b="1" dirty="0">
                <a:solidFill>
                  <a:schemeClr val="bg1">
                    <a:lumMod val="75000"/>
                  </a:schemeClr>
                </a:solidFill>
                <a:latin typeface="Roboto"/>
                <a:ea typeface="Roboto"/>
                <a:cs typeface="Roboto"/>
                <a:sym typeface="Roboto"/>
              </a:rPr>
              <a:t>The following files must be zipped and uploaded to Canvas for assessment. Ensure files are in appropriate folders. All folders and submitted files must adhere to the provided naming conventions. Naming convention is </a:t>
            </a:r>
            <a:r>
              <a:rPr lang="en-US" sz="900" b="1" dirty="0" err="1">
                <a:solidFill>
                  <a:schemeClr val="bg1">
                    <a:lumMod val="75000"/>
                  </a:schemeClr>
                </a:solidFill>
                <a:latin typeface="Roboto"/>
                <a:ea typeface="Roboto"/>
                <a:cs typeface="Roboto"/>
                <a:sym typeface="Roboto"/>
              </a:rPr>
              <a:t>SubjectName_FirstNameLastName</a:t>
            </a:r>
            <a:r>
              <a:rPr lang="en-US" sz="900" b="1" dirty="0">
                <a:solidFill>
                  <a:schemeClr val="bg1">
                    <a:lumMod val="75000"/>
                  </a:schemeClr>
                </a:solidFill>
                <a:latin typeface="Roboto"/>
                <a:ea typeface="Roboto"/>
                <a:cs typeface="Roboto"/>
                <a:sym typeface="Roboto"/>
              </a:rPr>
              <a:t>.</a:t>
            </a:r>
            <a:endParaRPr lang="en-US" sz="900" b="1" dirty="0">
              <a:solidFill>
                <a:schemeClr val="bg1">
                  <a:lumMod val="75000"/>
                </a:schemeClr>
              </a:solidFill>
              <a:latin typeface="Roboto"/>
              <a:ea typeface="Roboto"/>
              <a:cs typeface="Roboto"/>
            </a:endParaRPr>
          </a:p>
          <a:p>
            <a:pPr marL="0" marR="0" lvl="0" indent="0" algn="l">
              <a:lnSpc>
                <a:spcPct val="100000"/>
              </a:lnSpc>
              <a:spcBef>
                <a:spcPts val="0"/>
              </a:spcBef>
              <a:spcAft>
                <a:spcPts val="0"/>
              </a:spcAft>
              <a:buSzPts val="2800"/>
              <a:buFont typeface="Arial"/>
              <a:buNone/>
            </a:pPr>
            <a:endParaRPr lang="en-US" sz="900" i="0" u="none" strike="noStrike" cap="none">
              <a:solidFill>
                <a:schemeClr val="bg1">
                  <a:lumMod val="75000"/>
                </a:schemeClr>
              </a:solidFill>
              <a:latin typeface="Roboto"/>
              <a:ea typeface="Roboto"/>
              <a:cs typeface="Roboto"/>
            </a:endParaRPr>
          </a:p>
          <a:p>
            <a:pPr marL="0" indent="0">
              <a:spcBef>
                <a:spcPts val="0"/>
              </a:spcBef>
              <a:buNone/>
            </a:pPr>
            <a:r>
              <a:rPr lang="en-US" sz="900" b="1" dirty="0">
                <a:solidFill>
                  <a:schemeClr val="bg1">
                    <a:lumMod val="75000"/>
                  </a:schemeClr>
                </a:solidFill>
                <a:latin typeface="Roboto"/>
                <a:ea typeface="Roboto"/>
              </a:rPr>
              <a:t>Example folder structure is below:</a:t>
            </a:r>
          </a:p>
          <a:p>
            <a:pPr marL="0" indent="0">
              <a:spcBef>
                <a:spcPts val="280"/>
              </a:spcBef>
              <a:buNone/>
            </a:pPr>
            <a:endParaRPr lang="en-AU" sz="900" b="1">
              <a:solidFill>
                <a:srgbClr val="D9D9D9"/>
              </a:solidFill>
              <a:latin typeface="Roboto"/>
              <a:ea typeface="Roboto"/>
            </a:endParaRPr>
          </a:p>
          <a:p>
            <a:pPr marL="0" indent="0">
              <a:spcBef>
                <a:spcPts val="280"/>
              </a:spcBef>
              <a:buNone/>
            </a:pPr>
            <a:endParaRPr lang="en-AU" sz="900" b="1">
              <a:solidFill>
                <a:srgbClr val="D9D9D9"/>
              </a:solidFill>
              <a:latin typeface="Roboto"/>
              <a:ea typeface="Roboto"/>
            </a:endParaRPr>
          </a:p>
          <a:p>
            <a:pPr marL="0" indent="0">
              <a:spcBef>
                <a:spcPts val="280"/>
              </a:spcBef>
              <a:buNone/>
            </a:pPr>
            <a:endParaRPr lang="en-AU" sz="900">
              <a:solidFill>
                <a:srgbClr val="00B0F0"/>
              </a:solidFill>
              <a:latin typeface="Roboto"/>
              <a:ea typeface="Roboto"/>
            </a:endParaRPr>
          </a:p>
          <a:p>
            <a:pPr marL="0" indent="0">
              <a:spcBef>
                <a:spcPts val="280"/>
              </a:spcBef>
              <a:buNone/>
            </a:pPr>
            <a:endParaRPr lang="en-AU" sz="900" b="1">
              <a:solidFill>
                <a:srgbClr val="D9D9D9"/>
              </a:solidFill>
              <a:latin typeface="Roboto"/>
              <a:ea typeface="Roboto"/>
            </a:endParaRPr>
          </a:p>
          <a:p>
            <a:pPr marL="0" indent="0">
              <a:spcBef>
                <a:spcPts val="0"/>
              </a:spcBef>
              <a:buNone/>
            </a:pPr>
            <a:endParaRPr lang="en-US">
              <a:latin typeface="Roboto"/>
              <a:ea typeface="Roboto"/>
              <a:cs typeface="Roboto"/>
            </a:endParaRPr>
          </a:p>
        </p:txBody>
      </p:sp>
      <p:sp>
        <p:nvSpPr>
          <p:cNvPr id="5" name="TextBox 4">
            <a:extLst>
              <a:ext uri="{FF2B5EF4-FFF2-40B4-BE49-F238E27FC236}">
                <a16:creationId xmlns:a16="http://schemas.microsoft.com/office/drawing/2014/main" id="{7CC2A167-665B-4844-AF42-C94D388384EA}"/>
              </a:ext>
            </a:extLst>
          </p:cNvPr>
          <p:cNvSpPr txBox="1"/>
          <p:nvPr/>
        </p:nvSpPr>
        <p:spPr>
          <a:xfrm>
            <a:off x="4426488" y="1339485"/>
            <a:ext cx="442761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b="1" dirty="0">
                <a:solidFill>
                  <a:schemeClr val="bg1">
                    <a:lumMod val="75000"/>
                  </a:schemeClr>
                </a:solidFill>
                <a:latin typeface="Roboto"/>
              </a:rPr>
              <a:t>Within each folder, please submit relevant files:</a:t>
            </a:r>
          </a:p>
          <a:p>
            <a:endParaRPr lang="en-US" sz="900" b="1" dirty="0">
              <a:solidFill>
                <a:schemeClr val="bg1">
                  <a:lumMod val="95000"/>
                </a:schemeClr>
              </a:solidFill>
              <a:latin typeface="Roboto"/>
            </a:endParaRPr>
          </a:p>
          <a:p>
            <a:r>
              <a:rPr lang="en-US" sz="900" b="1" dirty="0">
                <a:solidFill>
                  <a:schemeClr val="bg1">
                    <a:lumMod val="95000"/>
                  </a:schemeClr>
                </a:solidFill>
                <a:latin typeface="Roboto"/>
              </a:rPr>
              <a:t>WHS Folder </a:t>
            </a:r>
            <a:endParaRPr lang="en-US" b="1" dirty="0">
              <a:solidFill>
                <a:schemeClr val="bg1">
                  <a:lumMod val="95000"/>
                </a:schemeClr>
              </a:solidFill>
              <a:latin typeface="Roboto"/>
            </a:endParaRPr>
          </a:p>
          <a:p>
            <a:pPr marL="171450" indent="-171450">
              <a:buClr>
                <a:srgbClr val="00B0F0"/>
              </a:buClr>
              <a:buChar char="•"/>
            </a:pPr>
            <a:r>
              <a:rPr lang="en-US" sz="900" dirty="0">
                <a:solidFill>
                  <a:srgbClr val="B7B7B7"/>
                </a:solidFill>
                <a:latin typeface="Roboto"/>
              </a:rPr>
              <a:t>WHS assessment workbook PowerPoint</a:t>
            </a:r>
            <a:endParaRPr lang="en-US" b="1" dirty="0">
              <a:solidFill>
                <a:srgbClr val="F2F2F2"/>
              </a:solidFill>
            </a:endParaRPr>
          </a:p>
        </p:txBody>
      </p:sp>
      <p:sp>
        <p:nvSpPr>
          <p:cNvPr id="3" name="Rectangle 2">
            <a:extLst>
              <a:ext uri="{FF2B5EF4-FFF2-40B4-BE49-F238E27FC236}">
                <a16:creationId xmlns:a16="http://schemas.microsoft.com/office/drawing/2014/main" id="{A8005696-7426-4234-A057-3EA082CB9110}"/>
              </a:ext>
            </a:extLst>
          </p:cNvPr>
          <p:cNvSpPr/>
          <p:nvPr/>
        </p:nvSpPr>
        <p:spPr>
          <a:xfrm>
            <a:off x="4293422" y="1389957"/>
            <a:ext cx="45719" cy="3491587"/>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7" name="Group 6">
            <a:extLst>
              <a:ext uri="{FF2B5EF4-FFF2-40B4-BE49-F238E27FC236}">
                <a16:creationId xmlns:a16="http://schemas.microsoft.com/office/drawing/2014/main" id="{FC97F744-14FC-486C-B2CE-50066F91C053}"/>
              </a:ext>
            </a:extLst>
          </p:cNvPr>
          <p:cNvGrpSpPr/>
          <p:nvPr/>
        </p:nvGrpSpPr>
        <p:grpSpPr>
          <a:xfrm>
            <a:off x="629024" y="1582105"/>
            <a:ext cx="3566866" cy="1339317"/>
            <a:chOff x="357420" y="1576447"/>
            <a:chExt cx="3566866" cy="1339317"/>
          </a:xfrm>
        </p:grpSpPr>
        <p:sp>
          <p:nvSpPr>
            <p:cNvPr id="8" name="Rectangle 7">
              <a:extLst>
                <a:ext uri="{FF2B5EF4-FFF2-40B4-BE49-F238E27FC236}">
                  <a16:creationId xmlns:a16="http://schemas.microsoft.com/office/drawing/2014/main" id="{A584C094-E273-4ECC-9474-882299C5D7F0}"/>
                </a:ext>
              </a:extLst>
            </p:cNvPr>
            <p:cNvSpPr/>
            <p:nvPr/>
          </p:nvSpPr>
          <p:spPr>
            <a:xfrm>
              <a:off x="357420" y="1576447"/>
              <a:ext cx="3566866" cy="1339317"/>
            </a:xfrm>
            <a:prstGeom prst="rect">
              <a:avLst/>
            </a:prstGeom>
            <a:ln>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9pPr>
            </a:lstStyle>
            <a:p>
              <a:pPr algn="ctr"/>
              <a:endParaRPr lang="en-AU"/>
            </a:p>
          </p:txBody>
        </p:sp>
        <p:pic>
          <p:nvPicPr>
            <p:cNvPr id="9" name="Picture 8" descr="Icon&#10;&#10;Description automatically generated">
              <a:extLst>
                <a:ext uri="{FF2B5EF4-FFF2-40B4-BE49-F238E27FC236}">
                  <a16:creationId xmlns:a16="http://schemas.microsoft.com/office/drawing/2014/main" id="{5E28E836-A3C0-4B95-AD5A-507D0C9D50F4}"/>
                </a:ext>
              </a:extLst>
            </p:cNvPr>
            <p:cNvPicPr>
              <a:picLocks noChangeAspect="1"/>
            </p:cNvPicPr>
            <p:nvPr/>
          </p:nvPicPr>
          <p:blipFill>
            <a:blip r:embed="rId3"/>
            <a:stretch>
              <a:fillRect/>
            </a:stretch>
          </p:blipFill>
          <p:spPr>
            <a:xfrm>
              <a:off x="467321" y="1651469"/>
              <a:ext cx="477607" cy="477607"/>
            </a:xfrm>
            <a:prstGeom prst="rect">
              <a:avLst/>
            </a:prstGeom>
          </p:spPr>
        </p:pic>
        <p:pic>
          <p:nvPicPr>
            <p:cNvPr id="10" name="Picture 9" descr="A picture containing text, sign, clipart&#10;&#10;Description automatically generated">
              <a:extLst>
                <a:ext uri="{FF2B5EF4-FFF2-40B4-BE49-F238E27FC236}">
                  <a16:creationId xmlns:a16="http://schemas.microsoft.com/office/drawing/2014/main" id="{605B778A-75F7-42B8-AB97-B9BABBA3E0B1}"/>
                </a:ext>
              </a:extLst>
            </p:cNvPr>
            <p:cNvPicPr>
              <a:picLocks noChangeAspect="1"/>
            </p:cNvPicPr>
            <p:nvPr/>
          </p:nvPicPr>
          <p:blipFill>
            <a:blip r:embed="rId4"/>
            <a:stretch>
              <a:fillRect/>
            </a:stretch>
          </p:blipFill>
          <p:spPr>
            <a:xfrm>
              <a:off x="1169001" y="2255713"/>
              <a:ext cx="477607" cy="477607"/>
            </a:xfrm>
            <a:prstGeom prst="rect">
              <a:avLst/>
            </a:prstGeom>
          </p:spPr>
        </p:pic>
        <p:cxnSp>
          <p:nvCxnSpPr>
            <p:cNvPr id="13" name="Connector: Elbow 12">
              <a:extLst>
                <a:ext uri="{FF2B5EF4-FFF2-40B4-BE49-F238E27FC236}">
                  <a16:creationId xmlns:a16="http://schemas.microsoft.com/office/drawing/2014/main" id="{90C729F1-1C86-47D5-8A9D-EE8AE63D034E}"/>
                </a:ext>
              </a:extLst>
            </p:cNvPr>
            <p:cNvCxnSpPr>
              <a:cxnSpLocks/>
              <a:stCxn id="9" idx="2"/>
              <a:endCxn id="10" idx="1"/>
            </p:cNvCxnSpPr>
            <p:nvPr/>
          </p:nvCxnSpPr>
          <p:spPr>
            <a:xfrm rot="16200000" flipH="1">
              <a:off x="754843" y="2080358"/>
              <a:ext cx="365441" cy="462876"/>
            </a:xfrm>
            <a:prstGeom prst="bentConnector2">
              <a:avLst/>
            </a:prstGeom>
            <a:ln w="28575"/>
          </p:spPr>
          <p:style>
            <a:lnRef idx="1">
              <a:schemeClr val="dk1"/>
            </a:lnRef>
            <a:fillRef idx="0">
              <a:schemeClr val="dk1"/>
            </a:fillRef>
            <a:effectRef idx="0">
              <a:schemeClr val="dk1"/>
            </a:effectRef>
            <a:fontRef idx="minor">
              <a:schemeClr val="tx1"/>
            </a:fontRef>
          </p:style>
        </p:cxnSp>
        <p:sp>
          <p:nvSpPr>
            <p:cNvPr id="16" name="TextBox 10">
              <a:extLst>
                <a:ext uri="{FF2B5EF4-FFF2-40B4-BE49-F238E27FC236}">
                  <a16:creationId xmlns:a16="http://schemas.microsoft.com/office/drawing/2014/main" id="{EDB9A539-9D56-4164-8537-8845182718E0}"/>
                </a:ext>
              </a:extLst>
            </p:cNvPr>
            <p:cNvSpPr txBox="1"/>
            <p:nvPr/>
          </p:nvSpPr>
          <p:spPr>
            <a:xfrm>
              <a:off x="883363" y="1797372"/>
              <a:ext cx="1553630" cy="230832"/>
            </a:xfrm>
            <a:prstGeom prst="rect">
              <a:avLst/>
            </a:prstGeom>
            <a:noFill/>
          </p:spPr>
          <p:txBody>
            <a:bodyPr wrap="none" lIns="91440" tIns="45720" rIns="91440" bIns="4572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AU" sz="900" dirty="0" err="1">
                  <a:latin typeface="Roboto"/>
                </a:rPr>
                <a:t>WHS_FirstNameLastName</a:t>
              </a:r>
              <a:endParaRPr lang="en-AU" sz="900" dirty="0">
                <a:latin typeface="Roboto"/>
              </a:endParaRPr>
            </a:p>
          </p:txBody>
        </p:sp>
        <p:sp>
          <p:nvSpPr>
            <p:cNvPr id="17" name="TextBox 11">
              <a:extLst>
                <a:ext uri="{FF2B5EF4-FFF2-40B4-BE49-F238E27FC236}">
                  <a16:creationId xmlns:a16="http://schemas.microsoft.com/office/drawing/2014/main" id="{85033398-D320-4371-A0CD-7A7BC1D5BCC0}"/>
                </a:ext>
              </a:extLst>
            </p:cNvPr>
            <p:cNvSpPr txBox="1"/>
            <p:nvPr/>
          </p:nvSpPr>
          <p:spPr>
            <a:xfrm>
              <a:off x="1535613" y="2363711"/>
              <a:ext cx="2302233" cy="215444"/>
            </a:xfrm>
            <a:prstGeom prst="rect">
              <a:avLst/>
            </a:prstGeom>
            <a:noFill/>
          </p:spPr>
          <p:txBody>
            <a:bodyPr wrap="none" lIns="91440" tIns="45720" rIns="91440" bIns="4572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AU" sz="800" dirty="0" err="1">
                  <a:latin typeface="Roboto"/>
                </a:rPr>
                <a:t>WorkHealth&amp;Safety_VFX_FirstNameLastName</a:t>
              </a:r>
            </a:p>
          </p:txBody>
        </p:sp>
      </p:grpSp>
    </p:spTree>
    <p:extLst>
      <p:ext uri="{BB962C8B-B14F-4D97-AF65-F5344CB8AC3E}">
        <p14:creationId xmlns:p14="http://schemas.microsoft.com/office/powerpoint/2010/main" val="8693834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9" name="Google Shape;409;p66"/>
          <p:cNvSpPr txBox="1"/>
          <p:nvPr/>
        </p:nvSpPr>
        <p:spPr>
          <a:xfrm>
            <a:off x="323528" y="1063375"/>
            <a:ext cx="8064900" cy="3394500"/>
          </a:xfrm>
          <a:prstGeom prst="rect">
            <a:avLst/>
          </a:prstGeom>
          <a:noFill/>
          <a:ln>
            <a:noFill/>
          </a:ln>
        </p:spPr>
        <p:txBody>
          <a:bodyPr spcFirstLastPara="1" wrap="square" lIns="91425" tIns="45700" rIns="91425" bIns="45700" anchor="t" anchorCtr="0">
            <a:noAutofit/>
          </a:bodyPr>
          <a:lstStyle/>
          <a:p>
            <a:pPr marL="0" lvl="0" indent="0" rtl="0">
              <a:lnSpc>
                <a:spcPct val="115000"/>
              </a:lnSpc>
              <a:spcBef>
                <a:spcPts val="0"/>
              </a:spcBef>
              <a:spcAft>
                <a:spcPts val="0"/>
              </a:spcAft>
              <a:buClr>
                <a:schemeClr val="dk1"/>
              </a:buClr>
              <a:buSzPts val="1100"/>
              <a:buFont typeface="Arial"/>
              <a:buNone/>
            </a:pPr>
            <a:endParaRPr lang="en-US" sz="900">
              <a:solidFill>
                <a:srgbClr val="B7B7B7"/>
              </a:solidFill>
              <a:latin typeface="Roboto"/>
              <a:ea typeface="Roboto"/>
              <a:cs typeface="Roboto"/>
              <a:sym typeface="Roboto"/>
            </a:endParaRPr>
          </a:p>
        </p:txBody>
      </p:sp>
      <p:sp>
        <p:nvSpPr>
          <p:cNvPr id="4" name="Google Shape;173;p27">
            <a:extLst>
              <a:ext uri="{FF2B5EF4-FFF2-40B4-BE49-F238E27FC236}">
                <a16:creationId xmlns:a16="http://schemas.microsoft.com/office/drawing/2014/main" id="{44FB46B9-0317-4CEF-861A-A36F8E349EA6}"/>
              </a:ext>
            </a:extLst>
          </p:cNvPr>
          <p:cNvSpPr/>
          <p:nvPr/>
        </p:nvSpPr>
        <p:spPr>
          <a:xfrm>
            <a:off x="0" y="1666864"/>
            <a:ext cx="9143999" cy="1415772"/>
          </a:xfrm>
          <a:prstGeom prst="roundRect">
            <a:avLst>
              <a:gd name="adj" fmla="val 3186"/>
            </a:avLst>
          </a:prstGeom>
          <a:gradFill>
            <a:gsLst>
              <a:gs pos="0">
                <a:srgbClr val="1F3D5F"/>
              </a:gs>
              <a:gs pos="60000">
                <a:srgbClr val="1F3D5F"/>
              </a:gs>
              <a:gs pos="100000">
                <a:srgbClr val="1F3D5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 name="Google Shape;174;p27">
            <a:extLst>
              <a:ext uri="{FF2B5EF4-FFF2-40B4-BE49-F238E27FC236}">
                <a16:creationId xmlns:a16="http://schemas.microsoft.com/office/drawing/2014/main" id="{1C8796AF-8B06-4F1B-A618-25F3C7D00C9D}"/>
              </a:ext>
            </a:extLst>
          </p:cNvPr>
          <p:cNvSpPr/>
          <p:nvPr/>
        </p:nvSpPr>
        <p:spPr>
          <a:xfrm>
            <a:off x="755071" y="2051584"/>
            <a:ext cx="7633855" cy="646331"/>
          </a:xfrm>
          <a:prstGeom prst="rect">
            <a:avLst/>
          </a:prstGeom>
          <a:noFill/>
          <a:ln>
            <a:noFill/>
          </a:ln>
        </p:spPr>
        <p:txBody>
          <a:bodyPr spcFirstLastPara="1" wrap="square" lIns="91425" tIns="45700" rIns="91425" bIns="45700" anchor="t" anchorCtr="0">
            <a:noAutofit/>
          </a:bodyPr>
          <a:lstStyle/>
          <a:p>
            <a:pPr algn="ctr"/>
            <a:r>
              <a:rPr lang="en-GB" sz="3600">
                <a:solidFill>
                  <a:srgbClr val="00B0F0"/>
                </a:solidFill>
                <a:latin typeface="Roboto"/>
                <a:ea typeface="Roboto"/>
                <a:sym typeface="Roboto"/>
              </a:rPr>
              <a:t>WHS Management Plan</a:t>
            </a:r>
            <a:endParaRPr lang="en-AU" sz="3600" b="1" i="0" u="none" strike="noStrike" cap="none">
              <a:solidFill>
                <a:srgbClr val="00B0F0"/>
              </a:solidFill>
              <a:latin typeface="Roboto"/>
              <a:ea typeface="Roboto"/>
              <a:cs typeface="Arial"/>
            </a:endParaRPr>
          </a:p>
        </p:txBody>
      </p:sp>
    </p:spTree>
    <p:extLst>
      <p:ext uri="{BB962C8B-B14F-4D97-AF65-F5344CB8AC3E}">
        <p14:creationId xmlns:p14="http://schemas.microsoft.com/office/powerpoint/2010/main" val="34635902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8"/>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GB">
                <a:latin typeface="Roboto"/>
                <a:ea typeface="Roboto"/>
                <a:cs typeface="Roboto"/>
                <a:sym typeface="Roboto"/>
              </a:rPr>
              <a:t>WHS Management Plan | </a:t>
            </a:r>
            <a:r>
              <a:rPr lang="en-GB" sz="3000">
                <a:solidFill>
                  <a:srgbClr val="8CB3E3"/>
                </a:solidFill>
                <a:latin typeface="Roboto"/>
                <a:ea typeface="Roboto"/>
                <a:cs typeface="Roboto"/>
                <a:sym typeface="Roboto"/>
              </a:rPr>
              <a:t>Hazards</a:t>
            </a:r>
            <a:endParaRPr lang="en-GB" sz="3000">
              <a:solidFill>
                <a:srgbClr val="8CB3E3"/>
              </a:solidFill>
              <a:latin typeface="Roboto"/>
              <a:ea typeface="Roboto"/>
            </a:endParaRPr>
          </a:p>
        </p:txBody>
      </p:sp>
      <p:sp>
        <p:nvSpPr>
          <p:cNvPr id="272" name="Google Shape;272;p48"/>
          <p:cNvSpPr txBox="1"/>
          <p:nvPr/>
        </p:nvSpPr>
        <p:spPr>
          <a:xfrm>
            <a:off x="351775" y="1063375"/>
            <a:ext cx="8242800" cy="220415"/>
          </a:xfrm>
          <a:prstGeom prst="rect">
            <a:avLst/>
          </a:prstGeom>
          <a:noFill/>
          <a:ln>
            <a:noFill/>
          </a:ln>
        </p:spPr>
        <p:txBody>
          <a:bodyPr spcFirstLastPara="1" wrap="square" lIns="91425" tIns="45700" rIns="91425" bIns="45700" anchor="t" anchorCtr="0">
            <a:noAutofit/>
          </a:bodyPr>
          <a:lstStyle/>
          <a:p>
            <a:pPr marL="0" lvl="0" indent="0" rtl="0">
              <a:spcBef>
                <a:spcPts val="0"/>
              </a:spcBef>
              <a:spcAft>
                <a:spcPts val="0"/>
              </a:spcAft>
              <a:buClr>
                <a:schemeClr val="dk1"/>
              </a:buClr>
              <a:buSzPts val="1100"/>
              <a:buFont typeface="Arial"/>
              <a:buNone/>
            </a:pPr>
            <a:r>
              <a:rPr lang="en-GB" sz="900">
                <a:solidFill>
                  <a:srgbClr val="B7B7B7"/>
                </a:solidFill>
                <a:latin typeface="Roboto"/>
                <a:ea typeface="Roboto"/>
                <a:cs typeface="Roboto"/>
                <a:sym typeface="Roboto"/>
              </a:rPr>
              <a:t>As part of a class </a:t>
            </a:r>
            <a:r>
              <a:rPr lang="en-GB" sz="900">
                <a:solidFill>
                  <a:schemeClr val="bg1">
                    <a:lumMod val="75000"/>
                  </a:schemeClr>
                </a:solidFill>
                <a:latin typeface="Roboto"/>
                <a:ea typeface="Roboto"/>
                <a:cs typeface="Roboto"/>
                <a:sym typeface="Roboto"/>
              </a:rPr>
              <a:t>discussion</a:t>
            </a:r>
            <a:r>
              <a:rPr lang="en-GB" sz="900">
                <a:solidFill>
                  <a:srgbClr val="B7B7B7"/>
                </a:solidFill>
                <a:latin typeface="Roboto"/>
                <a:ea typeface="Roboto"/>
                <a:cs typeface="Roboto"/>
                <a:sym typeface="Roboto"/>
              </a:rPr>
              <a:t>, list any potential hazards which could arise in the provided scenario.</a:t>
            </a:r>
            <a:endParaRPr sz="2800">
              <a:solidFill>
                <a:srgbClr val="FFFFFF"/>
              </a:solidFill>
              <a:latin typeface="Calibri"/>
              <a:ea typeface="Calibri"/>
              <a:cs typeface="Calibri"/>
              <a:sym typeface="Calibri"/>
            </a:endParaRPr>
          </a:p>
        </p:txBody>
      </p:sp>
      <p:sp>
        <p:nvSpPr>
          <p:cNvPr id="6" name="Google Shape;271;p48">
            <a:extLst>
              <a:ext uri="{FF2B5EF4-FFF2-40B4-BE49-F238E27FC236}">
                <a16:creationId xmlns:a16="http://schemas.microsoft.com/office/drawing/2014/main" id="{4A2D927D-F57D-43A7-B4B5-4002E67B62CC}"/>
              </a:ext>
            </a:extLst>
          </p:cNvPr>
          <p:cNvSpPr txBox="1">
            <a:spLocks/>
          </p:cNvSpPr>
          <p:nvPr/>
        </p:nvSpPr>
        <p:spPr>
          <a:xfrm>
            <a:off x="354547" y="1427673"/>
            <a:ext cx="3549943" cy="371784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spcBef>
                <a:spcPts val="0"/>
              </a:spcBef>
              <a:buNone/>
            </a:pPr>
            <a:r>
              <a:rPr lang="en-GB" sz="900" b="1" dirty="0">
                <a:solidFill>
                  <a:schemeClr val="bg1">
                    <a:lumMod val="85000"/>
                  </a:schemeClr>
                </a:solidFill>
                <a:latin typeface="Roboto"/>
                <a:ea typeface="Roboto"/>
                <a:sym typeface="Roboto"/>
              </a:rPr>
              <a:t>Physical</a:t>
            </a:r>
            <a:r>
              <a:rPr lang="en-GB" sz="900" b="1" dirty="0">
                <a:solidFill>
                  <a:schemeClr val="bg1">
                    <a:lumMod val="85000"/>
                  </a:schemeClr>
                </a:solidFill>
                <a:latin typeface="Roboto"/>
                <a:ea typeface="Roboto"/>
              </a:rPr>
              <a:t>:</a:t>
            </a:r>
            <a:endParaRPr lang="en-US" sz="900" dirty="0">
              <a:solidFill>
                <a:schemeClr val="bg1">
                  <a:lumMod val="85000"/>
                </a:schemeClr>
              </a:solidFill>
              <a:ea typeface="Roboto"/>
            </a:endParaRPr>
          </a:p>
          <a:p>
            <a:pPr marL="0" indent="0">
              <a:spcBef>
                <a:spcPts val="0"/>
              </a:spcBef>
              <a:buNone/>
            </a:pPr>
            <a:r>
              <a:rPr lang="en-GB" sz="900" dirty="0">
                <a:solidFill>
                  <a:srgbClr val="92D050"/>
                </a:solidFill>
                <a:latin typeface="Roboto"/>
                <a:ea typeface="Roboto"/>
              </a:rPr>
              <a:t>Answer here</a:t>
            </a:r>
            <a:endParaRPr lang="en-GB" sz="900" dirty="0"/>
          </a:p>
          <a:p>
            <a:pPr marL="0" indent="0">
              <a:spcBef>
                <a:spcPts val="0"/>
              </a:spcBef>
              <a:buNone/>
            </a:pPr>
            <a:endParaRPr lang="en-GB" sz="900" dirty="0">
              <a:ea typeface="Roboto"/>
            </a:endParaRPr>
          </a:p>
          <a:p>
            <a:pPr marL="0" indent="0">
              <a:spcBef>
                <a:spcPts val="0"/>
              </a:spcBef>
              <a:buNone/>
            </a:pPr>
            <a:endParaRPr lang="en-GB" sz="900" dirty="0">
              <a:ea typeface="Roboto"/>
            </a:endParaRPr>
          </a:p>
          <a:p>
            <a:pPr marL="0" indent="0">
              <a:spcBef>
                <a:spcPts val="0"/>
              </a:spcBef>
              <a:buNone/>
            </a:pPr>
            <a:endParaRPr lang="en-GB" sz="900" dirty="0">
              <a:ea typeface="Roboto"/>
            </a:endParaRPr>
          </a:p>
          <a:p>
            <a:pPr marL="0" indent="0">
              <a:spcBef>
                <a:spcPts val="0"/>
              </a:spcBef>
              <a:buNone/>
            </a:pPr>
            <a:endParaRPr lang="en-GB" sz="900" dirty="0">
              <a:solidFill>
                <a:srgbClr val="FFFFFF"/>
              </a:solidFill>
              <a:ea typeface="Roboto"/>
            </a:endParaRPr>
          </a:p>
          <a:p>
            <a:pPr marL="0" indent="0">
              <a:spcBef>
                <a:spcPts val="0"/>
              </a:spcBef>
              <a:buNone/>
            </a:pPr>
            <a:endParaRPr lang="en-GB" sz="900" dirty="0">
              <a:solidFill>
                <a:srgbClr val="FFFFFF"/>
              </a:solidFill>
              <a:ea typeface="Roboto"/>
            </a:endParaRPr>
          </a:p>
          <a:p>
            <a:pPr marL="0" indent="0">
              <a:spcBef>
                <a:spcPts val="0"/>
              </a:spcBef>
              <a:buNone/>
            </a:pPr>
            <a:r>
              <a:rPr lang="en-GB" sz="900" b="1" dirty="0">
                <a:solidFill>
                  <a:schemeClr val="bg1">
                    <a:lumMod val="85000"/>
                  </a:schemeClr>
                </a:solidFill>
                <a:latin typeface="Roboto"/>
                <a:ea typeface="Roboto"/>
              </a:rPr>
              <a:t>Psychosocial:</a:t>
            </a:r>
            <a:endParaRPr lang="en-AU" sz="900" dirty="0">
              <a:solidFill>
                <a:schemeClr val="bg1">
                  <a:lumMod val="85000"/>
                </a:schemeClr>
              </a:solidFill>
              <a:ea typeface="Roboto"/>
            </a:endParaRPr>
          </a:p>
          <a:p>
            <a:pPr marL="0" indent="0">
              <a:spcBef>
                <a:spcPts val="0"/>
              </a:spcBef>
              <a:buNone/>
            </a:pPr>
            <a:r>
              <a:rPr lang="en-GB" sz="900" dirty="0">
                <a:solidFill>
                  <a:srgbClr val="92D050"/>
                </a:solidFill>
                <a:latin typeface="Roboto"/>
                <a:ea typeface="Roboto"/>
              </a:rPr>
              <a:t>Answer here</a:t>
            </a:r>
            <a:endParaRPr lang="en-GB" sz="900" dirty="0"/>
          </a:p>
          <a:p>
            <a:pPr marL="0" indent="0">
              <a:spcBef>
                <a:spcPts val="0"/>
              </a:spcBef>
              <a:buNone/>
            </a:pPr>
            <a:endParaRPr lang="en-GB" sz="900" dirty="0">
              <a:ea typeface="Roboto"/>
            </a:endParaRPr>
          </a:p>
          <a:p>
            <a:pPr marL="0" indent="0">
              <a:spcBef>
                <a:spcPts val="0"/>
              </a:spcBef>
              <a:buNone/>
            </a:pPr>
            <a:endParaRPr lang="en-GB" sz="900" dirty="0">
              <a:ea typeface="Roboto"/>
            </a:endParaRPr>
          </a:p>
          <a:p>
            <a:pPr marL="0" indent="0">
              <a:spcBef>
                <a:spcPts val="0"/>
              </a:spcBef>
              <a:buNone/>
            </a:pPr>
            <a:endParaRPr lang="en-GB" sz="900" dirty="0">
              <a:ea typeface="Roboto"/>
            </a:endParaRPr>
          </a:p>
          <a:p>
            <a:pPr marL="0" indent="0">
              <a:spcBef>
                <a:spcPts val="0"/>
              </a:spcBef>
              <a:buNone/>
            </a:pPr>
            <a:endParaRPr lang="en-GB" sz="900" dirty="0">
              <a:solidFill>
                <a:srgbClr val="FFFFFF"/>
              </a:solidFill>
              <a:ea typeface="Roboto"/>
            </a:endParaRPr>
          </a:p>
          <a:p>
            <a:pPr marL="0" indent="0">
              <a:spcBef>
                <a:spcPts val="0"/>
              </a:spcBef>
              <a:buNone/>
            </a:pPr>
            <a:endParaRPr lang="en-GB" sz="900" dirty="0">
              <a:solidFill>
                <a:srgbClr val="FFFFFF"/>
              </a:solidFill>
              <a:ea typeface="Roboto"/>
            </a:endParaRPr>
          </a:p>
          <a:p>
            <a:pPr marL="0" indent="0">
              <a:spcBef>
                <a:spcPts val="0"/>
              </a:spcBef>
              <a:buNone/>
            </a:pPr>
            <a:r>
              <a:rPr lang="en-GB" sz="900" b="1" dirty="0">
                <a:solidFill>
                  <a:schemeClr val="bg1">
                    <a:lumMod val="85000"/>
                  </a:schemeClr>
                </a:solidFill>
                <a:latin typeface="Roboto"/>
                <a:ea typeface="Roboto"/>
              </a:rPr>
              <a:t>Chemical:</a:t>
            </a:r>
            <a:endParaRPr lang="en-AU" sz="900" dirty="0">
              <a:solidFill>
                <a:schemeClr val="bg1">
                  <a:lumMod val="85000"/>
                </a:schemeClr>
              </a:solidFill>
              <a:ea typeface="Roboto"/>
            </a:endParaRPr>
          </a:p>
          <a:p>
            <a:pPr marL="0" indent="0">
              <a:spcBef>
                <a:spcPts val="0"/>
              </a:spcBef>
              <a:buNone/>
            </a:pPr>
            <a:r>
              <a:rPr lang="en-GB" sz="900" dirty="0">
                <a:solidFill>
                  <a:srgbClr val="92D050"/>
                </a:solidFill>
                <a:latin typeface="Roboto"/>
                <a:ea typeface="Roboto"/>
              </a:rPr>
              <a:t>Answer here</a:t>
            </a:r>
            <a:endParaRPr lang="en-GB" dirty="0"/>
          </a:p>
          <a:p>
            <a:pPr marL="0" indent="0">
              <a:spcBef>
                <a:spcPts val="0"/>
              </a:spcBef>
              <a:buClr>
                <a:schemeClr val="dk1"/>
              </a:buClr>
              <a:buFont typeface="Arial"/>
              <a:buNone/>
            </a:pPr>
            <a:endParaRPr lang="en-US" sz="90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a:solidFill>
                <a:srgbClr val="92D050"/>
              </a:solidFill>
              <a:latin typeface="Roboto"/>
              <a:ea typeface="Roboto"/>
              <a:cs typeface="Roboto"/>
            </a:endParaRPr>
          </a:p>
          <a:p>
            <a:pPr marL="0" indent="0">
              <a:spcBef>
                <a:spcPts val="0"/>
              </a:spcBef>
              <a:buFont typeface="Arial"/>
              <a:buNone/>
            </a:pPr>
            <a:endParaRPr lang="en-GB" sz="900" dirty="0">
              <a:solidFill>
                <a:srgbClr val="92D050"/>
              </a:solidFill>
              <a:latin typeface="Roboto"/>
              <a:ea typeface="Roboto"/>
            </a:endParaRPr>
          </a:p>
          <a:p>
            <a:pPr marL="0" indent="0">
              <a:spcBef>
                <a:spcPts val="0"/>
              </a:spcBef>
              <a:buNone/>
            </a:pPr>
            <a:endParaRPr lang="en-US" sz="900">
              <a:solidFill>
                <a:srgbClr val="92D050"/>
              </a:solidFill>
              <a:latin typeface="Roboto"/>
              <a:ea typeface="Roboto"/>
              <a:cs typeface="Roboto"/>
            </a:endParaRPr>
          </a:p>
          <a:p>
            <a:pPr marL="0" indent="0">
              <a:spcBef>
                <a:spcPts val="0"/>
              </a:spcBef>
              <a:buFont typeface="Arial"/>
              <a:buNone/>
            </a:pPr>
            <a:endParaRPr lang="en-US" sz="900">
              <a:solidFill>
                <a:srgbClr val="92D050"/>
              </a:solidFill>
              <a:latin typeface="Roboto"/>
              <a:ea typeface="Roboto"/>
              <a:cs typeface="Roboto"/>
            </a:endParaRPr>
          </a:p>
          <a:p>
            <a:pPr marL="0" indent="0">
              <a:spcBef>
                <a:spcPts val="0"/>
              </a:spcBef>
              <a:buFont typeface="Arial"/>
              <a:buNone/>
            </a:pPr>
            <a:endParaRPr lang="en-US" sz="900">
              <a:solidFill>
                <a:srgbClr val="92D050"/>
              </a:solidFill>
              <a:latin typeface="Roboto"/>
              <a:ea typeface="Roboto"/>
              <a:cs typeface="Roboto"/>
            </a:endParaRPr>
          </a:p>
          <a:p>
            <a:pPr marL="0" indent="0">
              <a:spcBef>
                <a:spcPts val="0"/>
              </a:spcBef>
              <a:buFont typeface="Arial"/>
              <a:buNone/>
            </a:pPr>
            <a:endParaRPr lang="en-US" sz="900">
              <a:solidFill>
                <a:srgbClr val="92D050"/>
              </a:solidFill>
              <a:latin typeface="Roboto"/>
              <a:ea typeface="Roboto"/>
              <a:cs typeface="Roboto"/>
            </a:endParaRPr>
          </a:p>
          <a:p>
            <a:pPr marL="0" indent="0">
              <a:spcBef>
                <a:spcPts val="0"/>
              </a:spcBef>
              <a:buFont typeface="Arial"/>
              <a:buNone/>
            </a:pPr>
            <a:endParaRPr lang="en-US" sz="900">
              <a:solidFill>
                <a:srgbClr val="92D050"/>
              </a:solidFill>
              <a:latin typeface="Roboto"/>
              <a:ea typeface="Roboto"/>
              <a:cs typeface="Roboto"/>
            </a:endParaRPr>
          </a:p>
          <a:p>
            <a:pPr marL="0" indent="0">
              <a:spcBef>
                <a:spcPts val="0"/>
              </a:spcBef>
              <a:buFont typeface="Arial"/>
              <a:buNone/>
            </a:pPr>
            <a:endParaRPr lang="en-US" sz="900">
              <a:solidFill>
                <a:srgbClr val="92D050"/>
              </a:solidFill>
              <a:latin typeface="Roboto"/>
              <a:ea typeface="Roboto"/>
              <a:cs typeface="Roboto"/>
            </a:endParaRPr>
          </a:p>
          <a:p>
            <a:pPr marL="0" indent="0">
              <a:spcBef>
                <a:spcPts val="0"/>
              </a:spcBef>
              <a:buFont typeface="Arial"/>
              <a:buNone/>
            </a:pPr>
            <a:endParaRPr lang="en-US" sz="900">
              <a:solidFill>
                <a:srgbClr val="92D050"/>
              </a:solidFill>
              <a:latin typeface="Roboto"/>
              <a:ea typeface="Roboto"/>
              <a:cs typeface="Roboto"/>
            </a:endParaRPr>
          </a:p>
          <a:p>
            <a:pPr marL="0" indent="0">
              <a:spcBef>
                <a:spcPts val="0"/>
              </a:spcBef>
              <a:buFont typeface="Arial"/>
              <a:buNone/>
            </a:pPr>
            <a:endParaRPr lang="en-US" sz="900">
              <a:solidFill>
                <a:srgbClr val="92D050"/>
              </a:solidFill>
              <a:latin typeface="Roboto"/>
              <a:ea typeface="Roboto"/>
              <a:cs typeface="Roboto"/>
            </a:endParaRPr>
          </a:p>
          <a:p>
            <a:pPr marL="0" indent="0">
              <a:spcBef>
                <a:spcPts val="0"/>
              </a:spcBef>
              <a:buFont typeface="Arial"/>
              <a:buNone/>
            </a:pPr>
            <a:endParaRPr lang="en-US" sz="900">
              <a:solidFill>
                <a:srgbClr val="92D050"/>
              </a:solidFill>
              <a:latin typeface="Roboto"/>
              <a:ea typeface="Roboto"/>
              <a:cs typeface="Roboto"/>
            </a:endParaRPr>
          </a:p>
          <a:p>
            <a:pPr marL="0" indent="0">
              <a:spcBef>
                <a:spcPts val="0"/>
              </a:spcBef>
              <a:buFont typeface="Arial"/>
              <a:buNone/>
            </a:pPr>
            <a:endParaRPr lang="en-US" sz="900">
              <a:solidFill>
                <a:srgbClr val="92D050"/>
              </a:solidFill>
              <a:latin typeface="Roboto"/>
              <a:ea typeface="Roboto"/>
              <a:cs typeface="Roboto"/>
            </a:endParaRPr>
          </a:p>
          <a:p>
            <a:pPr marL="0" indent="0">
              <a:spcBef>
                <a:spcPts val="0"/>
              </a:spcBef>
              <a:buFont typeface="Arial"/>
              <a:buNone/>
            </a:pPr>
            <a:endParaRPr lang="en-US" sz="900">
              <a:solidFill>
                <a:srgbClr val="92D050"/>
              </a:solidFill>
              <a:latin typeface="Roboto"/>
              <a:ea typeface="Roboto"/>
              <a:cs typeface="Roboto"/>
            </a:endParaRPr>
          </a:p>
          <a:p>
            <a:pPr marL="0" indent="0">
              <a:spcBef>
                <a:spcPts val="0"/>
              </a:spcBef>
              <a:buFont typeface="Arial"/>
              <a:buNone/>
            </a:pPr>
            <a:endParaRPr lang="en-US" sz="900">
              <a:solidFill>
                <a:srgbClr val="92D050"/>
              </a:solidFill>
              <a:latin typeface="Roboto"/>
              <a:ea typeface="Roboto"/>
              <a:cs typeface="Roboto"/>
            </a:endParaRPr>
          </a:p>
          <a:p>
            <a:pPr marL="0" indent="0">
              <a:spcBef>
                <a:spcPts val="0"/>
              </a:spcBef>
              <a:buFont typeface="Arial"/>
              <a:buNone/>
            </a:pPr>
            <a:endParaRPr lang="en-US" sz="900">
              <a:solidFill>
                <a:srgbClr val="92D050"/>
              </a:solidFill>
              <a:latin typeface="Roboto"/>
              <a:ea typeface="Roboto"/>
              <a:cs typeface="Roboto"/>
            </a:endParaRPr>
          </a:p>
          <a:p>
            <a:pPr marL="0" indent="0">
              <a:spcBef>
                <a:spcPts val="0"/>
              </a:spcBef>
              <a:buFont typeface="Arial"/>
              <a:buNone/>
            </a:pPr>
            <a:endParaRPr lang="en-US" sz="900">
              <a:latin typeface="Roboto"/>
              <a:ea typeface="Roboto"/>
              <a:cs typeface="Roboto"/>
            </a:endParaRPr>
          </a:p>
        </p:txBody>
      </p:sp>
      <p:sp>
        <p:nvSpPr>
          <p:cNvPr id="5" name="Google Shape;271;p48">
            <a:extLst>
              <a:ext uri="{FF2B5EF4-FFF2-40B4-BE49-F238E27FC236}">
                <a16:creationId xmlns:a16="http://schemas.microsoft.com/office/drawing/2014/main" id="{692B96DB-B30A-404B-9F29-0A009707BD82}"/>
              </a:ext>
            </a:extLst>
          </p:cNvPr>
          <p:cNvSpPr txBox="1">
            <a:spLocks/>
          </p:cNvSpPr>
          <p:nvPr/>
        </p:nvSpPr>
        <p:spPr>
          <a:xfrm>
            <a:off x="3906012" y="1427673"/>
            <a:ext cx="3549943" cy="371784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spcBef>
                <a:spcPts val="0"/>
              </a:spcBef>
              <a:buNone/>
            </a:pPr>
            <a:r>
              <a:rPr lang="en-GB" sz="900" b="1" dirty="0">
                <a:solidFill>
                  <a:schemeClr val="bg1">
                    <a:lumMod val="85000"/>
                  </a:schemeClr>
                </a:solidFill>
                <a:latin typeface="Roboto"/>
                <a:ea typeface="Roboto"/>
              </a:rPr>
              <a:t>Biological:</a:t>
            </a:r>
            <a:endParaRPr lang="en-AU" sz="900" dirty="0">
              <a:solidFill>
                <a:schemeClr val="bg1">
                  <a:lumMod val="85000"/>
                </a:schemeClr>
              </a:solidFill>
              <a:ea typeface="Roboto"/>
            </a:endParaRPr>
          </a:p>
          <a:p>
            <a:pPr marL="0" indent="0">
              <a:spcBef>
                <a:spcPts val="0"/>
              </a:spcBef>
              <a:buNone/>
            </a:pPr>
            <a:r>
              <a:rPr lang="en-GB" sz="900" dirty="0">
                <a:solidFill>
                  <a:srgbClr val="92D050"/>
                </a:solidFill>
                <a:latin typeface="Roboto"/>
                <a:ea typeface="Roboto"/>
              </a:rPr>
              <a:t>Answer here</a:t>
            </a:r>
            <a:endParaRPr lang="en-GB" sz="900" dirty="0">
              <a:solidFill>
                <a:srgbClr val="92D050"/>
              </a:solidFill>
              <a:ea typeface="Roboto"/>
            </a:endParaRPr>
          </a:p>
          <a:p>
            <a:pPr marL="0" indent="0">
              <a:spcBef>
                <a:spcPts val="0"/>
              </a:spcBef>
              <a:buNone/>
            </a:pPr>
            <a:endParaRPr lang="en-GB" sz="900" dirty="0">
              <a:solidFill>
                <a:srgbClr val="92D050"/>
              </a:solidFill>
              <a:latin typeface="Roboto"/>
              <a:ea typeface="Roboto"/>
            </a:endParaRPr>
          </a:p>
          <a:p>
            <a:pPr marL="0" indent="0">
              <a:spcBef>
                <a:spcPts val="0"/>
              </a:spcBef>
              <a:buNone/>
            </a:pPr>
            <a:endParaRPr lang="en-GB" sz="900" dirty="0">
              <a:solidFill>
                <a:srgbClr val="92D050"/>
              </a:solidFill>
              <a:latin typeface="Roboto"/>
              <a:ea typeface="Roboto"/>
            </a:endParaRPr>
          </a:p>
          <a:p>
            <a:pPr marL="0" indent="0">
              <a:spcBef>
                <a:spcPts val="0"/>
              </a:spcBef>
              <a:buNone/>
            </a:pPr>
            <a:endParaRPr lang="en-GB" sz="900" dirty="0">
              <a:solidFill>
                <a:srgbClr val="92D050"/>
              </a:solidFill>
              <a:latin typeface="Roboto"/>
              <a:ea typeface="Roboto"/>
            </a:endParaRPr>
          </a:p>
          <a:p>
            <a:pPr marL="0" indent="0">
              <a:spcBef>
                <a:spcPts val="0"/>
              </a:spcBef>
              <a:buNone/>
            </a:pPr>
            <a:endParaRPr lang="en-GB" sz="900" dirty="0">
              <a:solidFill>
                <a:srgbClr val="92D050"/>
              </a:solidFill>
              <a:latin typeface="Roboto"/>
              <a:ea typeface="Roboto"/>
            </a:endParaRPr>
          </a:p>
          <a:p>
            <a:pPr marL="0" indent="0">
              <a:spcBef>
                <a:spcPts val="0"/>
              </a:spcBef>
              <a:buNone/>
            </a:pPr>
            <a:endParaRPr lang="en-GB" sz="900" dirty="0">
              <a:solidFill>
                <a:srgbClr val="92D050"/>
              </a:solidFill>
              <a:latin typeface="Roboto"/>
              <a:ea typeface="Roboto"/>
            </a:endParaRPr>
          </a:p>
          <a:p>
            <a:pPr marL="0" indent="0">
              <a:spcBef>
                <a:spcPts val="0"/>
              </a:spcBef>
              <a:buNone/>
            </a:pPr>
            <a:r>
              <a:rPr lang="en-GB" sz="900" b="1" dirty="0">
                <a:solidFill>
                  <a:schemeClr val="bg1">
                    <a:lumMod val="85000"/>
                  </a:schemeClr>
                </a:solidFill>
                <a:latin typeface="Roboto"/>
                <a:ea typeface="Roboto"/>
              </a:rPr>
              <a:t>Ergonomic:</a:t>
            </a:r>
            <a:endParaRPr lang="en-AU" sz="900" dirty="0">
              <a:solidFill>
                <a:schemeClr val="bg1">
                  <a:lumMod val="85000"/>
                </a:schemeClr>
              </a:solidFill>
              <a:ea typeface="Roboto"/>
            </a:endParaRPr>
          </a:p>
          <a:p>
            <a:pPr marL="0" indent="0">
              <a:spcBef>
                <a:spcPts val="0"/>
              </a:spcBef>
              <a:buNone/>
            </a:pPr>
            <a:r>
              <a:rPr lang="en-GB" sz="900" dirty="0">
                <a:solidFill>
                  <a:srgbClr val="92D050"/>
                </a:solidFill>
                <a:latin typeface="Roboto"/>
                <a:ea typeface="Roboto"/>
              </a:rPr>
              <a:t>Answer here</a:t>
            </a:r>
            <a:endParaRPr lang="en-US" dirty="0"/>
          </a:p>
          <a:p>
            <a:pPr marL="0" indent="0">
              <a:spcBef>
                <a:spcPts val="0"/>
              </a:spcBef>
              <a:buFont typeface="Arial"/>
              <a:buNone/>
            </a:pPr>
            <a:endParaRPr lang="en-US" sz="900">
              <a:solidFill>
                <a:srgbClr val="92D050"/>
              </a:solidFill>
              <a:latin typeface="Roboto"/>
              <a:ea typeface="Roboto"/>
              <a:cs typeface="Roboto"/>
            </a:endParaRPr>
          </a:p>
          <a:p>
            <a:pPr marL="0" indent="0">
              <a:spcBef>
                <a:spcPts val="0"/>
              </a:spcBef>
              <a:buFont typeface="Arial"/>
              <a:buNone/>
            </a:pPr>
            <a:endParaRPr lang="en-US" sz="900">
              <a:solidFill>
                <a:srgbClr val="92D050"/>
              </a:solidFill>
              <a:latin typeface="Roboto"/>
              <a:ea typeface="Roboto"/>
              <a:cs typeface="Roboto"/>
            </a:endParaRPr>
          </a:p>
          <a:p>
            <a:pPr marL="0" indent="0">
              <a:spcBef>
                <a:spcPts val="0"/>
              </a:spcBef>
              <a:buFont typeface="Arial"/>
              <a:buNone/>
            </a:pPr>
            <a:endParaRPr lang="en-US" sz="900">
              <a:solidFill>
                <a:srgbClr val="92D050"/>
              </a:solidFill>
              <a:latin typeface="Roboto"/>
              <a:ea typeface="Roboto"/>
              <a:cs typeface="Roboto"/>
            </a:endParaRPr>
          </a:p>
          <a:p>
            <a:pPr marL="0" indent="0">
              <a:spcBef>
                <a:spcPts val="0"/>
              </a:spcBef>
              <a:buFont typeface="Arial"/>
              <a:buNone/>
            </a:pPr>
            <a:endParaRPr lang="en-US" sz="900">
              <a:solidFill>
                <a:srgbClr val="92D050"/>
              </a:solidFill>
              <a:latin typeface="Roboto"/>
              <a:ea typeface="Roboto"/>
              <a:cs typeface="Roboto"/>
            </a:endParaRPr>
          </a:p>
          <a:p>
            <a:pPr marL="0" indent="0">
              <a:spcBef>
                <a:spcPts val="0"/>
              </a:spcBef>
              <a:buFont typeface="Arial"/>
              <a:buNone/>
            </a:pPr>
            <a:endParaRPr lang="en-US" sz="900">
              <a:solidFill>
                <a:srgbClr val="92D050"/>
              </a:solidFill>
              <a:latin typeface="Roboto"/>
              <a:ea typeface="Roboto"/>
              <a:cs typeface="Roboto"/>
            </a:endParaRPr>
          </a:p>
          <a:p>
            <a:pPr marL="0" indent="0">
              <a:spcBef>
                <a:spcPts val="0"/>
              </a:spcBef>
              <a:buFont typeface="Arial"/>
              <a:buNone/>
            </a:pPr>
            <a:endParaRPr lang="en-US" sz="900">
              <a:solidFill>
                <a:srgbClr val="92D050"/>
              </a:solidFill>
              <a:latin typeface="Roboto"/>
              <a:ea typeface="Roboto"/>
              <a:cs typeface="Roboto"/>
            </a:endParaRPr>
          </a:p>
          <a:p>
            <a:pPr marL="0" indent="0">
              <a:spcBef>
                <a:spcPts val="0"/>
              </a:spcBef>
              <a:buFont typeface="Arial"/>
              <a:buNone/>
            </a:pPr>
            <a:endParaRPr lang="en-US" sz="900">
              <a:solidFill>
                <a:srgbClr val="92D050"/>
              </a:solidFill>
              <a:latin typeface="Roboto"/>
              <a:ea typeface="Roboto"/>
              <a:cs typeface="Roboto"/>
            </a:endParaRPr>
          </a:p>
          <a:p>
            <a:pPr marL="0" indent="0">
              <a:spcBef>
                <a:spcPts val="0"/>
              </a:spcBef>
              <a:buFont typeface="Arial"/>
              <a:buNone/>
            </a:pPr>
            <a:endParaRPr lang="en-US" sz="900">
              <a:solidFill>
                <a:srgbClr val="92D050"/>
              </a:solidFill>
              <a:latin typeface="Roboto"/>
              <a:ea typeface="Roboto"/>
              <a:cs typeface="Roboto"/>
            </a:endParaRPr>
          </a:p>
          <a:p>
            <a:pPr marL="0" indent="0">
              <a:spcBef>
                <a:spcPts val="0"/>
              </a:spcBef>
              <a:buFont typeface="Arial"/>
              <a:buNone/>
            </a:pPr>
            <a:endParaRPr lang="en-US" sz="900">
              <a:solidFill>
                <a:srgbClr val="92D050"/>
              </a:solidFill>
              <a:latin typeface="Roboto"/>
              <a:ea typeface="Roboto"/>
              <a:cs typeface="Roboto"/>
            </a:endParaRPr>
          </a:p>
          <a:p>
            <a:pPr marL="0" indent="0">
              <a:spcBef>
                <a:spcPts val="0"/>
              </a:spcBef>
              <a:buFont typeface="Arial"/>
              <a:buNone/>
            </a:pPr>
            <a:endParaRPr lang="en-US" sz="900">
              <a:solidFill>
                <a:srgbClr val="92D050"/>
              </a:solidFill>
              <a:latin typeface="Roboto"/>
              <a:ea typeface="Roboto"/>
              <a:cs typeface="Roboto"/>
            </a:endParaRPr>
          </a:p>
          <a:p>
            <a:pPr marL="0" indent="0">
              <a:spcBef>
                <a:spcPts val="0"/>
              </a:spcBef>
              <a:buFont typeface="Arial"/>
              <a:buNone/>
            </a:pPr>
            <a:endParaRPr lang="en-US" sz="900">
              <a:solidFill>
                <a:srgbClr val="92D050"/>
              </a:solidFill>
              <a:latin typeface="Roboto"/>
              <a:ea typeface="Roboto"/>
              <a:cs typeface="Roboto"/>
            </a:endParaRPr>
          </a:p>
          <a:p>
            <a:pPr marL="0" indent="0">
              <a:spcBef>
                <a:spcPts val="0"/>
              </a:spcBef>
              <a:buFont typeface="Arial"/>
              <a:buNone/>
            </a:pPr>
            <a:endParaRPr lang="en-US" sz="900">
              <a:solidFill>
                <a:srgbClr val="92D050"/>
              </a:solidFill>
              <a:latin typeface="Roboto"/>
              <a:ea typeface="Roboto"/>
              <a:cs typeface="Roboto"/>
            </a:endParaRPr>
          </a:p>
          <a:p>
            <a:pPr marL="0" indent="0">
              <a:spcBef>
                <a:spcPts val="0"/>
              </a:spcBef>
              <a:buFont typeface="Arial"/>
              <a:buNone/>
            </a:pPr>
            <a:endParaRPr lang="en-US" sz="900">
              <a:solidFill>
                <a:srgbClr val="92D050"/>
              </a:solidFill>
              <a:latin typeface="Roboto"/>
              <a:ea typeface="Roboto"/>
              <a:cs typeface="Roboto"/>
            </a:endParaRPr>
          </a:p>
          <a:p>
            <a:pPr marL="0" indent="0">
              <a:spcBef>
                <a:spcPts val="0"/>
              </a:spcBef>
              <a:buFont typeface="Arial"/>
              <a:buNone/>
            </a:pPr>
            <a:endParaRPr lang="en-US" sz="900">
              <a:latin typeface="Roboto"/>
              <a:ea typeface="Roboto"/>
              <a:cs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8"/>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GB">
                <a:latin typeface="Roboto"/>
                <a:ea typeface="Roboto"/>
                <a:cs typeface="Roboto"/>
                <a:sym typeface="Roboto"/>
              </a:rPr>
              <a:t>WHS Management Plan | </a:t>
            </a:r>
            <a:r>
              <a:rPr lang="en-GB" sz="3000">
                <a:solidFill>
                  <a:srgbClr val="8CB3E3"/>
                </a:solidFill>
                <a:latin typeface="Roboto"/>
                <a:ea typeface="Roboto"/>
                <a:cs typeface="Roboto"/>
                <a:sym typeface="Roboto"/>
              </a:rPr>
              <a:t>Research</a:t>
            </a:r>
            <a:endParaRPr lang="en-US" sz="3000"/>
          </a:p>
        </p:txBody>
      </p:sp>
      <p:sp>
        <p:nvSpPr>
          <p:cNvPr id="271" name="Google Shape;271;p48"/>
          <p:cNvSpPr txBox="1">
            <a:spLocks noGrp="1"/>
          </p:cNvSpPr>
          <p:nvPr>
            <p:ph type="body" idx="1"/>
          </p:nvPr>
        </p:nvSpPr>
        <p:spPr>
          <a:xfrm>
            <a:off x="361350" y="1094298"/>
            <a:ext cx="8421300" cy="4051223"/>
          </a:xfrm>
          <a:prstGeom prst="rect">
            <a:avLst/>
          </a:prstGeom>
          <a:noFill/>
          <a:ln>
            <a:noFill/>
          </a:ln>
        </p:spPr>
        <p:txBody>
          <a:bodyPr spcFirstLastPara="1" wrap="square" lIns="91425" tIns="45700" rIns="91425" bIns="45700" anchor="t" anchorCtr="0">
            <a:noAutofit/>
          </a:bodyPr>
          <a:lstStyle/>
          <a:p>
            <a:pPr marL="0" indent="0">
              <a:spcBef>
                <a:spcPts val="0"/>
              </a:spcBef>
              <a:buNone/>
            </a:pPr>
            <a:r>
              <a:rPr lang="en-US" sz="900">
                <a:solidFill>
                  <a:schemeClr val="bg1">
                    <a:lumMod val="85000"/>
                  </a:schemeClr>
                </a:solidFill>
                <a:latin typeface="Roboto"/>
                <a:ea typeface="Roboto"/>
                <a:sym typeface="Roboto"/>
              </a:rPr>
              <a:t>Research</a:t>
            </a:r>
            <a:r>
              <a:rPr lang="en-US" sz="900">
                <a:solidFill>
                  <a:schemeClr val="bg1">
                    <a:lumMod val="85000"/>
                  </a:schemeClr>
                </a:solidFill>
                <a:latin typeface="Roboto"/>
                <a:ea typeface="Roboto"/>
              </a:rPr>
              <a:t> and provide a link to the current WHS legislation applicable in your state/territory.</a:t>
            </a:r>
            <a:endParaRPr lang="en-US" sz="900">
              <a:solidFill>
                <a:schemeClr val="bg1">
                  <a:lumMod val="85000"/>
                </a:schemeClr>
              </a:solidFill>
              <a:ea typeface="Roboto"/>
            </a:endParaRPr>
          </a:p>
          <a:p>
            <a:pPr marL="0" indent="0">
              <a:spcBef>
                <a:spcPts val="0"/>
              </a:spcBef>
              <a:buNone/>
            </a:pPr>
            <a:r>
              <a:rPr lang="en-US" sz="900">
                <a:solidFill>
                  <a:srgbClr val="92D050"/>
                </a:solidFill>
                <a:latin typeface="Roboto"/>
                <a:ea typeface="Roboto"/>
              </a:rPr>
              <a:t>Answer here</a:t>
            </a:r>
            <a:endParaRPr>
              <a:solidFill>
                <a:srgbClr val="92D050"/>
              </a:solidFill>
            </a:endParaRPr>
          </a:p>
          <a:p>
            <a:pPr marL="0" marR="0" lvl="0" indent="0" algn="l">
              <a:lnSpc>
                <a:spcPct val="100000"/>
              </a:lnSpc>
              <a:spcBef>
                <a:spcPts val="0"/>
              </a:spcBef>
              <a:spcAft>
                <a:spcPts val="0"/>
              </a:spcAft>
              <a:buSzPts val="2800"/>
              <a:buFont typeface="Arial"/>
              <a:buNone/>
            </a:pPr>
            <a:endParaRPr lang="en-US" sz="900">
              <a:solidFill>
                <a:srgbClr val="92D050"/>
              </a:solidFill>
              <a:latin typeface="Roboto"/>
              <a:ea typeface="Roboto"/>
            </a:endParaRPr>
          </a:p>
          <a:p>
            <a:pPr marL="0" indent="0">
              <a:spcBef>
                <a:spcPts val="0"/>
              </a:spcBef>
              <a:buNone/>
            </a:pPr>
            <a:endParaRPr lang="en-US" sz="900" dirty="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r>
              <a:rPr lang="en-US" sz="900">
                <a:solidFill>
                  <a:schemeClr val="bg1">
                    <a:lumMod val="85000"/>
                  </a:schemeClr>
                </a:solidFill>
                <a:latin typeface="Roboto"/>
                <a:ea typeface="Roboto"/>
              </a:rPr>
              <a:t>Research and provide a link to any relevant WHS codes of practice and/or guidance material.</a:t>
            </a:r>
            <a:endParaRPr lang="en-US" sz="900">
              <a:solidFill>
                <a:schemeClr val="bg1">
                  <a:lumMod val="85000"/>
                </a:schemeClr>
              </a:solidFill>
              <a:ea typeface="Roboto"/>
            </a:endParaRPr>
          </a:p>
          <a:p>
            <a:pPr marL="0" indent="0">
              <a:spcBef>
                <a:spcPts val="0"/>
              </a:spcBef>
              <a:buNone/>
            </a:pPr>
            <a:r>
              <a:rPr lang="en-US" sz="900">
                <a:solidFill>
                  <a:srgbClr val="92D050"/>
                </a:solidFill>
                <a:latin typeface="Roboto"/>
                <a:ea typeface="Roboto"/>
              </a:rPr>
              <a:t>Answer here</a:t>
            </a:r>
            <a:endParaRPr lang="en-US">
              <a:solidFill>
                <a:srgbClr val="92D050"/>
              </a:solidFill>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dirty="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dirty="0">
              <a:solidFill>
                <a:srgbClr val="92D050"/>
              </a:solidFill>
              <a:latin typeface="Roboto"/>
              <a:ea typeface="Roboto"/>
            </a:endParaRPr>
          </a:p>
          <a:p>
            <a:pPr marL="0" indent="0">
              <a:spcBef>
                <a:spcPts val="0"/>
              </a:spcBef>
              <a:buNone/>
            </a:pPr>
            <a:endParaRPr lang="en-US" sz="900" dirty="0">
              <a:solidFill>
                <a:srgbClr val="BFBFBF"/>
              </a:solidFill>
              <a:latin typeface="Roboto"/>
              <a:ea typeface="Roboto"/>
            </a:endParaRPr>
          </a:p>
          <a:p>
            <a:pPr marL="0" indent="0">
              <a:spcBef>
                <a:spcPts val="0"/>
              </a:spcBef>
              <a:buNone/>
            </a:pPr>
            <a:r>
              <a:rPr lang="en-US" sz="900">
                <a:solidFill>
                  <a:schemeClr val="bg1">
                    <a:lumMod val="85000"/>
                  </a:schemeClr>
                </a:solidFill>
                <a:latin typeface="Roboto"/>
                <a:ea typeface="Roboto"/>
              </a:rPr>
              <a:t>Research and provide two links for sources of relevant WHS information and professional development activities.</a:t>
            </a:r>
            <a:endParaRPr lang="en-US" sz="900">
              <a:solidFill>
                <a:schemeClr val="bg1">
                  <a:lumMod val="85000"/>
                </a:schemeClr>
              </a:solidFill>
              <a:ea typeface="Roboto"/>
            </a:endParaRPr>
          </a:p>
          <a:p>
            <a:pPr marL="0" indent="0">
              <a:spcBef>
                <a:spcPts val="0"/>
              </a:spcBef>
              <a:buNone/>
            </a:pPr>
            <a:r>
              <a:rPr lang="en-US" sz="900">
                <a:solidFill>
                  <a:srgbClr val="92D050"/>
                </a:solidFill>
                <a:latin typeface="Roboto"/>
                <a:ea typeface="Roboto"/>
              </a:rPr>
              <a:t>Answer here</a:t>
            </a:r>
            <a:endParaRPr lang="en-US">
              <a:solidFill>
                <a:srgbClr val="92D050"/>
              </a:solidFill>
            </a:endParaRPr>
          </a:p>
          <a:p>
            <a:pPr marL="0" indent="0">
              <a:spcBef>
                <a:spcPts val="0"/>
              </a:spcBef>
              <a:buClr>
                <a:schemeClr val="dk1"/>
              </a:buClr>
              <a:buNone/>
            </a:pPr>
            <a:endParaRPr lang="en-GB" sz="900">
              <a:solidFill>
                <a:srgbClr val="92D050"/>
              </a:solidFill>
              <a:latin typeface="Roboto"/>
              <a:ea typeface="Roboto"/>
              <a:cs typeface="Roboto"/>
              <a:sym typeface="Roboto"/>
            </a:endParaRPr>
          </a:p>
          <a:p>
            <a:pPr marL="0" indent="0">
              <a:spcBef>
                <a:spcPts val="0"/>
              </a:spcBef>
              <a:buClr>
                <a:schemeClr val="dk1"/>
              </a:buClr>
              <a:buNone/>
            </a:pPr>
            <a:endParaRPr sz="900">
              <a:solidFill>
                <a:srgbClr val="92D050"/>
              </a:solidFill>
              <a:latin typeface="Roboto"/>
              <a:ea typeface="Roboto"/>
              <a:cs typeface="Roboto"/>
            </a:endParaRPr>
          </a:p>
          <a:p>
            <a:pPr marL="0" indent="0">
              <a:spcBef>
                <a:spcPts val="0"/>
              </a:spcBef>
              <a:buNone/>
            </a:pPr>
            <a:endParaRPr lang="en-US" sz="900">
              <a:solidFill>
                <a:srgbClr val="92D050"/>
              </a:solidFill>
              <a:latin typeface="Roboto"/>
              <a:ea typeface="Roboto"/>
              <a:cs typeface="Roboto"/>
            </a:endParaRPr>
          </a:p>
          <a:p>
            <a:pPr marL="0" indent="0">
              <a:spcBef>
                <a:spcPts val="0"/>
              </a:spcBef>
              <a:buNone/>
            </a:pPr>
            <a:endParaRPr lang="en-US" sz="900">
              <a:solidFill>
                <a:srgbClr val="92D050"/>
              </a:solidFill>
              <a:latin typeface="Roboto"/>
              <a:ea typeface="Roboto"/>
              <a:cs typeface="Roboto"/>
            </a:endParaRPr>
          </a:p>
          <a:p>
            <a:pPr marL="0" indent="0">
              <a:spcBef>
                <a:spcPts val="0"/>
              </a:spcBef>
              <a:buNone/>
            </a:pPr>
            <a:endParaRPr lang="en-US" sz="900">
              <a:solidFill>
                <a:srgbClr val="92D050"/>
              </a:solidFill>
              <a:latin typeface="Roboto"/>
              <a:ea typeface="Roboto"/>
              <a:cs typeface="Roboto"/>
            </a:endParaRPr>
          </a:p>
          <a:p>
            <a:pPr marL="0" indent="0">
              <a:spcBef>
                <a:spcPts val="0"/>
              </a:spcBef>
              <a:buNone/>
            </a:pPr>
            <a:endParaRPr lang="en-US" sz="900">
              <a:solidFill>
                <a:srgbClr val="92D050"/>
              </a:solidFill>
              <a:latin typeface="Roboto"/>
              <a:ea typeface="Roboto"/>
              <a:cs typeface="Roboto"/>
            </a:endParaRPr>
          </a:p>
          <a:p>
            <a:pPr marL="0" indent="0">
              <a:spcBef>
                <a:spcPts val="0"/>
              </a:spcBef>
              <a:buNone/>
            </a:pPr>
            <a:endParaRPr lang="en-US" sz="900">
              <a:solidFill>
                <a:srgbClr val="92D050"/>
              </a:solidFill>
              <a:latin typeface="Roboto"/>
              <a:ea typeface="Roboto"/>
              <a:cs typeface="Roboto"/>
            </a:endParaRPr>
          </a:p>
          <a:p>
            <a:pPr marL="0" indent="0">
              <a:spcBef>
                <a:spcPts val="0"/>
              </a:spcBef>
              <a:buNone/>
            </a:pPr>
            <a:endParaRPr lang="en-US" sz="900">
              <a:solidFill>
                <a:srgbClr val="92D050"/>
              </a:solidFill>
              <a:latin typeface="Roboto"/>
              <a:ea typeface="Roboto"/>
              <a:cs typeface="Roboto"/>
            </a:endParaRPr>
          </a:p>
          <a:p>
            <a:pPr marL="0" indent="0">
              <a:spcBef>
                <a:spcPts val="0"/>
              </a:spcBef>
              <a:buNone/>
            </a:pPr>
            <a:endParaRPr lang="en-US" sz="900">
              <a:solidFill>
                <a:srgbClr val="92D050"/>
              </a:solidFill>
              <a:latin typeface="Roboto"/>
              <a:ea typeface="Roboto"/>
              <a:cs typeface="Roboto"/>
            </a:endParaRPr>
          </a:p>
          <a:p>
            <a:pPr marL="0" indent="0">
              <a:spcBef>
                <a:spcPts val="0"/>
              </a:spcBef>
              <a:buNone/>
            </a:pPr>
            <a:endParaRPr lang="en-US" sz="900">
              <a:solidFill>
                <a:srgbClr val="92D050"/>
              </a:solidFill>
              <a:latin typeface="Roboto"/>
              <a:ea typeface="Roboto"/>
              <a:cs typeface="Roboto"/>
            </a:endParaRPr>
          </a:p>
          <a:p>
            <a:pPr marL="0" indent="0">
              <a:spcBef>
                <a:spcPts val="0"/>
              </a:spcBef>
              <a:buNone/>
            </a:pPr>
            <a:endParaRPr lang="en-US" sz="900">
              <a:solidFill>
                <a:srgbClr val="92D050"/>
              </a:solidFill>
              <a:latin typeface="Roboto"/>
              <a:ea typeface="Roboto"/>
              <a:cs typeface="Roboto"/>
            </a:endParaRPr>
          </a:p>
          <a:p>
            <a:pPr marL="0" indent="0">
              <a:spcBef>
                <a:spcPts val="0"/>
              </a:spcBef>
              <a:buNone/>
            </a:pPr>
            <a:endParaRPr lang="en-US" sz="900">
              <a:solidFill>
                <a:srgbClr val="92D050"/>
              </a:solidFill>
              <a:latin typeface="Roboto"/>
              <a:ea typeface="Roboto"/>
              <a:cs typeface="Roboto"/>
            </a:endParaRPr>
          </a:p>
          <a:p>
            <a:pPr marL="0" indent="0">
              <a:spcBef>
                <a:spcPts val="0"/>
              </a:spcBef>
              <a:buNone/>
            </a:pPr>
            <a:endParaRPr lang="en-US" sz="900">
              <a:solidFill>
                <a:srgbClr val="92D050"/>
              </a:solidFill>
              <a:latin typeface="Roboto"/>
              <a:ea typeface="Roboto"/>
              <a:cs typeface="Roboto"/>
            </a:endParaRPr>
          </a:p>
          <a:p>
            <a:pPr marL="0" indent="0">
              <a:spcBef>
                <a:spcPts val="0"/>
              </a:spcBef>
              <a:buNone/>
            </a:pPr>
            <a:endParaRPr lang="en-US" sz="900">
              <a:solidFill>
                <a:srgbClr val="92D050"/>
              </a:solidFill>
              <a:latin typeface="Roboto"/>
              <a:ea typeface="Roboto"/>
              <a:cs typeface="Roboto"/>
            </a:endParaRPr>
          </a:p>
          <a:p>
            <a:pPr marL="0" indent="0">
              <a:spcBef>
                <a:spcPts val="0"/>
              </a:spcBef>
              <a:buNone/>
            </a:pPr>
            <a:endParaRPr lang="en-US" sz="900">
              <a:solidFill>
                <a:srgbClr val="92D050"/>
              </a:solidFill>
              <a:latin typeface="Roboto"/>
              <a:ea typeface="Roboto"/>
              <a:cs typeface="Roboto"/>
            </a:endParaRPr>
          </a:p>
          <a:p>
            <a:pPr marL="0" indent="0">
              <a:spcBef>
                <a:spcPts val="0"/>
              </a:spcBef>
              <a:buNone/>
            </a:pPr>
            <a:endParaRPr lang="en-US" sz="900">
              <a:solidFill>
                <a:srgbClr val="92D050"/>
              </a:solidFill>
              <a:latin typeface="Roboto"/>
              <a:ea typeface="Roboto"/>
              <a:cs typeface="Roboto"/>
            </a:endParaRPr>
          </a:p>
          <a:p>
            <a:pPr marL="0" indent="0">
              <a:spcBef>
                <a:spcPts val="0"/>
              </a:spcBef>
              <a:buNone/>
            </a:pPr>
            <a:endParaRPr lang="en-US" sz="900">
              <a:solidFill>
                <a:srgbClr val="92D050"/>
              </a:solidFill>
              <a:latin typeface="Roboto"/>
              <a:ea typeface="Roboto"/>
              <a:cs typeface="Roboto"/>
            </a:endParaRPr>
          </a:p>
          <a:p>
            <a:pPr marL="0" indent="0">
              <a:spcBef>
                <a:spcPts val="0"/>
              </a:spcBef>
              <a:buNone/>
            </a:pPr>
            <a:endParaRPr lang="en-US" sz="900">
              <a:latin typeface="Roboto"/>
              <a:ea typeface="Roboto"/>
              <a:cs typeface="Roboto"/>
            </a:endParaRPr>
          </a:p>
        </p:txBody>
      </p:sp>
    </p:spTree>
    <p:extLst>
      <p:ext uri="{BB962C8B-B14F-4D97-AF65-F5344CB8AC3E}">
        <p14:creationId xmlns:p14="http://schemas.microsoft.com/office/powerpoint/2010/main" val="42412230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8"/>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GB">
                <a:latin typeface="Roboto"/>
                <a:ea typeface="Roboto"/>
                <a:cs typeface="Roboto"/>
                <a:sym typeface="Roboto"/>
              </a:rPr>
              <a:t>WHS Management Plan | </a:t>
            </a:r>
            <a:r>
              <a:rPr lang="en-GB" sz="3000">
                <a:solidFill>
                  <a:srgbClr val="8CB3E3"/>
                </a:solidFill>
                <a:latin typeface="Roboto"/>
                <a:ea typeface="Roboto"/>
                <a:cs typeface="Roboto"/>
                <a:sym typeface="Roboto"/>
              </a:rPr>
              <a:t>Goals</a:t>
            </a:r>
            <a:endParaRPr sz="3000"/>
          </a:p>
        </p:txBody>
      </p:sp>
      <p:sp>
        <p:nvSpPr>
          <p:cNvPr id="271" name="Google Shape;271;p48"/>
          <p:cNvSpPr txBox="1">
            <a:spLocks noGrp="1"/>
          </p:cNvSpPr>
          <p:nvPr>
            <p:ph type="body" idx="1"/>
          </p:nvPr>
        </p:nvSpPr>
        <p:spPr>
          <a:xfrm>
            <a:off x="361350" y="1094298"/>
            <a:ext cx="8421300" cy="4051223"/>
          </a:xfrm>
          <a:prstGeom prst="rect">
            <a:avLst/>
          </a:prstGeom>
          <a:noFill/>
          <a:ln>
            <a:noFill/>
          </a:ln>
        </p:spPr>
        <p:txBody>
          <a:bodyPr spcFirstLastPara="1" wrap="square" lIns="91425" tIns="45700" rIns="91425" bIns="45700" anchor="t" anchorCtr="0">
            <a:noAutofit/>
          </a:bodyPr>
          <a:lstStyle/>
          <a:p>
            <a:pPr marL="0" indent="0">
              <a:spcBef>
                <a:spcPts val="0"/>
              </a:spcBef>
              <a:buNone/>
            </a:pPr>
            <a:r>
              <a:rPr lang="en-US" sz="900" dirty="0">
                <a:solidFill>
                  <a:schemeClr val="bg1">
                    <a:lumMod val="75000"/>
                  </a:schemeClr>
                </a:solidFill>
                <a:latin typeface="Roboto"/>
                <a:ea typeface="Roboto"/>
              </a:rPr>
              <a:t>This plan will assist the </a:t>
            </a:r>
            <a:r>
              <a:rPr lang="en-US" sz="900" dirty="0" err="1">
                <a:solidFill>
                  <a:schemeClr val="bg1">
                    <a:lumMod val="75000"/>
                  </a:schemeClr>
                </a:solidFill>
                <a:latin typeface="Roboto"/>
                <a:ea typeface="Roboto"/>
              </a:rPr>
              <a:t>organisation</a:t>
            </a:r>
            <a:r>
              <a:rPr lang="en-US" sz="900" dirty="0">
                <a:solidFill>
                  <a:schemeClr val="bg1">
                    <a:lumMod val="75000"/>
                  </a:schemeClr>
                </a:solidFill>
                <a:latin typeface="Roboto"/>
                <a:ea typeface="Roboto"/>
              </a:rPr>
              <a:t> in meeting its obligations in accordance with work health and safety legislation. This plan applies to all of the </a:t>
            </a:r>
            <a:r>
              <a:rPr lang="en-US" sz="900" dirty="0" err="1">
                <a:solidFill>
                  <a:schemeClr val="bg1">
                    <a:lumMod val="75000"/>
                  </a:schemeClr>
                </a:solidFill>
                <a:latin typeface="Roboto"/>
                <a:ea typeface="Roboto"/>
              </a:rPr>
              <a:t>organisation's</a:t>
            </a:r>
            <a:r>
              <a:rPr lang="en-US" sz="900" dirty="0">
                <a:solidFill>
                  <a:schemeClr val="bg1">
                    <a:lumMod val="75000"/>
                  </a:schemeClr>
                </a:solidFill>
                <a:latin typeface="Roboto"/>
                <a:ea typeface="Roboto"/>
              </a:rPr>
              <a:t> employees and to other persons at risk from work carried out at by the </a:t>
            </a:r>
            <a:r>
              <a:rPr lang="en-US" sz="900" dirty="0" err="1">
                <a:solidFill>
                  <a:schemeClr val="bg1">
                    <a:lumMod val="75000"/>
                  </a:schemeClr>
                </a:solidFill>
                <a:latin typeface="Roboto"/>
                <a:ea typeface="Roboto"/>
              </a:rPr>
              <a:t>organisation</a:t>
            </a:r>
            <a:r>
              <a:rPr lang="en-US" sz="900" dirty="0">
                <a:solidFill>
                  <a:schemeClr val="bg1">
                    <a:lumMod val="75000"/>
                  </a:schemeClr>
                </a:solidFill>
                <a:latin typeface="Roboto"/>
                <a:ea typeface="Roboto"/>
              </a:rPr>
              <a:t>. Failure to comply with the requirements of this Plan may lead to disciplinary action.</a:t>
            </a:r>
            <a:br>
              <a:rPr lang="en-US" sz="900" dirty="0">
                <a:latin typeface="Roboto"/>
                <a:ea typeface="Roboto"/>
              </a:rPr>
            </a:br>
            <a:br>
              <a:rPr lang="en-US" sz="900" dirty="0">
                <a:latin typeface="Roboto"/>
                <a:ea typeface="Roboto"/>
              </a:rPr>
            </a:br>
            <a:r>
              <a:rPr lang="en-US" sz="900" dirty="0">
                <a:solidFill>
                  <a:schemeClr val="bg1">
                    <a:lumMod val="85000"/>
                  </a:schemeClr>
                </a:solidFill>
                <a:latin typeface="Roboto"/>
                <a:ea typeface="Roboto"/>
                <a:sym typeface="Roboto"/>
              </a:rPr>
              <a:t>The goals of</a:t>
            </a:r>
            <a:r>
              <a:rPr lang="en-US" sz="900" dirty="0">
                <a:solidFill>
                  <a:schemeClr val="bg1">
                    <a:lumMod val="85000"/>
                  </a:schemeClr>
                </a:solidFill>
                <a:latin typeface="Roboto"/>
                <a:ea typeface="Roboto"/>
              </a:rPr>
              <a:t> the WHS management plan are to:</a:t>
            </a:r>
            <a:endParaRPr lang="en-US" dirty="0">
              <a:solidFill>
                <a:schemeClr val="bg1">
                  <a:lumMod val="85000"/>
                </a:schemeClr>
              </a:solidFill>
            </a:endParaRPr>
          </a:p>
          <a:p>
            <a:pPr marL="0" indent="0">
              <a:spcBef>
                <a:spcPts val="0"/>
              </a:spcBef>
              <a:buNone/>
            </a:pPr>
            <a:r>
              <a:rPr lang="en-US" sz="900" dirty="0">
                <a:solidFill>
                  <a:srgbClr val="92D050"/>
                </a:solidFill>
                <a:latin typeface="Roboto"/>
                <a:ea typeface="Roboto"/>
              </a:rPr>
              <a:t>Answer here</a:t>
            </a:r>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dirty="0">
              <a:solidFill>
                <a:srgbClr val="92D050"/>
              </a:solidFill>
              <a:latin typeface="Roboto"/>
              <a:ea typeface="Roboto"/>
            </a:endParaRPr>
          </a:p>
          <a:p>
            <a:pPr marL="0" indent="0">
              <a:spcBef>
                <a:spcPts val="0"/>
              </a:spcBef>
              <a:buNone/>
            </a:pPr>
            <a:endParaRPr lang="en-US" sz="900" dirty="0">
              <a:solidFill>
                <a:srgbClr val="92D050"/>
              </a:solidFill>
              <a:latin typeface="Roboto"/>
              <a:ea typeface="Roboto"/>
            </a:endParaRPr>
          </a:p>
          <a:p>
            <a:pPr marL="0" indent="0">
              <a:buNone/>
            </a:pPr>
            <a:r>
              <a:rPr lang="en-US" sz="900" dirty="0">
                <a:solidFill>
                  <a:schemeClr val="bg1">
                    <a:lumMod val="85000"/>
                  </a:schemeClr>
                </a:solidFill>
                <a:latin typeface="Roboto"/>
                <a:ea typeface="Roboto"/>
              </a:rPr>
              <a:t>Statement of Commitment:</a:t>
            </a:r>
            <a:br>
              <a:rPr lang="en-US" sz="900" dirty="0">
                <a:latin typeface="Roboto"/>
                <a:ea typeface="Roboto"/>
              </a:rPr>
            </a:br>
            <a:r>
              <a:rPr lang="en-US" sz="900" dirty="0">
                <a:solidFill>
                  <a:schemeClr val="bg1">
                    <a:lumMod val="75000"/>
                  </a:schemeClr>
                </a:solidFill>
                <a:latin typeface="Roboto"/>
                <a:ea typeface="Roboto"/>
              </a:rPr>
              <a:t>The </a:t>
            </a:r>
            <a:r>
              <a:rPr lang="en-US" sz="900" dirty="0" err="1">
                <a:solidFill>
                  <a:schemeClr val="bg1">
                    <a:lumMod val="75000"/>
                  </a:schemeClr>
                </a:solidFill>
                <a:latin typeface="Roboto"/>
                <a:ea typeface="Roboto"/>
              </a:rPr>
              <a:t>organisation</a:t>
            </a:r>
            <a:r>
              <a:rPr lang="en-US" sz="900" dirty="0">
                <a:solidFill>
                  <a:schemeClr val="bg1">
                    <a:lumMod val="75000"/>
                  </a:schemeClr>
                </a:solidFill>
                <a:latin typeface="Roboto"/>
                <a:ea typeface="Roboto"/>
              </a:rPr>
              <a:t> is committed to providing a workplace that enables all work activities to be carried out safely. The </a:t>
            </a:r>
            <a:r>
              <a:rPr lang="en-US" sz="900" dirty="0" err="1">
                <a:solidFill>
                  <a:schemeClr val="bg1">
                    <a:lumMod val="75000"/>
                  </a:schemeClr>
                </a:solidFill>
                <a:latin typeface="Roboto"/>
                <a:ea typeface="Roboto"/>
              </a:rPr>
              <a:t>organisation</a:t>
            </a:r>
            <a:r>
              <a:rPr lang="en-US" sz="900" dirty="0">
                <a:solidFill>
                  <a:schemeClr val="bg1">
                    <a:lumMod val="75000"/>
                  </a:schemeClr>
                </a:solidFill>
                <a:latin typeface="Roboto"/>
                <a:ea typeface="Roboto"/>
              </a:rPr>
              <a:t> will take all reasonably practicable measures to eliminate or minimize risks to health, safety and welfare of workers, contractors, visitors, and anyone else who may be affected by the </a:t>
            </a:r>
            <a:r>
              <a:rPr lang="en-US" sz="900" dirty="0" err="1">
                <a:solidFill>
                  <a:schemeClr val="bg1">
                    <a:lumMod val="75000"/>
                  </a:schemeClr>
                </a:solidFill>
                <a:latin typeface="Roboto"/>
                <a:ea typeface="Roboto"/>
              </a:rPr>
              <a:t>organisation's</a:t>
            </a:r>
            <a:r>
              <a:rPr lang="en-US" sz="900" dirty="0">
                <a:solidFill>
                  <a:schemeClr val="bg1">
                    <a:lumMod val="75000"/>
                  </a:schemeClr>
                </a:solidFill>
                <a:latin typeface="Roboto"/>
                <a:ea typeface="Roboto"/>
              </a:rPr>
              <a:t> operations. The </a:t>
            </a:r>
            <a:r>
              <a:rPr lang="en-US" sz="900" dirty="0" err="1">
                <a:solidFill>
                  <a:schemeClr val="bg1">
                    <a:lumMod val="75000"/>
                  </a:schemeClr>
                </a:solidFill>
                <a:latin typeface="Roboto"/>
                <a:ea typeface="Roboto"/>
              </a:rPr>
              <a:t>organisation</a:t>
            </a:r>
            <a:r>
              <a:rPr lang="en-US" sz="900" dirty="0">
                <a:solidFill>
                  <a:schemeClr val="bg1">
                    <a:lumMod val="75000"/>
                  </a:schemeClr>
                </a:solidFill>
                <a:latin typeface="Roboto"/>
                <a:ea typeface="Roboto"/>
              </a:rPr>
              <a:t> is committed to ensuring compliance with the Work Health and Safety Act and any other relevant legislation, applicable Codes of Practice and Australian Standards.</a:t>
            </a:r>
            <a:endParaRPr lang="en-US">
              <a:solidFill>
                <a:schemeClr val="bg1">
                  <a:lumMod val="75000"/>
                </a:schemeClr>
              </a:solidFill>
              <a:latin typeface="Roboto"/>
            </a:endParaRPr>
          </a:p>
          <a:p>
            <a:pPr marL="0" indent="0">
              <a:spcBef>
                <a:spcPts val="0"/>
              </a:spcBef>
              <a:buNone/>
            </a:pPr>
            <a:endParaRPr lang="en-US" sz="900">
              <a:solidFill>
                <a:srgbClr val="FFFFFF"/>
              </a:solidFill>
              <a:latin typeface="Roboto"/>
              <a:ea typeface="Roboto"/>
            </a:endParaRPr>
          </a:p>
          <a:p>
            <a:pPr marL="0" indent="0">
              <a:spcBef>
                <a:spcPts val="0"/>
              </a:spcBef>
              <a:buNone/>
            </a:pPr>
            <a:endParaRPr lang="en-US" sz="900">
              <a:latin typeface="Roboto"/>
              <a:ea typeface="Roboto"/>
            </a:endParaRPr>
          </a:p>
          <a:p>
            <a:pPr marL="0" indent="0">
              <a:spcBef>
                <a:spcPts val="0"/>
              </a:spcBef>
              <a:buClr>
                <a:srgbClr val="000000"/>
              </a:buClr>
              <a:buNone/>
            </a:pPr>
            <a:endParaRPr lang="en-US" sz="900">
              <a:latin typeface="Roboto"/>
              <a:ea typeface="Roboto"/>
            </a:endParaRPr>
          </a:p>
          <a:p>
            <a:pPr marL="0" indent="0">
              <a:spcBef>
                <a:spcPts val="0"/>
              </a:spcBef>
              <a:buClr>
                <a:srgbClr val="000000"/>
              </a:buClr>
              <a:buNone/>
            </a:pPr>
            <a:endParaRPr lang="en-US"/>
          </a:p>
        </p:txBody>
      </p:sp>
    </p:spTree>
    <p:extLst>
      <p:ext uri="{BB962C8B-B14F-4D97-AF65-F5344CB8AC3E}">
        <p14:creationId xmlns:p14="http://schemas.microsoft.com/office/powerpoint/2010/main" val="3929129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8"/>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GB">
                <a:latin typeface="Roboto"/>
                <a:ea typeface="Roboto"/>
                <a:cs typeface="Roboto"/>
                <a:sym typeface="Roboto"/>
              </a:rPr>
              <a:t>WHS Management Plan | </a:t>
            </a:r>
            <a:r>
              <a:rPr lang="en-GB" sz="3000">
                <a:solidFill>
                  <a:srgbClr val="8CB3E3"/>
                </a:solidFill>
                <a:latin typeface="Roboto"/>
                <a:ea typeface="Roboto"/>
                <a:cs typeface="Roboto"/>
                <a:sym typeface="Roboto"/>
              </a:rPr>
              <a:t>Duty of Care</a:t>
            </a:r>
            <a:endParaRPr lang="en-GB" sz="3000">
              <a:solidFill>
                <a:srgbClr val="8CB3E3"/>
              </a:solidFill>
              <a:latin typeface="Roboto"/>
              <a:ea typeface="Roboto"/>
            </a:endParaRPr>
          </a:p>
        </p:txBody>
      </p:sp>
      <p:sp>
        <p:nvSpPr>
          <p:cNvPr id="271" name="Google Shape;271;p48"/>
          <p:cNvSpPr txBox="1">
            <a:spLocks noGrp="1"/>
          </p:cNvSpPr>
          <p:nvPr>
            <p:ph type="body" idx="1"/>
          </p:nvPr>
        </p:nvSpPr>
        <p:spPr>
          <a:xfrm>
            <a:off x="361350" y="1094298"/>
            <a:ext cx="8421300" cy="4046610"/>
          </a:xfrm>
          <a:prstGeom prst="rect">
            <a:avLst/>
          </a:prstGeom>
          <a:noFill/>
          <a:ln>
            <a:noFill/>
          </a:ln>
        </p:spPr>
        <p:txBody>
          <a:bodyPr spcFirstLastPara="1" wrap="square" lIns="91425" tIns="45700" rIns="91425" bIns="45700" anchor="t" anchorCtr="0">
            <a:noAutofit/>
          </a:bodyPr>
          <a:lstStyle/>
          <a:p>
            <a:pPr marL="0" indent="0">
              <a:spcBef>
                <a:spcPts val="0"/>
              </a:spcBef>
              <a:buNone/>
            </a:pPr>
            <a:r>
              <a:rPr lang="en-US" sz="900">
                <a:solidFill>
                  <a:schemeClr val="bg1">
                    <a:lumMod val="85000"/>
                  </a:schemeClr>
                </a:solidFill>
                <a:latin typeface="Roboto"/>
                <a:ea typeface="Roboto"/>
                <a:sym typeface="Roboto"/>
              </a:rPr>
              <a:t>A </a:t>
            </a:r>
            <a:r>
              <a:rPr lang="en-US" sz="900">
                <a:solidFill>
                  <a:schemeClr val="bg1">
                    <a:lumMod val="85000"/>
                  </a:schemeClr>
                </a:solidFill>
                <a:latin typeface="Roboto"/>
                <a:ea typeface="Roboto"/>
              </a:rPr>
              <a:t>Person Conducting a Business or Undertaking (PCBU) has the primary duty of care to ensure:</a:t>
            </a:r>
          </a:p>
          <a:p>
            <a:pPr marL="0" indent="0">
              <a:spcBef>
                <a:spcPts val="0"/>
              </a:spcBef>
              <a:buNone/>
            </a:pPr>
            <a:r>
              <a:rPr lang="en-US" sz="900">
                <a:solidFill>
                  <a:srgbClr val="92D050"/>
                </a:solidFill>
                <a:latin typeface="Roboto"/>
                <a:ea typeface="Roboto"/>
              </a:rPr>
              <a:t>Answer here</a:t>
            </a: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r>
              <a:rPr lang="en-US" sz="900">
                <a:solidFill>
                  <a:schemeClr val="bg1">
                    <a:lumMod val="85000"/>
                  </a:schemeClr>
                </a:solidFill>
                <a:latin typeface="Roboto"/>
                <a:ea typeface="Roboto"/>
              </a:rPr>
              <a:t>Workplace health and safety experts may be called on to assist with any aspect of the workplace health and safety management </a:t>
            </a:r>
            <a:endParaRPr lang="en-US">
              <a:solidFill>
                <a:schemeClr val="bg1">
                  <a:lumMod val="85000"/>
                </a:schemeClr>
              </a:solidFill>
              <a:latin typeface="Roboto"/>
              <a:ea typeface="Roboto"/>
            </a:endParaRPr>
          </a:p>
          <a:p>
            <a:pPr marL="0" indent="0">
              <a:spcBef>
                <a:spcPts val="0"/>
              </a:spcBef>
              <a:buNone/>
            </a:pPr>
            <a:r>
              <a:rPr lang="en-US" sz="900">
                <a:solidFill>
                  <a:schemeClr val="bg1">
                    <a:lumMod val="85000"/>
                  </a:schemeClr>
                </a:solidFill>
                <a:latin typeface="Roboto"/>
                <a:ea typeface="Roboto"/>
              </a:rPr>
              <a:t>plan, the nominated experts are:</a:t>
            </a:r>
            <a:endParaRPr lang="en-US">
              <a:solidFill>
                <a:schemeClr val="bg1">
                  <a:lumMod val="85000"/>
                </a:schemeClr>
              </a:solidFill>
              <a:latin typeface="Roboto"/>
              <a:ea typeface="Roboto"/>
            </a:endParaRPr>
          </a:p>
          <a:p>
            <a:pPr marL="0" indent="0">
              <a:spcBef>
                <a:spcPts val="0"/>
              </a:spcBef>
              <a:buNone/>
            </a:pPr>
            <a:r>
              <a:rPr lang="en-US" sz="900">
                <a:solidFill>
                  <a:srgbClr val="92D050"/>
                </a:solidFill>
                <a:latin typeface="Roboto"/>
                <a:ea typeface="Roboto"/>
              </a:rPr>
              <a:t>Answer here</a:t>
            </a:r>
            <a:endParaRPr lang="en-US"/>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Clr>
                <a:srgbClr val="000000"/>
              </a:buClr>
              <a:buNone/>
            </a:pPr>
            <a:endParaRPr lang="en-US">
              <a:solidFill>
                <a:srgbClr val="FFFFFF"/>
              </a:solidFill>
              <a:ea typeface="Roboto"/>
            </a:endParaRPr>
          </a:p>
        </p:txBody>
      </p:sp>
    </p:spTree>
    <p:extLst>
      <p:ext uri="{BB962C8B-B14F-4D97-AF65-F5344CB8AC3E}">
        <p14:creationId xmlns:p14="http://schemas.microsoft.com/office/powerpoint/2010/main" val="1564870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8"/>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GB">
                <a:latin typeface="Roboto"/>
                <a:ea typeface="Roboto"/>
                <a:cs typeface="Roboto"/>
                <a:sym typeface="Roboto"/>
              </a:rPr>
              <a:t>WHS Management Plan | </a:t>
            </a:r>
            <a:r>
              <a:rPr lang="en-GB" sz="3000">
                <a:solidFill>
                  <a:srgbClr val="8CB3E3"/>
                </a:solidFill>
                <a:latin typeface="Roboto"/>
                <a:ea typeface="Roboto"/>
                <a:cs typeface="Roboto"/>
                <a:sym typeface="Roboto"/>
              </a:rPr>
              <a:t>Responsibility</a:t>
            </a:r>
            <a:endParaRPr lang="en-GB" sz="3000">
              <a:solidFill>
                <a:srgbClr val="8CB3E3"/>
              </a:solidFill>
              <a:latin typeface="Roboto"/>
              <a:ea typeface="Roboto"/>
            </a:endParaRPr>
          </a:p>
        </p:txBody>
      </p:sp>
      <p:sp>
        <p:nvSpPr>
          <p:cNvPr id="271" name="Google Shape;271;p48"/>
          <p:cNvSpPr txBox="1">
            <a:spLocks noGrp="1"/>
          </p:cNvSpPr>
          <p:nvPr>
            <p:ph type="body" idx="1"/>
          </p:nvPr>
        </p:nvSpPr>
        <p:spPr>
          <a:xfrm>
            <a:off x="361350" y="1094298"/>
            <a:ext cx="8421300" cy="4046610"/>
          </a:xfrm>
          <a:prstGeom prst="rect">
            <a:avLst/>
          </a:prstGeom>
          <a:noFill/>
          <a:ln>
            <a:noFill/>
          </a:ln>
        </p:spPr>
        <p:txBody>
          <a:bodyPr spcFirstLastPara="1" wrap="square" lIns="91425" tIns="45700" rIns="91425" bIns="45700" anchor="t" anchorCtr="0">
            <a:noAutofit/>
          </a:bodyPr>
          <a:lstStyle/>
          <a:p>
            <a:pPr marL="0" indent="0">
              <a:spcBef>
                <a:spcPts val="0"/>
              </a:spcBef>
              <a:buNone/>
            </a:pPr>
            <a:r>
              <a:rPr lang="en-US" sz="900">
                <a:solidFill>
                  <a:schemeClr val="bg1">
                    <a:lumMod val="85000"/>
                  </a:schemeClr>
                </a:solidFill>
                <a:latin typeface="Roboto"/>
                <a:ea typeface="Roboto"/>
              </a:rPr>
              <a:t>Managers and leaders are responsible for providing a workplace that is, as far as reasonably practicable, a safe and healthy workplace for workers and visitors, particularly in the areas of their control. This includes:</a:t>
            </a:r>
            <a:endParaRPr lang="en-US">
              <a:solidFill>
                <a:schemeClr val="bg1">
                  <a:lumMod val="85000"/>
                </a:schemeClr>
              </a:solidFill>
              <a:latin typeface="Roboto"/>
            </a:endParaRPr>
          </a:p>
          <a:p>
            <a:pPr marL="0" indent="0">
              <a:spcBef>
                <a:spcPts val="0"/>
              </a:spcBef>
              <a:buNone/>
            </a:pPr>
            <a:r>
              <a:rPr lang="en-US" sz="900">
                <a:solidFill>
                  <a:srgbClr val="92D050"/>
                </a:solidFill>
                <a:latin typeface="Roboto"/>
                <a:ea typeface="Roboto"/>
              </a:rPr>
              <a:t>Answer here</a:t>
            </a:r>
            <a:endParaRPr lang="en-US">
              <a:solidFill>
                <a:srgbClr val="92D050"/>
              </a:solidFill>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dirty="0">
              <a:solidFill>
                <a:srgbClr val="92D050"/>
              </a:solidFill>
              <a:latin typeface="Roboto"/>
              <a:ea typeface="Roboto"/>
            </a:endParaRPr>
          </a:p>
          <a:p>
            <a:pPr marL="0" indent="0">
              <a:spcBef>
                <a:spcPts val="0"/>
              </a:spcBef>
              <a:buNone/>
            </a:pPr>
            <a:r>
              <a:rPr lang="en-US" sz="900">
                <a:solidFill>
                  <a:schemeClr val="bg1">
                    <a:lumMod val="85000"/>
                  </a:schemeClr>
                </a:solidFill>
                <a:latin typeface="Roboto"/>
                <a:ea typeface="Roboto"/>
              </a:rPr>
              <a:t>Workers must take reasonable care for their own health and safety while they are at work and take reasonable care that their acts or omissions do not adversely affect the health and safety of other persons. This includes:</a:t>
            </a:r>
            <a:endParaRPr lang="en-US">
              <a:solidFill>
                <a:schemeClr val="bg1">
                  <a:lumMod val="85000"/>
                </a:schemeClr>
              </a:solidFill>
              <a:latin typeface="Roboto"/>
              <a:ea typeface="Roboto"/>
            </a:endParaRPr>
          </a:p>
          <a:p>
            <a:pPr marL="0" indent="0">
              <a:spcBef>
                <a:spcPts val="0"/>
              </a:spcBef>
              <a:buNone/>
            </a:pPr>
            <a:r>
              <a:rPr lang="en-US" sz="900">
                <a:solidFill>
                  <a:srgbClr val="92D050"/>
                </a:solidFill>
                <a:latin typeface="Roboto"/>
                <a:ea typeface="Roboto"/>
              </a:rPr>
              <a:t>Answer here</a:t>
            </a:r>
            <a:endParaRPr lang="en-US">
              <a:solidFill>
                <a:srgbClr val="92D050"/>
              </a:solidFill>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dirty="0">
              <a:solidFill>
                <a:srgbClr val="92D050"/>
              </a:solidFill>
              <a:latin typeface="Roboto"/>
              <a:ea typeface="Roboto"/>
            </a:endParaRPr>
          </a:p>
          <a:p>
            <a:pPr marL="0" indent="0">
              <a:spcBef>
                <a:spcPts val="0"/>
              </a:spcBef>
              <a:buNone/>
            </a:pPr>
            <a:r>
              <a:rPr lang="en-US" sz="900">
                <a:solidFill>
                  <a:schemeClr val="bg1">
                    <a:lumMod val="85000"/>
                  </a:schemeClr>
                </a:solidFill>
                <a:latin typeface="Roboto"/>
                <a:ea typeface="Roboto"/>
              </a:rPr>
              <a:t>Contractors, sub-contractors and self-employed persons are defined as “workers” under the WHS Act if they carry out work in any capacity, they</a:t>
            </a:r>
            <a:endParaRPr lang="en-US">
              <a:solidFill>
                <a:schemeClr val="bg1">
                  <a:lumMod val="85000"/>
                </a:schemeClr>
              </a:solidFill>
              <a:ea typeface="Roboto"/>
            </a:endParaRPr>
          </a:p>
          <a:p>
            <a:pPr marL="0" indent="0">
              <a:spcBef>
                <a:spcPts val="0"/>
              </a:spcBef>
              <a:buNone/>
            </a:pPr>
            <a:r>
              <a:rPr lang="en-US" sz="900">
                <a:solidFill>
                  <a:schemeClr val="bg1">
                    <a:lumMod val="85000"/>
                  </a:schemeClr>
                </a:solidFill>
                <a:latin typeface="Roboto"/>
                <a:ea typeface="Roboto"/>
              </a:rPr>
              <a:t>are required to:</a:t>
            </a:r>
            <a:endParaRPr lang="en-US">
              <a:solidFill>
                <a:schemeClr val="bg1">
                  <a:lumMod val="85000"/>
                </a:schemeClr>
              </a:solidFill>
            </a:endParaRPr>
          </a:p>
          <a:p>
            <a:pPr marL="0" indent="0">
              <a:spcBef>
                <a:spcPts val="0"/>
              </a:spcBef>
              <a:buNone/>
            </a:pPr>
            <a:r>
              <a:rPr lang="en-US" sz="900">
                <a:solidFill>
                  <a:srgbClr val="92D050"/>
                </a:solidFill>
                <a:latin typeface="Roboto"/>
                <a:ea typeface="Roboto"/>
              </a:rPr>
              <a:t>Answer here</a:t>
            </a:r>
          </a:p>
          <a:p>
            <a:pPr marL="0" marR="0" lvl="0" indent="0" algn="l">
              <a:lnSpc>
                <a:spcPct val="100000"/>
              </a:lnSpc>
              <a:spcBef>
                <a:spcPts val="0"/>
              </a:spcBef>
              <a:spcAft>
                <a:spcPts val="0"/>
              </a:spcAft>
              <a:buSzPts val="2800"/>
              <a:buFont typeface="Arial"/>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dirty="0">
              <a:solidFill>
                <a:srgbClr val="92D050"/>
              </a:solidFill>
              <a:latin typeface="Roboto"/>
              <a:ea typeface="Roboto"/>
            </a:endParaRPr>
          </a:p>
          <a:p>
            <a:pPr marL="0" indent="0">
              <a:spcBef>
                <a:spcPts val="0"/>
              </a:spcBef>
              <a:buNone/>
            </a:pPr>
            <a:r>
              <a:rPr lang="en-US" sz="900">
                <a:solidFill>
                  <a:schemeClr val="bg1">
                    <a:lumMod val="85000"/>
                  </a:schemeClr>
                </a:solidFill>
                <a:latin typeface="Roboto"/>
                <a:ea typeface="Roboto"/>
              </a:rPr>
              <a:t>It is acknowledged that, in accordance with legislation, a worker may cease, or refuse to carry out work if they have a reasonable concern the work would expose the worker to a serious risk to their health and safety. </a:t>
            </a:r>
            <a:endParaRPr lang="en-US">
              <a:solidFill>
                <a:schemeClr val="bg1">
                  <a:lumMod val="85000"/>
                </a:schemeClr>
              </a:solidFill>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None/>
            </a:pPr>
            <a:endParaRPr lang="en-US" sz="900">
              <a:solidFill>
                <a:srgbClr val="92D050"/>
              </a:solidFill>
              <a:latin typeface="Roboto"/>
              <a:ea typeface="Roboto"/>
            </a:endParaRPr>
          </a:p>
          <a:p>
            <a:pPr marL="0" indent="0">
              <a:spcBef>
                <a:spcPts val="0"/>
              </a:spcBef>
              <a:buClr>
                <a:srgbClr val="000000"/>
              </a:buClr>
              <a:buNone/>
            </a:pPr>
            <a:endParaRPr lang="en-US" sz="900">
              <a:solidFill>
                <a:srgbClr val="92D050"/>
              </a:solidFill>
              <a:latin typeface="Roboto"/>
              <a:ea typeface="Roboto"/>
            </a:endParaRPr>
          </a:p>
          <a:p>
            <a:pPr marL="0" indent="0">
              <a:spcBef>
                <a:spcPts val="0"/>
              </a:spcBef>
              <a:buClr>
                <a:srgbClr val="000000"/>
              </a:buClr>
              <a:buNone/>
            </a:pPr>
            <a:endParaRPr lang="en-US">
              <a:solidFill>
                <a:srgbClr val="FFFFFF"/>
              </a:solidFill>
              <a:ea typeface="Roboto"/>
            </a:endParaRPr>
          </a:p>
        </p:txBody>
      </p:sp>
    </p:spTree>
    <p:extLst>
      <p:ext uri="{BB962C8B-B14F-4D97-AF65-F5344CB8AC3E}">
        <p14:creationId xmlns:p14="http://schemas.microsoft.com/office/powerpoint/2010/main" val="12383456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1" name="Google Shape;271;p48"/>
          <p:cNvSpPr txBox="1">
            <a:spLocks noGrp="1"/>
          </p:cNvSpPr>
          <p:nvPr>
            <p:ph type="body" idx="1"/>
          </p:nvPr>
        </p:nvSpPr>
        <p:spPr>
          <a:xfrm>
            <a:off x="361350" y="1094298"/>
            <a:ext cx="8421300" cy="4046610"/>
          </a:xfrm>
          <a:prstGeom prst="rect">
            <a:avLst/>
          </a:prstGeom>
          <a:noFill/>
          <a:ln>
            <a:noFill/>
          </a:ln>
        </p:spPr>
        <p:txBody>
          <a:bodyPr spcFirstLastPara="1" wrap="square" lIns="91425" tIns="45700" rIns="91425" bIns="45700" anchor="t" anchorCtr="0">
            <a:noAutofit/>
          </a:bodyPr>
          <a:lstStyle/>
          <a:p>
            <a:pPr marL="0" indent="0">
              <a:spcBef>
                <a:spcPts val="0"/>
              </a:spcBef>
              <a:buNone/>
            </a:pPr>
            <a:r>
              <a:rPr lang="en-US" sz="900" dirty="0">
                <a:solidFill>
                  <a:schemeClr val="bg1">
                    <a:lumMod val="85000"/>
                  </a:schemeClr>
                </a:solidFill>
                <a:latin typeface="Roboto"/>
                <a:ea typeface="Roboto"/>
              </a:rPr>
              <a:t>The purpose of any WHS risk assessment is to ensure that, for any identified hazards, appropriate control measures are implemented in order to protect workers, contractors and visitors from risks to their health, safety and welfare. Control measures for WHS hazards should be implemented as required using the following hierarchy of control, in order of preference: </a:t>
            </a:r>
            <a:endParaRPr lang="en-US" dirty="0">
              <a:solidFill>
                <a:schemeClr val="bg1">
                  <a:lumMod val="85000"/>
                </a:schemeClr>
              </a:solidFill>
            </a:endParaRPr>
          </a:p>
          <a:p>
            <a:pPr marL="0" indent="0">
              <a:spcBef>
                <a:spcPts val="0"/>
              </a:spcBef>
              <a:buNone/>
            </a:pPr>
            <a:r>
              <a:rPr lang="en-US" sz="900" dirty="0">
                <a:solidFill>
                  <a:srgbClr val="92D050"/>
                </a:solidFill>
                <a:latin typeface="Roboto"/>
                <a:ea typeface="Roboto"/>
              </a:rPr>
              <a:t>A - Answer here</a:t>
            </a:r>
          </a:p>
          <a:p>
            <a:pPr marL="0" indent="0">
              <a:spcBef>
                <a:spcPts val="0"/>
              </a:spcBef>
              <a:buNone/>
            </a:pPr>
            <a:r>
              <a:rPr lang="en-US" sz="900" dirty="0">
                <a:solidFill>
                  <a:srgbClr val="92D050"/>
                </a:solidFill>
                <a:latin typeface="Roboto"/>
                <a:ea typeface="Roboto"/>
              </a:rPr>
              <a:t>B - Answer here</a:t>
            </a:r>
            <a:endParaRPr lang="en-US" dirty="0"/>
          </a:p>
          <a:p>
            <a:pPr marL="0" indent="0">
              <a:spcBef>
                <a:spcPts val="0"/>
              </a:spcBef>
              <a:buNone/>
            </a:pPr>
            <a:r>
              <a:rPr lang="en-US" sz="900" dirty="0">
                <a:solidFill>
                  <a:srgbClr val="92D050"/>
                </a:solidFill>
                <a:latin typeface="Roboto"/>
                <a:ea typeface="Roboto"/>
              </a:rPr>
              <a:t>C - Answer here</a:t>
            </a:r>
            <a:endParaRPr lang="en-US" dirty="0"/>
          </a:p>
          <a:p>
            <a:pPr marL="0" indent="0">
              <a:spcBef>
                <a:spcPts val="0"/>
              </a:spcBef>
              <a:buNone/>
            </a:pPr>
            <a:r>
              <a:rPr lang="en-US" sz="900" dirty="0">
                <a:solidFill>
                  <a:srgbClr val="92D050"/>
                </a:solidFill>
                <a:latin typeface="Roboto"/>
                <a:ea typeface="Roboto"/>
              </a:rPr>
              <a:t>D - Answer here</a:t>
            </a:r>
            <a:endParaRPr lang="en-US" dirty="0"/>
          </a:p>
          <a:p>
            <a:pPr marL="0" indent="0">
              <a:spcBef>
                <a:spcPts val="0"/>
              </a:spcBef>
              <a:buNone/>
            </a:pPr>
            <a:r>
              <a:rPr lang="en-US" sz="900" dirty="0">
                <a:solidFill>
                  <a:srgbClr val="92D050"/>
                </a:solidFill>
                <a:latin typeface="Roboto"/>
                <a:ea typeface="Roboto"/>
              </a:rPr>
              <a:t>E - Answer here</a:t>
            </a:r>
            <a:endParaRPr lang="en-US" dirty="0"/>
          </a:p>
          <a:p>
            <a:pPr marL="0" indent="0">
              <a:spcBef>
                <a:spcPts val="0"/>
              </a:spcBef>
              <a:buNone/>
            </a:pPr>
            <a:r>
              <a:rPr lang="en-US" sz="900" dirty="0">
                <a:solidFill>
                  <a:srgbClr val="92D050"/>
                </a:solidFill>
                <a:latin typeface="Roboto"/>
                <a:ea typeface="Roboto"/>
              </a:rPr>
              <a:t>F - Answer here</a:t>
            </a:r>
            <a:endParaRPr lang="en-US" dirty="0"/>
          </a:p>
          <a:p>
            <a:pPr marL="0" indent="0">
              <a:spcBef>
                <a:spcPts val="0"/>
              </a:spcBef>
              <a:buNone/>
            </a:pPr>
            <a:endParaRPr lang="en-US" sz="900" dirty="0">
              <a:solidFill>
                <a:srgbClr val="92D050"/>
              </a:solidFill>
              <a:latin typeface="Roboto"/>
              <a:ea typeface="Roboto"/>
            </a:endParaRPr>
          </a:p>
          <a:p>
            <a:pPr marL="0" indent="0">
              <a:spcBef>
                <a:spcPts val="0"/>
              </a:spcBef>
              <a:buNone/>
            </a:pPr>
            <a:endParaRPr lang="en-US" sz="900" dirty="0">
              <a:solidFill>
                <a:srgbClr val="92D050"/>
              </a:solidFill>
              <a:latin typeface="Roboto"/>
              <a:ea typeface="Roboto"/>
            </a:endParaRPr>
          </a:p>
          <a:p>
            <a:pPr marL="0" indent="0">
              <a:spcBef>
                <a:spcPts val="0"/>
              </a:spcBef>
              <a:buNone/>
            </a:pPr>
            <a:endParaRPr lang="en-US" sz="900" dirty="0">
              <a:solidFill>
                <a:srgbClr val="92D050"/>
              </a:solidFill>
              <a:latin typeface="Roboto"/>
              <a:ea typeface="Roboto"/>
            </a:endParaRPr>
          </a:p>
          <a:p>
            <a:pPr marL="0" indent="0">
              <a:spcBef>
                <a:spcPts val="0"/>
              </a:spcBef>
              <a:buNone/>
            </a:pPr>
            <a:endParaRPr lang="en-US" sz="900" dirty="0">
              <a:solidFill>
                <a:srgbClr val="92D050"/>
              </a:solidFill>
              <a:latin typeface="Roboto"/>
              <a:ea typeface="Roboto"/>
            </a:endParaRPr>
          </a:p>
          <a:p>
            <a:pPr marL="0" indent="0">
              <a:spcBef>
                <a:spcPts val="0"/>
              </a:spcBef>
              <a:buNone/>
            </a:pPr>
            <a:endParaRPr lang="en-US" sz="900" dirty="0">
              <a:solidFill>
                <a:srgbClr val="92D050"/>
              </a:solidFill>
              <a:latin typeface="Roboto"/>
              <a:ea typeface="Roboto"/>
            </a:endParaRPr>
          </a:p>
          <a:p>
            <a:pPr marL="0" indent="0">
              <a:spcBef>
                <a:spcPts val="0"/>
              </a:spcBef>
              <a:buNone/>
            </a:pPr>
            <a:r>
              <a:rPr lang="en-US" sz="900" dirty="0">
                <a:solidFill>
                  <a:schemeClr val="bg1">
                    <a:lumMod val="85000"/>
                  </a:schemeClr>
                </a:solidFill>
                <a:latin typeface="Roboto"/>
                <a:ea typeface="Roboto"/>
              </a:rPr>
              <a:t>Describe the process that will be used to monitor and review implemented control measures. </a:t>
            </a:r>
            <a:endParaRPr lang="en-US" dirty="0">
              <a:solidFill>
                <a:schemeClr val="bg1">
                  <a:lumMod val="85000"/>
                </a:schemeClr>
              </a:solidFill>
              <a:ea typeface="Roboto"/>
            </a:endParaRPr>
          </a:p>
          <a:p>
            <a:pPr marL="0" indent="0">
              <a:spcBef>
                <a:spcPts val="0"/>
              </a:spcBef>
              <a:buNone/>
            </a:pPr>
            <a:r>
              <a:rPr lang="en-US" sz="900" dirty="0">
                <a:solidFill>
                  <a:srgbClr val="92D050"/>
                </a:solidFill>
                <a:latin typeface="Roboto"/>
                <a:ea typeface="Roboto"/>
              </a:rPr>
              <a:t>Answer here</a:t>
            </a:r>
          </a:p>
          <a:p>
            <a:pPr marL="0" indent="0">
              <a:spcBef>
                <a:spcPts val="0"/>
              </a:spcBef>
              <a:buNone/>
            </a:pPr>
            <a:endParaRPr lang="en-US" sz="900" dirty="0">
              <a:solidFill>
                <a:srgbClr val="92D050"/>
              </a:solidFill>
              <a:latin typeface="Roboto"/>
              <a:ea typeface="Roboto"/>
            </a:endParaRPr>
          </a:p>
          <a:p>
            <a:pPr marL="0" indent="0">
              <a:spcBef>
                <a:spcPts val="0"/>
              </a:spcBef>
              <a:buNone/>
            </a:pPr>
            <a:endParaRPr lang="en-US" sz="900" dirty="0">
              <a:solidFill>
                <a:srgbClr val="92D050"/>
              </a:solidFill>
              <a:latin typeface="Roboto"/>
              <a:ea typeface="Roboto"/>
            </a:endParaRPr>
          </a:p>
          <a:p>
            <a:pPr marL="0" indent="0">
              <a:spcBef>
                <a:spcPts val="0"/>
              </a:spcBef>
              <a:buNone/>
            </a:pPr>
            <a:endParaRPr lang="en-US" sz="900" dirty="0">
              <a:solidFill>
                <a:srgbClr val="92D050"/>
              </a:solidFill>
              <a:latin typeface="Roboto"/>
              <a:ea typeface="Roboto"/>
            </a:endParaRPr>
          </a:p>
          <a:p>
            <a:pPr marL="0" indent="0">
              <a:spcBef>
                <a:spcPts val="0"/>
              </a:spcBef>
              <a:buNone/>
            </a:pPr>
            <a:endParaRPr lang="en-US" sz="900" dirty="0">
              <a:solidFill>
                <a:srgbClr val="92D050"/>
              </a:solidFill>
              <a:latin typeface="Roboto"/>
              <a:ea typeface="Roboto"/>
            </a:endParaRPr>
          </a:p>
          <a:p>
            <a:pPr marL="0" indent="0">
              <a:spcBef>
                <a:spcPts val="0"/>
              </a:spcBef>
              <a:buNone/>
            </a:pPr>
            <a:endParaRPr lang="en-US" sz="900" dirty="0">
              <a:solidFill>
                <a:srgbClr val="92D050"/>
              </a:solidFill>
              <a:latin typeface="Roboto"/>
              <a:ea typeface="Roboto"/>
            </a:endParaRPr>
          </a:p>
          <a:p>
            <a:pPr marL="0" indent="0">
              <a:spcBef>
                <a:spcPts val="0"/>
              </a:spcBef>
              <a:buNone/>
            </a:pPr>
            <a:endParaRPr lang="en-US" sz="900" dirty="0">
              <a:solidFill>
                <a:srgbClr val="92D050"/>
              </a:solidFill>
              <a:latin typeface="Roboto"/>
              <a:ea typeface="Roboto"/>
            </a:endParaRPr>
          </a:p>
          <a:p>
            <a:pPr marL="0" indent="0">
              <a:spcBef>
                <a:spcPts val="0"/>
              </a:spcBef>
              <a:buNone/>
            </a:pPr>
            <a:endParaRPr lang="en-US" sz="900" dirty="0">
              <a:solidFill>
                <a:srgbClr val="92D050"/>
              </a:solidFill>
              <a:latin typeface="Roboto"/>
              <a:ea typeface="Roboto"/>
            </a:endParaRPr>
          </a:p>
          <a:p>
            <a:pPr marL="0" indent="0">
              <a:spcBef>
                <a:spcPts val="0"/>
              </a:spcBef>
              <a:buNone/>
            </a:pPr>
            <a:endParaRPr lang="en-US" sz="900" dirty="0">
              <a:solidFill>
                <a:srgbClr val="92D050"/>
              </a:solidFill>
              <a:latin typeface="Roboto"/>
              <a:ea typeface="Roboto"/>
            </a:endParaRPr>
          </a:p>
          <a:p>
            <a:pPr marL="0" indent="0">
              <a:spcBef>
                <a:spcPts val="0"/>
              </a:spcBef>
              <a:buNone/>
            </a:pPr>
            <a:endParaRPr lang="en-US" sz="900" dirty="0">
              <a:solidFill>
                <a:srgbClr val="92D050"/>
              </a:solidFill>
              <a:latin typeface="Roboto"/>
              <a:ea typeface="Roboto"/>
            </a:endParaRPr>
          </a:p>
          <a:p>
            <a:pPr marL="0" indent="0">
              <a:spcBef>
                <a:spcPts val="0"/>
              </a:spcBef>
              <a:buClr>
                <a:srgbClr val="000000"/>
              </a:buClr>
              <a:buNone/>
            </a:pPr>
            <a:endParaRPr lang="en-US" sz="900" dirty="0">
              <a:solidFill>
                <a:srgbClr val="92D050"/>
              </a:solidFill>
              <a:latin typeface="Roboto"/>
              <a:ea typeface="Roboto"/>
            </a:endParaRPr>
          </a:p>
        </p:txBody>
      </p:sp>
      <p:sp>
        <p:nvSpPr>
          <p:cNvPr id="7" name="Google Shape;270;p48">
            <a:extLst>
              <a:ext uri="{FF2B5EF4-FFF2-40B4-BE49-F238E27FC236}">
                <a16:creationId xmlns:a16="http://schemas.microsoft.com/office/drawing/2014/main" id="{5B2768AC-1DC2-4753-A218-3994E5B73C07}"/>
              </a:ext>
            </a:extLst>
          </p:cNvPr>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GB">
                <a:latin typeface="Roboto"/>
                <a:ea typeface="Roboto"/>
                <a:cs typeface="Roboto"/>
                <a:sym typeface="Roboto"/>
              </a:rPr>
              <a:t>WHS Management Plan | </a:t>
            </a:r>
            <a:r>
              <a:rPr lang="en-GB" sz="3000">
                <a:solidFill>
                  <a:srgbClr val="8CB3E3"/>
                </a:solidFill>
                <a:latin typeface="Roboto"/>
                <a:ea typeface="Roboto"/>
                <a:sym typeface="Roboto"/>
              </a:rPr>
              <a:t>Hazards/Risks</a:t>
            </a:r>
            <a:endParaRPr lang="en-GB" sz="3000">
              <a:solidFill>
                <a:srgbClr val="8CB3E3"/>
              </a:solidFill>
              <a:latin typeface="Roboto"/>
              <a:ea typeface="Roboto"/>
            </a:endParaRPr>
          </a:p>
        </p:txBody>
      </p:sp>
    </p:spTree>
    <p:extLst>
      <p:ext uri="{BB962C8B-B14F-4D97-AF65-F5344CB8AC3E}">
        <p14:creationId xmlns:p14="http://schemas.microsoft.com/office/powerpoint/2010/main" val="6051077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8"/>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GB">
                <a:latin typeface="Roboto"/>
                <a:ea typeface="Roboto"/>
                <a:cs typeface="Roboto"/>
                <a:sym typeface="Roboto"/>
              </a:rPr>
              <a:t>WHS Management Plan | </a:t>
            </a:r>
            <a:r>
              <a:rPr lang="en-GB" sz="3000">
                <a:solidFill>
                  <a:srgbClr val="8CB3E3"/>
                </a:solidFill>
                <a:latin typeface="Roboto"/>
                <a:ea typeface="Roboto"/>
                <a:sym typeface="Roboto"/>
              </a:rPr>
              <a:t>Hazards/Risks</a:t>
            </a:r>
            <a:endParaRPr lang="en-GB" sz="3000">
              <a:solidFill>
                <a:srgbClr val="8CB3E3"/>
              </a:solidFill>
              <a:latin typeface="Roboto"/>
              <a:ea typeface="Roboto"/>
            </a:endParaRPr>
          </a:p>
        </p:txBody>
      </p:sp>
      <p:graphicFrame>
        <p:nvGraphicFramePr>
          <p:cNvPr id="6" name="Google Shape;240;p38">
            <a:extLst>
              <a:ext uri="{FF2B5EF4-FFF2-40B4-BE49-F238E27FC236}">
                <a16:creationId xmlns:a16="http://schemas.microsoft.com/office/drawing/2014/main" id="{B705625E-947A-493F-9E40-DEC8F49CB570}"/>
              </a:ext>
            </a:extLst>
          </p:cNvPr>
          <p:cNvGraphicFramePr/>
          <p:nvPr>
            <p:extLst>
              <p:ext uri="{D42A27DB-BD31-4B8C-83A1-F6EECF244321}">
                <p14:modId xmlns:p14="http://schemas.microsoft.com/office/powerpoint/2010/main" val="2052093520"/>
              </p:ext>
            </p:extLst>
          </p:nvPr>
        </p:nvGraphicFramePr>
        <p:xfrm>
          <a:off x="453365" y="3382431"/>
          <a:ext cx="8222376" cy="1645740"/>
        </p:xfrm>
        <a:graphic>
          <a:graphicData uri="http://schemas.openxmlformats.org/drawingml/2006/table">
            <a:tbl>
              <a:tblPr>
                <a:noFill/>
              </a:tblPr>
              <a:tblGrid>
                <a:gridCol w="2097036">
                  <a:extLst>
                    <a:ext uri="{9D8B030D-6E8A-4147-A177-3AD203B41FA5}">
                      <a16:colId xmlns:a16="http://schemas.microsoft.com/office/drawing/2014/main" val="20000"/>
                    </a:ext>
                  </a:extLst>
                </a:gridCol>
                <a:gridCol w="1936956">
                  <a:extLst>
                    <a:ext uri="{9D8B030D-6E8A-4147-A177-3AD203B41FA5}">
                      <a16:colId xmlns:a16="http://schemas.microsoft.com/office/drawing/2014/main" val="20001"/>
                    </a:ext>
                  </a:extLst>
                </a:gridCol>
                <a:gridCol w="2094192">
                  <a:extLst>
                    <a:ext uri="{9D8B030D-6E8A-4147-A177-3AD203B41FA5}">
                      <a16:colId xmlns:a16="http://schemas.microsoft.com/office/drawing/2014/main" val="20002"/>
                    </a:ext>
                  </a:extLst>
                </a:gridCol>
                <a:gridCol w="2094192">
                  <a:extLst>
                    <a:ext uri="{9D8B030D-6E8A-4147-A177-3AD203B41FA5}">
                      <a16:colId xmlns:a16="http://schemas.microsoft.com/office/drawing/2014/main" val="533966607"/>
                    </a:ext>
                  </a:extLst>
                </a:gridCol>
              </a:tblGrid>
              <a:tr h="247056">
                <a:tc>
                  <a:txBody>
                    <a:bodyPr/>
                    <a:lstStyle/>
                    <a:p>
                      <a:pPr marL="0" marR="0" lvl="0" indent="0" algn="l" rtl="0">
                        <a:lnSpc>
                          <a:spcPct val="100000"/>
                        </a:lnSpc>
                        <a:spcBef>
                          <a:spcPts val="0"/>
                        </a:spcBef>
                        <a:spcAft>
                          <a:spcPts val="0"/>
                        </a:spcAft>
                        <a:buClr>
                          <a:srgbClr val="D9D9D9"/>
                        </a:buClr>
                        <a:buSzPts val="1000"/>
                        <a:buFont typeface="Roboto"/>
                        <a:buNone/>
                      </a:pPr>
                      <a:r>
                        <a:rPr lang="en-AU" sz="600" b="1" u="none" strike="noStrike" cap="none">
                          <a:solidFill>
                            <a:schemeClr val="bg1">
                              <a:lumMod val="85000"/>
                            </a:schemeClr>
                          </a:solidFill>
                          <a:latin typeface="Roboto"/>
                          <a:ea typeface="Roboto"/>
                        </a:rPr>
                        <a:t>Identified Hazard</a:t>
                      </a:r>
                    </a:p>
                  </a:txBody>
                  <a:tcPr marL="91425" marR="91425" marT="91425" marB="91425">
                    <a:lnL w="19050" cap="flat" cmpd="sng">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434343"/>
                    </a:solidFill>
                  </a:tcPr>
                </a:tc>
                <a:tc>
                  <a:txBody>
                    <a:bodyPr/>
                    <a:lstStyle/>
                    <a:p>
                      <a:pPr marL="0" marR="0" lvl="0" indent="0" algn="l" rtl="0">
                        <a:lnSpc>
                          <a:spcPct val="100000"/>
                        </a:lnSpc>
                        <a:spcBef>
                          <a:spcPts val="0"/>
                        </a:spcBef>
                        <a:spcAft>
                          <a:spcPts val="0"/>
                        </a:spcAft>
                        <a:buClr>
                          <a:srgbClr val="D9D9D9"/>
                        </a:buClr>
                        <a:buSzPts val="1000"/>
                        <a:buFont typeface="Roboto"/>
                        <a:buNone/>
                      </a:pPr>
                      <a:r>
                        <a:rPr lang="en-AU" sz="600" b="1" u="none" strike="noStrike" cap="none">
                          <a:solidFill>
                            <a:srgbClr val="D9D9D9"/>
                          </a:solidFill>
                          <a:latin typeface="Roboto"/>
                          <a:ea typeface="Roboto"/>
                        </a:rPr>
                        <a:t>Consequence</a:t>
                      </a:r>
                      <a:endParaRPr sz="600">
                        <a:latin typeface="Roboto"/>
                      </a:endParaRP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434343"/>
                    </a:solidFill>
                  </a:tcPr>
                </a:tc>
                <a:tc>
                  <a:txBody>
                    <a:bodyPr/>
                    <a:lstStyle/>
                    <a:p>
                      <a:pPr marL="0" marR="0" lvl="0" indent="0" algn="l" rtl="0">
                        <a:lnSpc>
                          <a:spcPct val="100000"/>
                        </a:lnSpc>
                        <a:spcBef>
                          <a:spcPts val="0"/>
                        </a:spcBef>
                        <a:spcAft>
                          <a:spcPts val="0"/>
                        </a:spcAft>
                        <a:buClr>
                          <a:srgbClr val="D9D9D9"/>
                        </a:buClr>
                        <a:buSzPts val="1000"/>
                        <a:buFont typeface="Roboto"/>
                        <a:buNone/>
                      </a:pPr>
                      <a:r>
                        <a:rPr lang="en-AU" sz="600" b="1" u="none" strike="noStrike" cap="none">
                          <a:solidFill>
                            <a:srgbClr val="D9D9D9"/>
                          </a:solidFill>
                          <a:latin typeface="Roboto"/>
                          <a:ea typeface="Roboto"/>
                        </a:rPr>
                        <a:t>Likelihood</a:t>
                      </a:r>
                      <a:endParaRPr sz="600">
                        <a:latin typeface="Roboto"/>
                      </a:endParaRP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434343"/>
                    </a:solidFill>
                  </a:tcPr>
                </a:tc>
                <a:tc>
                  <a:txBody>
                    <a:bodyPr/>
                    <a:lstStyle/>
                    <a:p>
                      <a:pPr marL="0" lvl="0" indent="0" algn="l">
                        <a:lnSpc>
                          <a:spcPct val="100000"/>
                        </a:lnSpc>
                        <a:spcBef>
                          <a:spcPts val="0"/>
                        </a:spcBef>
                        <a:spcAft>
                          <a:spcPts val="0"/>
                        </a:spcAft>
                        <a:buNone/>
                      </a:pPr>
                      <a:r>
                        <a:rPr lang="en-AU" sz="600" b="1" u="none" strike="noStrike" cap="none">
                          <a:solidFill>
                            <a:srgbClr val="D9D9D9"/>
                          </a:solidFill>
                          <a:latin typeface="Roboto"/>
                          <a:ea typeface="Roboto"/>
                        </a:rPr>
                        <a:t>Risk Level</a:t>
                      </a:r>
                      <a:endParaRPr lang="en-US"/>
                    </a:p>
                  </a:txBody>
                  <a:tcPr marL="91425" marR="91425" marT="91425" marB="91425">
                    <a:lnL w="19050" cap="flat" cmpd="sng" algn="ctr">
                      <a:solidFill>
                        <a:srgbClr val="666666"/>
                      </a:solidFill>
                      <a:prstDash val="solid"/>
                      <a:round/>
                      <a:headEnd type="none" w="sm" len="sm"/>
                      <a:tailEnd type="none" w="sm" len="sm"/>
                    </a:lnL>
                    <a:lnR w="19050">
                      <a:solidFill>
                        <a:srgbClr val="666666"/>
                      </a:solidFill>
                    </a:lnR>
                    <a:lnT w="19050" cap="flat" cmpd="sng" algn="ctr">
                      <a:solidFill>
                        <a:srgbClr val="666666"/>
                      </a:solidFill>
                      <a:prstDash val="solid"/>
                      <a:round/>
                      <a:headEnd type="none" w="med" len="med"/>
                      <a:tailEnd type="none" w="med" len="med"/>
                    </a:lnT>
                    <a:lnB w="19050">
                      <a:solidFill>
                        <a:srgbClr val="666666"/>
                      </a:solidFill>
                    </a:lnB>
                    <a:solidFill>
                      <a:srgbClr val="434343"/>
                    </a:solidFill>
                  </a:tcPr>
                </a:tc>
                <a:extLst>
                  <a:ext uri="{0D108BD9-81ED-4DB2-BD59-A6C34878D82A}">
                    <a16:rowId xmlns:a16="http://schemas.microsoft.com/office/drawing/2014/main" val="10000"/>
                  </a:ext>
                </a:extLst>
              </a:tr>
              <a:tr h="247056">
                <a:tc>
                  <a:txBody>
                    <a:bodyPr/>
                    <a:lstStyle/>
                    <a:p>
                      <a:pPr marL="0" marR="0" lvl="0" indent="0" algn="l" rtl="0">
                        <a:lnSpc>
                          <a:spcPct val="100000"/>
                        </a:lnSpc>
                        <a:spcBef>
                          <a:spcPts val="0"/>
                        </a:spcBef>
                        <a:spcAft>
                          <a:spcPts val="0"/>
                        </a:spcAft>
                        <a:buClr>
                          <a:srgbClr val="00B0F0"/>
                        </a:buClr>
                        <a:buSzPts val="900"/>
                        <a:buFont typeface="Roboto"/>
                        <a:buNone/>
                      </a:pPr>
                      <a:r>
                        <a:rPr lang="en-AU" sz="600" u="none" strike="noStrike" cap="none">
                          <a:solidFill>
                            <a:srgbClr val="92D050"/>
                          </a:solidFill>
                          <a:latin typeface="Roboto"/>
                          <a:ea typeface="Roboto"/>
                          <a:cs typeface="Roboto"/>
                        </a:rPr>
                        <a:t>Answer here</a:t>
                      </a:r>
                      <a:endParaRPr lang="en-AU" sz="600" u="none" strike="noStrike" cap="none">
                        <a:solidFill>
                          <a:srgbClr val="92D050"/>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a:lnSpc>
                          <a:spcPct val="100000"/>
                        </a:lnSpc>
                        <a:spcBef>
                          <a:spcPts val="0"/>
                        </a:spcBef>
                        <a:spcAft>
                          <a:spcPts val="0"/>
                        </a:spcAft>
                        <a:buNone/>
                      </a:pPr>
                      <a:r>
                        <a:rPr lang="en-AU" sz="600" b="0" i="0" u="none" strike="noStrike" cap="none" noProof="0">
                          <a:solidFill>
                            <a:srgbClr val="92D050"/>
                          </a:solidFill>
                          <a:latin typeface="Roboto"/>
                        </a:rPr>
                        <a:t>Answer here</a:t>
                      </a:r>
                      <a:endParaRPr lang="en-US">
                        <a:sym typeface="Roboto"/>
                      </a:endParaRP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a:lnSpc>
                          <a:spcPct val="100000"/>
                        </a:lnSpc>
                        <a:spcBef>
                          <a:spcPts val="0"/>
                        </a:spcBef>
                        <a:spcAft>
                          <a:spcPts val="0"/>
                        </a:spcAft>
                        <a:buNone/>
                      </a:pPr>
                      <a:r>
                        <a:rPr lang="en-AU" sz="600" b="0" i="0" u="none" strike="noStrike" cap="none" noProof="0">
                          <a:solidFill>
                            <a:srgbClr val="92D050"/>
                          </a:solidFill>
                          <a:latin typeface="Roboto"/>
                        </a:rPr>
                        <a:t>Answer here</a:t>
                      </a:r>
                      <a:endParaRPr lang="en-US">
                        <a:sym typeface="Roboto"/>
                      </a:endParaRP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lvl="0" indent="0" algn="l">
                        <a:lnSpc>
                          <a:spcPct val="100000"/>
                        </a:lnSpc>
                        <a:spcBef>
                          <a:spcPts val="0"/>
                        </a:spcBef>
                        <a:spcAft>
                          <a:spcPts val="0"/>
                        </a:spcAft>
                        <a:buNone/>
                      </a:pPr>
                      <a:r>
                        <a:rPr lang="en-AU" sz="600" b="0" i="0" u="none" strike="noStrike" cap="none" noProof="0">
                          <a:solidFill>
                            <a:srgbClr val="92D050"/>
                          </a:solidFill>
                          <a:latin typeface="Roboto"/>
                        </a:rPr>
                        <a:t>Answer here</a:t>
                      </a:r>
                      <a:endParaRPr lang="en-US">
                        <a:sym typeface="Roboto"/>
                      </a:endParaRPr>
                    </a:p>
                  </a:txBody>
                  <a:tcPr marL="91425" marR="91425" marT="91425" marB="91425">
                    <a:lnL w="19050" cap="flat" cmpd="sng" algn="ctr">
                      <a:solidFill>
                        <a:srgbClr val="666666"/>
                      </a:solidFill>
                      <a:prstDash val="solid"/>
                      <a:round/>
                      <a:headEnd type="none" w="sm" len="sm"/>
                      <a:tailEnd type="none" w="sm" len="sm"/>
                    </a:lnL>
                    <a:lnR w="19050">
                      <a:solidFill>
                        <a:srgbClr val="666666"/>
                      </a:solidFill>
                    </a:lnR>
                    <a:lnT w="19050">
                      <a:solidFill>
                        <a:srgbClr val="666666"/>
                      </a:solidFill>
                    </a:lnT>
                    <a:lnB w="19050">
                      <a:solidFill>
                        <a:srgbClr val="666666"/>
                      </a:solidFill>
                    </a:lnB>
                  </a:tcPr>
                </a:tc>
                <a:extLst>
                  <a:ext uri="{0D108BD9-81ED-4DB2-BD59-A6C34878D82A}">
                    <a16:rowId xmlns:a16="http://schemas.microsoft.com/office/drawing/2014/main" val="10001"/>
                  </a:ext>
                </a:extLst>
              </a:tr>
              <a:tr h="247056">
                <a:tc>
                  <a:txBody>
                    <a:bodyPr/>
                    <a:lstStyle/>
                    <a:p>
                      <a:pPr marL="0" marR="0" lvl="0" indent="0" algn="l">
                        <a:lnSpc>
                          <a:spcPct val="100000"/>
                        </a:lnSpc>
                        <a:spcBef>
                          <a:spcPts val="0"/>
                        </a:spcBef>
                        <a:spcAft>
                          <a:spcPts val="0"/>
                        </a:spcAft>
                        <a:buNone/>
                      </a:pPr>
                      <a:endParaRPr lang="en-AU" sz="600" b="0" i="0" u="none" strike="noStrike" noProof="0">
                        <a:solidFill>
                          <a:srgbClr val="92D050"/>
                        </a:solidFill>
                        <a:latin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lvl="0" indent="0">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cap="flat" cmpd="sng" algn="ctr">
                      <a:solidFill>
                        <a:srgbClr val="666666"/>
                      </a:solidFill>
                      <a:prstDash val="solid"/>
                      <a:round/>
                      <a:headEnd type="none" w="sm" len="sm"/>
                      <a:tailEnd type="none" w="sm" len="sm"/>
                    </a:lnL>
                    <a:lnR w="19050">
                      <a:solidFill>
                        <a:srgbClr val="666666"/>
                      </a:solidFill>
                    </a:lnR>
                    <a:lnT w="19050">
                      <a:solidFill>
                        <a:srgbClr val="666666"/>
                      </a:solidFill>
                    </a:lnT>
                    <a:lnB w="19050">
                      <a:solidFill>
                        <a:srgbClr val="666666"/>
                      </a:solidFill>
                    </a:lnB>
                  </a:tcPr>
                </a:tc>
                <a:extLst>
                  <a:ext uri="{0D108BD9-81ED-4DB2-BD59-A6C34878D82A}">
                    <a16:rowId xmlns:a16="http://schemas.microsoft.com/office/drawing/2014/main" val="10004"/>
                  </a:ext>
                </a:extLst>
              </a:tr>
              <a:tr h="247056">
                <a:tc>
                  <a:txBody>
                    <a:bodyPr/>
                    <a:lstStyle/>
                    <a:p>
                      <a:pPr marL="0" marR="0" lvl="0" indent="0" algn="l">
                        <a:lnSpc>
                          <a:spcPct val="100000"/>
                        </a:lnSpc>
                        <a:spcBef>
                          <a:spcPts val="0"/>
                        </a:spcBef>
                        <a:spcAft>
                          <a:spcPts val="0"/>
                        </a:spcAft>
                        <a:buNone/>
                      </a:pPr>
                      <a:endParaRPr lang="en-AU" sz="600" b="0" i="0" u="none" strike="noStrike" noProof="0">
                        <a:solidFill>
                          <a:srgbClr val="92D050"/>
                        </a:solidFill>
                        <a:latin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lvl="0" indent="0">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cap="flat" cmpd="sng" algn="ctr">
                      <a:solidFill>
                        <a:srgbClr val="666666"/>
                      </a:solidFill>
                      <a:prstDash val="solid"/>
                      <a:round/>
                      <a:headEnd type="none" w="sm" len="sm"/>
                      <a:tailEnd type="none" w="sm" len="sm"/>
                    </a:lnL>
                    <a:lnR w="19050">
                      <a:solidFill>
                        <a:srgbClr val="666666"/>
                      </a:solidFill>
                    </a:lnR>
                    <a:lnT w="19050">
                      <a:solidFill>
                        <a:srgbClr val="666666"/>
                      </a:solidFill>
                    </a:lnT>
                    <a:lnB w="19050">
                      <a:solidFill>
                        <a:srgbClr val="666666"/>
                      </a:solidFill>
                    </a:lnB>
                  </a:tcPr>
                </a:tc>
                <a:extLst>
                  <a:ext uri="{0D108BD9-81ED-4DB2-BD59-A6C34878D82A}">
                    <a16:rowId xmlns:a16="http://schemas.microsoft.com/office/drawing/2014/main" val="10005"/>
                  </a:ext>
                </a:extLst>
              </a:tr>
              <a:tr h="241566">
                <a:tc>
                  <a:txBody>
                    <a:bodyPr/>
                    <a:lstStyle/>
                    <a:p>
                      <a:pPr marL="0" lvl="0" indent="0">
                        <a:spcBef>
                          <a:spcPts val="0"/>
                        </a:spcBef>
                        <a:spcAft>
                          <a:spcPts val="0"/>
                        </a:spcAft>
                        <a:buNone/>
                      </a:pPr>
                      <a:endParaRPr lang="en-AU" sz="600" b="0" i="0" u="none" strike="noStrike" noProof="0">
                        <a:solidFill>
                          <a:srgbClr val="92D050"/>
                        </a:solidFill>
                        <a:latin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lvl="0" indent="0">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cap="flat" cmpd="sng" algn="ctr">
                      <a:solidFill>
                        <a:srgbClr val="666666"/>
                      </a:solidFill>
                      <a:prstDash val="solid"/>
                      <a:round/>
                      <a:headEnd type="none" w="sm" len="sm"/>
                      <a:tailEnd type="none" w="sm" len="sm"/>
                    </a:lnL>
                    <a:lnR w="19050">
                      <a:solidFill>
                        <a:srgbClr val="666666"/>
                      </a:solidFill>
                    </a:lnR>
                    <a:lnT w="19050">
                      <a:solidFill>
                        <a:srgbClr val="666666"/>
                      </a:solidFill>
                    </a:lnT>
                    <a:lnB w="19050">
                      <a:solidFill>
                        <a:srgbClr val="666666"/>
                      </a:solidFill>
                    </a:lnB>
                  </a:tcPr>
                </a:tc>
                <a:extLst>
                  <a:ext uri="{0D108BD9-81ED-4DB2-BD59-A6C34878D82A}">
                    <a16:rowId xmlns:a16="http://schemas.microsoft.com/office/drawing/2014/main" val="10006"/>
                  </a:ext>
                </a:extLst>
              </a:tr>
              <a:tr h="247056">
                <a:tc>
                  <a:txBody>
                    <a:bodyPr/>
                    <a:lstStyle/>
                    <a:p>
                      <a:pPr marL="0" lvl="0" indent="0">
                        <a:spcBef>
                          <a:spcPts val="0"/>
                        </a:spcBef>
                        <a:spcAft>
                          <a:spcPts val="0"/>
                        </a:spcAft>
                        <a:buNone/>
                      </a:pPr>
                      <a:endParaRPr lang="en-AU" sz="600" b="0" i="0" u="none" strike="noStrike" noProof="0">
                        <a:solidFill>
                          <a:srgbClr val="92D050"/>
                        </a:solidFill>
                        <a:latin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lvl="0" indent="0">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cap="flat" cmpd="sng" algn="ctr">
                      <a:solidFill>
                        <a:srgbClr val="666666"/>
                      </a:solidFill>
                      <a:prstDash val="solid"/>
                      <a:round/>
                      <a:headEnd type="none" w="sm" len="sm"/>
                      <a:tailEnd type="none" w="sm" len="sm"/>
                    </a:lnL>
                    <a:lnR w="19050">
                      <a:solidFill>
                        <a:srgbClr val="666666"/>
                      </a:solidFill>
                    </a:lnR>
                    <a:lnT w="19050">
                      <a:solidFill>
                        <a:srgbClr val="666666"/>
                      </a:solidFill>
                    </a:lnT>
                    <a:lnB w="19050">
                      <a:solidFill>
                        <a:srgbClr val="666666"/>
                      </a:solidFill>
                    </a:lnB>
                  </a:tcPr>
                </a:tc>
                <a:extLst>
                  <a:ext uri="{0D108BD9-81ED-4DB2-BD59-A6C34878D82A}">
                    <a16:rowId xmlns:a16="http://schemas.microsoft.com/office/drawing/2014/main" val="10007"/>
                  </a:ext>
                </a:extLst>
              </a:tr>
            </a:tbl>
          </a:graphicData>
        </a:graphic>
      </p:graphicFrame>
      <p:graphicFrame>
        <p:nvGraphicFramePr>
          <p:cNvPr id="5" name="Google Shape;240;p38">
            <a:extLst>
              <a:ext uri="{FF2B5EF4-FFF2-40B4-BE49-F238E27FC236}">
                <a16:creationId xmlns:a16="http://schemas.microsoft.com/office/drawing/2014/main" id="{517A1754-E245-4B3C-872F-897FC14A96AA}"/>
              </a:ext>
            </a:extLst>
          </p:cNvPr>
          <p:cNvGraphicFramePr/>
          <p:nvPr>
            <p:extLst>
              <p:ext uri="{D42A27DB-BD31-4B8C-83A1-F6EECF244321}">
                <p14:modId xmlns:p14="http://schemas.microsoft.com/office/powerpoint/2010/main" val="3905860386"/>
              </p:ext>
            </p:extLst>
          </p:nvPr>
        </p:nvGraphicFramePr>
        <p:xfrm>
          <a:off x="452058" y="1375833"/>
          <a:ext cx="5285529" cy="1920030"/>
        </p:xfrm>
        <a:graphic>
          <a:graphicData uri="http://schemas.openxmlformats.org/drawingml/2006/table">
            <a:tbl>
              <a:tblPr>
                <a:noFill/>
              </a:tblPr>
              <a:tblGrid>
                <a:gridCol w="1449160">
                  <a:extLst>
                    <a:ext uri="{9D8B030D-6E8A-4147-A177-3AD203B41FA5}">
                      <a16:colId xmlns:a16="http://schemas.microsoft.com/office/drawing/2014/main" val="20000"/>
                    </a:ext>
                  </a:extLst>
                </a:gridCol>
                <a:gridCol w="865035">
                  <a:extLst>
                    <a:ext uri="{9D8B030D-6E8A-4147-A177-3AD203B41FA5}">
                      <a16:colId xmlns:a16="http://schemas.microsoft.com/office/drawing/2014/main" val="20001"/>
                    </a:ext>
                  </a:extLst>
                </a:gridCol>
                <a:gridCol w="726158">
                  <a:extLst>
                    <a:ext uri="{9D8B030D-6E8A-4147-A177-3AD203B41FA5}">
                      <a16:colId xmlns:a16="http://schemas.microsoft.com/office/drawing/2014/main" val="20002"/>
                    </a:ext>
                  </a:extLst>
                </a:gridCol>
                <a:gridCol w="727981">
                  <a:extLst>
                    <a:ext uri="{9D8B030D-6E8A-4147-A177-3AD203B41FA5}">
                      <a16:colId xmlns:a16="http://schemas.microsoft.com/office/drawing/2014/main" val="533966607"/>
                    </a:ext>
                  </a:extLst>
                </a:gridCol>
                <a:gridCol w="653142">
                  <a:extLst>
                    <a:ext uri="{9D8B030D-6E8A-4147-A177-3AD203B41FA5}">
                      <a16:colId xmlns:a16="http://schemas.microsoft.com/office/drawing/2014/main" val="3322429951"/>
                    </a:ext>
                  </a:extLst>
                </a:gridCol>
                <a:gridCol w="864053">
                  <a:extLst>
                    <a:ext uri="{9D8B030D-6E8A-4147-A177-3AD203B41FA5}">
                      <a16:colId xmlns:a16="http://schemas.microsoft.com/office/drawing/2014/main" val="2942780782"/>
                    </a:ext>
                  </a:extLst>
                </a:gridCol>
              </a:tblGrid>
              <a:tr h="256555">
                <a:tc>
                  <a:txBody>
                    <a:bodyPr/>
                    <a:lstStyle/>
                    <a:p>
                      <a:pPr marL="0" lvl="0" indent="0" algn="l">
                        <a:lnSpc>
                          <a:spcPct val="100000"/>
                        </a:lnSpc>
                        <a:spcBef>
                          <a:spcPts val="0"/>
                        </a:spcBef>
                        <a:spcAft>
                          <a:spcPts val="0"/>
                        </a:spcAft>
                        <a:buNone/>
                      </a:pPr>
                      <a:endParaRPr lang="en-AU" sz="600" b="1" u="none" strike="noStrike" cap="none">
                        <a:solidFill>
                          <a:schemeClr val="bg1">
                            <a:lumMod val="85000"/>
                          </a:schemeClr>
                        </a:solidFill>
                        <a:latin typeface="Roboto"/>
                        <a:ea typeface="Roboto"/>
                      </a:endParaRPr>
                    </a:p>
                  </a:txBody>
                  <a:tcPr marL="91425" marR="91425" marT="91425" marB="91425">
                    <a:lnL w="19050">
                      <a:solidFill>
                        <a:srgbClr val="666666"/>
                      </a:solidFill>
                    </a:lnL>
                    <a:lnR w="19050">
                      <a:solidFill>
                        <a:srgbClr val="666666"/>
                      </a:solidFill>
                    </a:lnR>
                    <a:lnT w="19050">
                      <a:solidFill>
                        <a:srgbClr val="666666"/>
                      </a:solidFill>
                    </a:lnT>
                    <a:lnB w="19050">
                      <a:solidFill>
                        <a:srgbClr val="666666"/>
                      </a:solidFill>
                    </a:lnB>
                    <a:noFill/>
                  </a:tcPr>
                </a:tc>
                <a:tc gridSpan="5">
                  <a:txBody>
                    <a:bodyPr/>
                    <a:lstStyle/>
                    <a:p>
                      <a:pPr marL="0" lvl="0" indent="0" algn="ctr">
                        <a:lnSpc>
                          <a:spcPct val="100000"/>
                        </a:lnSpc>
                        <a:spcBef>
                          <a:spcPts val="0"/>
                        </a:spcBef>
                        <a:spcAft>
                          <a:spcPts val="0"/>
                        </a:spcAft>
                        <a:buNone/>
                      </a:pPr>
                      <a:r>
                        <a:rPr lang="en-AU" sz="600" b="1" u="none" strike="noStrike" cap="none">
                          <a:solidFill>
                            <a:srgbClr val="D9D9D9"/>
                          </a:solidFill>
                          <a:latin typeface="Roboto"/>
                          <a:ea typeface="Roboto"/>
                        </a:rPr>
                        <a:t>Likelihood</a:t>
                      </a:r>
                    </a:p>
                  </a:txBody>
                  <a:tcPr marL="91425" marR="91425" marT="91425" marB="91425">
                    <a:lnL w="19050">
                      <a:solidFill>
                        <a:srgbClr val="666666"/>
                      </a:solidFill>
                    </a:lnL>
                    <a:lnR w="19050">
                      <a:solidFill>
                        <a:srgbClr val="666666"/>
                      </a:solidFill>
                    </a:lnR>
                    <a:lnT w="19050">
                      <a:solidFill>
                        <a:srgbClr val="666666"/>
                      </a:solidFill>
                    </a:lnT>
                    <a:lnB w="19050">
                      <a:solidFill>
                        <a:srgbClr val="666666"/>
                      </a:solidFill>
                    </a:lnB>
                    <a:solidFill>
                      <a:srgbClr val="434343"/>
                    </a:solidFill>
                  </a:tcPr>
                </a:tc>
                <a:tc hMerge="1">
                  <a:txBody>
                    <a:bodyPr/>
                    <a:lstStyle/>
                    <a:p>
                      <a:endParaRPr lang="en-US"/>
                    </a:p>
                  </a:txBody>
                  <a:tcPr marL="91425" marR="91425" marT="91425" marB="91425">
                    <a:lnL w="19050">
                      <a:solidFill>
                        <a:srgbClr val="666666"/>
                      </a:solidFill>
                    </a:lnL>
                    <a:lnR w="19050">
                      <a:solidFill>
                        <a:srgbClr val="666666"/>
                      </a:solidFill>
                    </a:lnR>
                    <a:lnT w="19050">
                      <a:solidFill>
                        <a:srgbClr val="666666"/>
                      </a:solidFill>
                    </a:lnT>
                    <a:lnB w="19050">
                      <a:solidFill>
                        <a:srgbClr val="666666"/>
                      </a:solidFill>
                    </a:lnB>
                    <a:solidFill>
                      <a:srgbClr val="434343"/>
                    </a:solidFill>
                  </a:tcPr>
                </a:tc>
                <a:tc hMerge="1">
                  <a:txBody>
                    <a:bodyPr/>
                    <a:lstStyle/>
                    <a:p>
                      <a:endParaRPr lang="en-US"/>
                    </a:p>
                  </a:txBody>
                  <a:tcPr marL="91425" marR="91425" marT="91425" marB="91425">
                    <a:lnL w="19050">
                      <a:solidFill>
                        <a:srgbClr val="666666"/>
                      </a:solidFill>
                    </a:lnL>
                    <a:lnR w="19050">
                      <a:solidFill>
                        <a:srgbClr val="666666"/>
                      </a:solidFill>
                    </a:lnR>
                    <a:lnT w="19050">
                      <a:solidFill>
                        <a:srgbClr val="666666"/>
                      </a:solidFill>
                    </a:lnT>
                    <a:lnB w="19050">
                      <a:solidFill>
                        <a:srgbClr val="666666"/>
                      </a:solidFill>
                    </a:lnB>
                    <a:solidFill>
                      <a:srgbClr val="434343"/>
                    </a:solidFill>
                  </a:tcPr>
                </a:tc>
                <a:tc hMerge="1">
                  <a:txBody>
                    <a:bodyPr/>
                    <a:lstStyle/>
                    <a:p>
                      <a:endParaRPr lang="en-US"/>
                    </a:p>
                  </a:txBody>
                  <a:tcPr marL="91425" marR="91425" marT="91425" marB="91425">
                    <a:lnL w="19050">
                      <a:solidFill>
                        <a:srgbClr val="666666"/>
                      </a:solidFill>
                    </a:lnL>
                    <a:lnR w="19050">
                      <a:solidFill>
                        <a:srgbClr val="666666"/>
                      </a:solidFill>
                    </a:lnR>
                    <a:lnT w="19050">
                      <a:solidFill>
                        <a:srgbClr val="666666"/>
                      </a:solidFill>
                    </a:lnT>
                    <a:lnB w="19050">
                      <a:solidFill>
                        <a:srgbClr val="666666"/>
                      </a:solidFill>
                    </a:lnB>
                    <a:solidFill>
                      <a:srgbClr val="434343"/>
                    </a:solidFill>
                  </a:tcPr>
                </a:tc>
                <a:tc hMerge="1">
                  <a:txBody>
                    <a:bodyPr/>
                    <a:lstStyle/>
                    <a:p>
                      <a:endParaRPr lang="en-US"/>
                    </a:p>
                  </a:txBody>
                  <a:tcPr marL="91425" marR="91425" marT="91425" marB="91425">
                    <a:lnL w="19050">
                      <a:solidFill>
                        <a:srgbClr val="666666"/>
                      </a:solidFill>
                    </a:lnL>
                    <a:lnR w="19050">
                      <a:solidFill>
                        <a:srgbClr val="666666"/>
                      </a:solidFill>
                    </a:lnR>
                    <a:lnT w="19050">
                      <a:solidFill>
                        <a:srgbClr val="666666"/>
                      </a:solidFill>
                    </a:lnT>
                    <a:lnB w="19050">
                      <a:solidFill>
                        <a:srgbClr val="666666"/>
                      </a:solidFill>
                    </a:lnB>
                    <a:solidFill>
                      <a:srgbClr val="434343"/>
                    </a:solidFill>
                  </a:tcPr>
                </a:tc>
                <a:extLst>
                  <a:ext uri="{0D108BD9-81ED-4DB2-BD59-A6C34878D82A}">
                    <a16:rowId xmlns:a16="http://schemas.microsoft.com/office/drawing/2014/main" val="150922101"/>
                  </a:ext>
                </a:extLst>
              </a:tr>
              <a:tr h="256555">
                <a:tc>
                  <a:txBody>
                    <a:bodyPr/>
                    <a:lstStyle/>
                    <a:p>
                      <a:pPr marL="0" marR="0" lvl="0" indent="0" algn="l" rtl="0">
                        <a:lnSpc>
                          <a:spcPct val="100000"/>
                        </a:lnSpc>
                        <a:spcBef>
                          <a:spcPts val="0"/>
                        </a:spcBef>
                        <a:spcAft>
                          <a:spcPts val="0"/>
                        </a:spcAft>
                        <a:buClr>
                          <a:srgbClr val="D9D9D9"/>
                        </a:buClr>
                        <a:buSzPts val="1000"/>
                        <a:buFont typeface="Roboto"/>
                        <a:buNone/>
                      </a:pPr>
                      <a:r>
                        <a:rPr lang="en-AU" sz="600" b="1" u="none" strike="noStrike" cap="none">
                          <a:solidFill>
                            <a:schemeClr val="bg1">
                              <a:lumMod val="85000"/>
                            </a:schemeClr>
                          </a:solidFill>
                          <a:latin typeface="Roboto"/>
                          <a:ea typeface="Roboto"/>
                        </a:rPr>
                        <a:t>Consequence</a:t>
                      </a:r>
                    </a:p>
                  </a:txBody>
                  <a:tcPr marL="91425" marR="91425" marT="91425" marB="91425">
                    <a:lnL w="19050" cap="flat" cmpd="sng">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med" len="med"/>
                      <a:tailEnd type="none" w="med" len="med"/>
                    </a:lnT>
                    <a:lnB w="19050" cap="flat" cmpd="sng">
                      <a:solidFill>
                        <a:srgbClr val="666666"/>
                      </a:solidFill>
                      <a:prstDash val="solid"/>
                      <a:round/>
                      <a:headEnd type="none" w="sm" len="sm"/>
                      <a:tailEnd type="none" w="sm" len="sm"/>
                    </a:lnB>
                    <a:solidFill>
                      <a:srgbClr val="434343"/>
                    </a:solidFill>
                  </a:tcPr>
                </a:tc>
                <a:tc>
                  <a:txBody>
                    <a:bodyPr/>
                    <a:lstStyle/>
                    <a:p>
                      <a:pPr marL="0" marR="0" lvl="0" indent="0" algn="ctr" rtl="0">
                        <a:lnSpc>
                          <a:spcPct val="100000"/>
                        </a:lnSpc>
                        <a:spcBef>
                          <a:spcPts val="0"/>
                        </a:spcBef>
                        <a:spcAft>
                          <a:spcPts val="0"/>
                        </a:spcAft>
                        <a:buClr>
                          <a:srgbClr val="D9D9D9"/>
                        </a:buClr>
                        <a:buSzPts val="1000"/>
                        <a:buFont typeface="Roboto"/>
                        <a:buNone/>
                      </a:pPr>
                      <a:r>
                        <a:rPr lang="en-AU" sz="600" b="1" u="none" strike="noStrike" cap="none">
                          <a:solidFill>
                            <a:srgbClr val="D9D9D9"/>
                          </a:solidFill>
                          <a:latin typeface="Roboto"/>
                          <a:ea typeface="Roboto"/>
                        </a:rPr>
                        <a:t>Rare (1)</a:t>
                      </a: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med" len="med"/>
                      <a:tailEnd type="none" w="med" len="med"/>
                    </a:lnT>
                    <a:lnB w="19050" cap="flat" cmpd="sng">
                      <a:solidFill>
                        <a:srgbClr val="666666"/>
                      </a:solidFill>
                      <a:prstDash val="solid"/>
                      <a:round/>
                      <a:headEnd type="none" w="sm" len="sm"/>
                      <a:tailEnd type="none" w="sm" len="sm"/>
                    </a:lnB>
                    <a:solidFill>
                      <a:srgbClr val="434343"/>
                    </a:solidFill>
                  </a:tcPr>
                </a:tc>
                <a:tc>
                  <a:txBody>
                    <a:bodyPr/>
                    <a:lstStyle/>
                    <a:p>
                      <a:pPr marL="0" marR="0" lvl="0" indent="0" algn="ctr" rtl="0">
                        <a:lnSpc>
                          <a:spcPct val="100000"/>
                        </a:lnSpc>
                        <a:spcBef>
                          <a:spcPts val="0"/>
                        </a:spcBef>
                        <a:spcAft>
                          <a:spcPts val="0"/>
                        </a:spcAft>
                        <a:buClr>
                          <a:srgbClr val="D9D9D9"/>
                        </a:buClr>
                        <a:buSzPts val="1000"/>
                        <a:buFont typeface="Roboto"/>
                        <a:buNone/>
                      </a:pPr>
                      <a:r>
                        <a:rPr lang="en-AU" sz="600" b="1" u="none" strike="noStrike" cap="none">
                          <a:solidFill>
                            <a:srgbClr val="D9D9D9"/>
                          </a:solidFill>
                          <a:latin typeface="Roboto"/>
                          <a:ea typeface="Roboto"/>
                        </a:rPr>
                        <a:t>Unlikely (2)</a:t>
                      </a:r>
                      <a:endParaRPr sz="600">
                        <a:latin typeface="Roboto"/>
                      </a:endParaRP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434343"/>
                    </a:solidFill>
                  </a:tcPr>
                </a:tc>
                <a:tc>
                  <a:txBody>
                    <a:bodyPr/>
                    <a:lstStyle/>
                    <a:p>
                      <a:pPr marL="0" lvl="0" indent="0" algn="ctr">
                        <a:lnSpc>
                          <a:spcPct val="100000"/>
                        </a:lnSpc>
                        <a:spcBef>
                          <a:spcPts val="0"/>
                        </a:spcBef>
                        <a:spcAft>
                          <a:spcPts val="0"/>
                        </a:spcAft>
                        <a:buNone/>
                      </a:pPr>
                      <a:r>
                        <a:rPr lang="en-AU" sz="600" b="1" u="none" strike="noStrike" cap="none">
                          <a:solidFill>
                            <a:srgbClr val="D9D9D9"/>
                          </a:solidFill>
                          <a:latin typeface="Roboto"/>
                          <a:ea typeface="Roboto"/>
                        </a:rPr>
                        <a:t>Possible (3)</a:t>
                      </a: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a:solidFill>
                        <a:srgbClr val="666666"/>
                      </a:solidFill>
                    </a:lnT>
                    <a:lnB w="19050">
                      <a:solidFill>
                        <a:srgbClr val="666666"/>
                      </a:solidFill>
                    </a:lnB>
                    <a:solidFill>
                      <a:srgbClr val="434343"/>
                    </a:solidFill>
                  </a:tcPr>
                </a:tc>
                <a:tc>
                  <a:txBody>
                    <a:bodyPr/>
                    <a:lstStyle/>
                    <a:p>
                      <a:pPr marL="0" lvl="0" indent="0" algn="ctr">
                        <a:lnSpc>
                          <a:spcPct val="100000"/>
                        </a:lnSpc>
                        <a:spcBef>
                          <a:spcPts val="0"/>
                        </a:spcBef>
                        <a:spcAft>
                          <a:spcPts val="0"/>
                        </a:spcAft>
                        <a:buNone/>
                      </a:pPr>
                      <a:r>
                        <a:rPr lang="en-AU" sz="600" b="1" u="none" strike="noStrike" cap="none">
                          <a:solidFill>
                            <a:srgbClr val="D9D9D9"/>
                          </a:solidFill>
                          <a:latin typeface="Roboto"/>
                          <a:ea typeface="Roboto"/>
                        </a:rPr>
                        <a:t>Likely (4)</a:t>
                      </a: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med" len="med"/>
                      <a:tailEnd type="none" w="med" len="med"/>
                    </a:lnR>
                    <a:lnT w="19050">
                      <a:solidFill>
                        <a:srgbClr val="666666"/>
                      </a:solidFill>
                    </a:lnT>
                    <a:lnB w="19050">
                      <a:solidFill>
                        <a:srgbClr val="666666"/>
                      </a:solidFill>
                    </a:lnB>
                    <a:solidFill>
                      <a:srgbClr val="434343"/>
                    </a:solidFill>
                  </a:tcPr>
                </a:tc>
                <a:tc>
                  <a:txBody>
                    <a:bodyPr/>
                    <a:lstStyle/>
                    <a:p>
                      <a:pPr marL="0" lvl="0" indent="0" algn="ctr">
                        <a:lnSpc>
                          <a:spcPct val="100000"/>
                        </a:lnSpc>
                        <a:spcBef>
                          <a:spcPts val="0"/>
                        </a:spcBef>
                        <a:spcAft>
                          <a:spcPts val="0"/>
                        </a:spcAft>
                        <a:buNone/>
                      </a:pPr>
                      <a:r>
                        <a:rPr lang="en-AU" sz="600" b="1" u="none" strike="noStrike" cap="none">
                          <a:solidFill>
                            <a:srgbClr val="D9D9D9"/>
                          </a:solidFill>
                          <a:latin typeface="Roboto"/>
                          <a:ea typeface="Roboto"/>
                        </a:rPr>
                        <a:t>Almost Certain (5)</a:t>
                      </a:r>
                      <a:endParaRPr lang="en-US">
                        <a:latin typeface="Roboto"/>
                      </a:endParaRPr>
                    </a:p>
                  </a:txBody>
                  <a:tcPr marL="91425" marR="91425" marT="91425" marB="91425">
                    <a:lnL w="19050" cap="flat" cmpd="sng" algn="ctr">
                      <a:solidFill>
                        <a:srgbClr val="666666"/>
                      </a:solidFill>
                      <a:prstDash val="solid"/>
                      <a:round/>
                      <a:headEnd type="none" w="med" len="med"/>
                      <a:tailEnd type="none" w="med" len="med"/>
                    </a:lnL>
                    <a:lnR w="19050">
                      <a:solidFill>
                        <a:srgbClr val="666666"/>
                      </a:solidFill>
                    </a:lnR>
                    <a:lnT w="19050">
                      <a:solidFill>
                        <a:srgbClr val="666666"/>
                      </a:solidFill>
                    </a:lnT>
                    <a:lnB w="19050">
                      <a:solidFill>
                        <a:srgbClr val="666666"/>
                      </a:solidFill>
                    </a:lnB>
                    <a:solidFill>
                      <a:srgbClr val="434343"/>
                    </a:solidFill>
                  </a:tcPr>
                </a:tc>
                <a:extLst>
                  <a:ext uri="{0D108BD9-81ED-4DB2-BD59-A6C34878D82A}">
                    <a16:rowId xmlns:a16="http://schemas.microsoft.com/office/drawing/2014/main" val="10000"/>
                  </a:ext>
                </a:extLst>
              </a:tr>
              <a:tr h="256555">
                <a:tc>
                  <a:txBody>
                    <a:bodyPr/>
                    <a:lstStyle/>
                    <a:p>
                      <a:pPr marL="0" marR="0" lvl="0" indent="0" algn="l">
                        <a:lnSpc>
                          <a:spcPct val="100000"/>
                        </a:lnSpc>
                        <a:spcBef>
                          <a:spcPts val="0"/>
                        </a:spcBef>
                        <a:spcAft>
                          <a:spcPts val="0"/>
                        </a:spcAft>
                        <a:buNone/>
                      </a:pPr>
                      <a:r>
                        <a:rPr lang="en-AU" sz="600" b="0" i="0" u="none" strike="noStrike" cap="none" noProof="0">
                          <a:solidFill>
                            <a:schemeClr val="bg1">
                              <a:lumMod val="95000"/>
                            </a:schemeClr>
                          </a:solidFill>
                          <a:latin typeface="Roboto"/>
                        </a:rPr>
                        <a:t>Catastrophic (A) </a:t>
                      </a:r>
                      <a:r>
                        <a:rPr lang="en-AU" sz="600" b="0" i="0" u="none" strike="noStrike" cap="none" noProof="0">
                          <a:solidFill>
                            <a:schemeClr val="bg1">
                              <a:lumMod val="65000"/>
                            </a:schemeClr>
                          </a:solidFill>
                          <a:latin typeface="Roboto"/>
                        </a:rPr>
                        <a:t>Fatal injury</a:t>
                      </a:r>
                      <a:endParaRPr lang="en-AU" sz="600" b="0" i="0" u="none" strike="noStrike" cap="none" noProof="0">
                        <a:solidFill>
                          <a:schemeClr val="bg1">
                            <a:lumMod val="65000"/>
                          </a:schemeClr>
                        </a:solidFill>
                        <a:latin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ctr" defTabSz="914400">
                        <a:lnSpc>
                          <a:spcPct val="100000"/>
                        </a:lnSpc>
                        <a:spcBef>
                          <a:spcPts val="0"/>
                        </a:spcBef>
                        <a:spcAft>
                          <a:spcPts val="0"/>
                        </a:spcAft>
                        <a:buNone/>
                        <a:tabLst/>
                        <a:defRPr/>
                      </a:pPr>
                      <a:r>
                        <a:rPr lang="en-AU" sz="600" b="1" i="0" u="none" strike="noStrike" cap="none" noProof="0">
                          <a:solidFill>
                            <a:schemeClr val="tx1">
                              <a:lumMod val="75000"/>
                              <a:lumOff val="25000"/>
                            </a:schemeClr>
                          </a:solidFill>
                          <a:latin typeface="Roboto"/>
                        </a:rPr>
                        <a:t>Medium</a:t>
                      </a:r>
                      <a:endParaRPr lang="en-AU" sz="600" b="1" i="0" u="none" strike="noStrike" cap="none">
                        <a:solidFill>
                          <a:schemeClr val="tx1">
                            <a:lumMod val="75000"/>
                            <a:lumOff val="25000"/>
                          </a:schemeClr>
                        </a:solidFill>
                        <a:latin typeface="Roboto"/>
                        <a:ea typeface="Roboto"/>
                        <a:cs typeface="Roboto"/>
                        <a:sym typeface="Roboto"/>
                      </a:endParaRP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FFD35C"/>
                    </a:solidFill>
                  </a:tcPr>
                </a:tc>
                <a:tc>
                  <a:txBody>
                    <a:bodyPr/>
                    <a:lstStyle/>
                    <a:p>
                      <a:pPr marL="0" marR="0" lvl="0" indent="0" algn="ctr"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None/>
                        <a:tabLst/>
                        <a:defRPr/>
                      </a:pPr>
                      <a:r>
                        <a:rPr lang="en-AU" sz="600" b="1" i="0" u="none" strike="noStrike" cap="none">
                          <a:solidFill>
                            <a:schemeClr val="tx1">
                              <a:lumMod val="75000"/>
                              <a:lumOff val="25000"/>
                            </a:schemeClr>
                          </a:solidFill>
                          <a:latin typeface="Roboto"/>
                          <a:ea typeface="Roboto"/>
                          <a:cs typeface="Roboto"/>
                        </a:rPr>
                        <a:t>Medium</a:t>
                      </a:r>
                      <a:endParaRPr lang="en-AU" sz="600" b="1" i="0" u="none" strike="noStrike" cap="none">
                        <a:solidFill>
                          <a:schemeClr val="tx1">
                            <a:lumMod val="75000"/>
                            <a:lumOff val="25000"/>
                          </a:schemeClr>
                        </a:solidFill>
                        <a:latin typeface="Roboto"/>
                        <a:ea typeface="Roboto"/>
                        <a:cs typeface="Roboto"/>
                        <a:sym typeface="Roboto"/>
                      </a:endParaRP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FFD35C"/>
                    </a:solidFill>
                  </a:tcPr>
                </a:tc>
                <a:tc>
                  <a:txBody>
                    <a:bodyPr/>
                    <a:lstStyle/>
                    <a:p>
                      <a:pPr marL="0" lvl="0" indent="0" algn="ctr" defTabSz="914400">
                        <a:lnSpc>
                          <a:spcPct val="100000"/>
                        </a:lnSpc>
                        <a:spcBef>
                          <a:spcPts val="0"/>
                        </a:spcBef>
                        <a:spcAft>
                          <a:spcPts val="0"/>
                        </a:spcAft>
                        <a:buNone/>
                        <a:tabLst/>
                        <a:defRPr/>
                      </a:pPr>
                      <a:r>
                        <a:rPr lang="en-AU" sz="600" b="1" i="0" u="none" strike="noStrike" cap="none" noProof="0">
                          <a:solidFill>
                            <a:schemeClr val="tx1">
                              <a:lumMod val="75000"/>
                              <a:lumOff val="25000"/>
                            </a:schemeClr>
                          </a:solidFill>
                          <a:latin typeface="Roboto"/>
                        </a:rPr>
                        <a:t>High</a:t>
                      </a:r>
                      <a:endParaRPr lang="en-US">
                        <a:sym typeface="Roboto"/>
                      </a:endParaRP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a:solidFill>
                        <a:srgbClr val="666666"/>
                      </a:solidFill>
                    </a:lnT>
                    <a:lnB w="19050">
                      <a:solidFill>
                        <a:srgbClr val="666666"/>
                      </a:solidFill>
                    </a:lnB>
                    <a:solidFill>
                      <a:srgbClr val="FFA85C"/>
                    </a:solidFill>
                  </a:tcPr>
                </a:tc>
                <a:tc>
                  <a:txBody>
                    <a:bodyPr/>
                    <a:lstStyle/>
                    <a:p>
                      <a:pPr marL="0" lvl="0" indent="0" algn="ctr" defTabSz="914400">
                        <a:lnSpc>
                          <a:spcPct val="100000"/>
                        </a:lnSpc>
                        <a:spcBef>
                          <a:spcPts val="0"/>
                        </a:spcBef>
                        <a:spcAft>
                          <a:spcPts val="0"/>
                        </a:spcAft>
                        <a:buNone/>
                        <a:tabLst/>
                        <a:defRPr/>
                      </a:pPr>
                      <a:r>
                        <a:rPr lang="en-AU" sz="600" b="1" i="0" u="none" strike="noStrike" cap="none">
                          <a:solidFill>
                            <a:schemeClr val="tx1">
                              <a:lumMod val="75000"/>
                              <a:lumOff val="25000"/>
                            </a:schemeClr>
                          </a:solidFill>
                          <a:latin typeface="Roboto"/>
                          <a:ea typeface="Roboto"/>
                          <a:cs typeface="Roboto"/>
                        </a:rPr>
                        <a:t>Critical</a:t>
                      </a:r>
                      <a:endParaRPr lang="en-AU" sz="600" b="1" i="0" u="none" strike="noStrike" cap="none">
                        <a:solidFill>
                          <a:schemeClr val="tx1">
                            <a:lumMod val="75000"/>
                            <a:lumOff val="25000"/>
                          </a:schemeClr>
                        </a:solidFill>
                        <a:latin typeface="Roboto"/>
                        <a:ea typeface="Roboto"/>
                        <a:cs typeface="Roboto"/>
                        <a:sym typeface="Roboto"/>
                      </a:endParaRPr>
                    </a:p>
                  </a:txBody>
                  <a:tcPr marL="91425" marR="91425" marT="91425" marB="91425">
                    <a:lnL w="19050" cap="flat" cmpd="sng" algn="ctr">
                      <a:solidFill>
                        <a:srgbClr val="666666"/>
                      </a:solidFill>
                      <a:prstDash val="solid"/>
                      <a:round/>
                      <a:headEnd type="none" w="sm" len="sm"/>
                      <a:tailEnd type="none" w="sm" len="sm"/>
                    </a:lnL>
                    <a:lnR w="19050">
                      <a:solidFill>
                        <a:srgbClr val="666666"/>
                      </a:solidFill>
                    </a:lnR>
                    <a:lnT w="19050">
                      <a:solidFill>
                        <a:srgbClr val="666666"/>
                      </a:solidFill>
                    </a:lnT>
                    <a:lnB w="19050">
                      <a:solidFill>
                        <a:srgbClr val="666666"/>
                      </a:solidFill>
                    </a:lnB>
                    <a:solidFill>
                      <a:srgbClr val="D67676"/>
                    </a:solidFill>
                  </a:tcPr>
                </a:tc>
                <a:tc>
                  <a:txBody>
                    <a:bodyPr/>
                    <a:lstStyle/>
                    <a:p>
                      <a:pPr marL="0" lvl="0" indent="0" algn="ctr" defTabSz="914400">
                        <a:lnSpc>
                          <a:spcPct val="100000"/>
                        </a:lnSpc>
                        <a:spcBef>
                          <a:spcPts val="0"/>
                        </a:spcBef>
                        <a:spcAft>
                          <a:spcPts val="0"/>
                        </a:spcAft>
                        <a:buNone/>
                        <a:tabLst/>
                        <a:defRPr/>
                      </a:pPr>
                      <a:r>
                        <a:rPr lang="en-AU" sz="600" b="1" i="0" u="none" strike="noStrike" cap="none" noProof="0">
                          <a:solidFill>
                            <a:schemeClr val="tx1">
                              <a:lumMod val="75000"/>
                              <a:lumOff val="25000"/>
                            </a:schemeClr>
                          </a:solidFill>
                          <a:latin typeface="Roboto"/>
                        </a:rPr>
                        <a:t>Critical</a:t>
                      </a:r>
                      <a:endParaRPr lang="en-AU" sz="600" b="1" i="0" u="none" strike="noStrike" cap="none" noProof="0">
                        <a:solidFill>
                          <a:schemeClr val="tx1">
                            <a:lumMod val="75000"/>
                            <a:lumOff val="25000"/>
                          </a:schemeClr>
                        </a:solidFill>
                        <a:latin typeface="Roboto"/>
                        <a:sym typeface="Roboto"/>
                      </a:endParaRPr>
                    </a:p>
                  </a:txBody>
                  <a:tcPr marL="91425" marR="91425" marT="91425" marB="91425">
                    <a:lnL w="19050">
                      <a:solidFill>
                        <a:srgbClr val="666666"/>
                      </a:solidFill>
                    </a:lnL>
                    <a:lnR w="19050">
                      <a:solidFill>
                        <a:srgbClr val="666666"/>
                      </a:solidFill>
                    </a:lnR>
                    <a:lnT w="19050">
                      <a:solidFill>
                        <a:srgbClr val="666666"/>
                      </a:solidFill>
                    </a:lnT>
                    <a:lnB w="19050">
                      <a:solidFill>
                        <a:srgbClr val="666666"/>
                      </a:solidFill>
                    </a:lnB>
                    <a:solidFill>
                      <a:srgbClr val="D67676"/>
                    </a:solidFill>
                  </a:tcPr>
                </a:tc>
                <a:extLst>
                  <a:ext uri="{0D108BD9-81ED-4DB2-BD59-A6C34878D82A}">
                    <a16:rowId xmlns:a16="http://schemas.microsoft.com/office/drawing/2014/main" val="10001"/>
                  </a:ext>
                </a:extLst>
              </a:tr>
              <a:tr h="256555">
                <a:tc>
                  <a:txBody>
                    <a:bodyPr/>
                    <a:lstStyle/>
                    <a:p>
                      <a:pPr marL="0" marR="0" lvl="0" indent="0" algn="l">
                        <a:lnSpc>
                          <a:spcPct val="100000"/>
                        </a:lnSpc>
                        <a:spcBef>
                          <a:spcPts val="0"/>
                        </a:spcBef>
                        <a:spcAft>
                          <a:spcPts val="0"/>
                        </a:spcAft>
                        <a:buNone/>
                      </a:pPr>
                      <a:r>
                        <a:rPr lang="en-AU" sz="600" b="0" i="0" u="none" strike="noStrike" noProof="0">
                          <a:solidFill>
                            <a:schemeClr val="bg1">
                              <a:lumMod val="95000"/>
                            </a:schemeClr>
                          </a:solidFill>
                          <a:latin typeface="Roboto"/>
                        </a:rPr>
                        <a:t>Major (B) </a:t>
                      </a:r>
                      <a:r>
                        <a:rPr lang="en-AU" sz="600" b="0" i="0" u="none" strike="noStrike" noProof="0">
                          <a:solidFill>
                            <a:schemeClr val="bg1">
                              <a:lumMod val="65000"/>
                            </a:schemeClr>
                          </a:solidFill>
                          <a:latin typeface="Roboto"/>
                        </a:rPr>
                        <a:t>Serious injury/disability</a:t>
                      </a:r>
                      <a:endParaRPr lang="en-US">
                        <a:solidFill>
                          <a:schemeClr val="bg1">
                            <a:lumMod val="65000"/>
                          </a:schemeClr>
                        </a:solidFill>
                        <a:latin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900"/>
                        <a:buFont typeface="Arial"/>
                        <a:buNone/>
                      </a:pPr>
                      <a:r>
                        <a:rPr lang="en-AU" sz="600" b="1" i="0" u="none" strike="noStrike" cap="none">
                          <a:solidFill>
                            <a:schemeClr val="tx1">
                              <a:lumMod val="75000"/>
                              <a:lumOff val="25000"/>
                            </a:schemeClr>
                          </a:solidFill>
                          <a:latin typeface="Roboto"/>
                          <a:ea typeface="Roboto"/>
                          <a:cs typeface="Roboto"/>
                        </a:rPr>
                        <a:t>Low</a:t>
                      </a:r>
                      <a:endParaRPr lang="en-AU" sz="600" b="1" i="0" u="none" strike="noStrike" cap="none">
                        <a:solidFill>
                          <a:schemeClr val="tx1">
                            <a:lumMod val="75000"/>
                            <a:lumOff val="25000"/>
                          </a:schemeClr>
                        </a:solidFill>
                        <a:latin typeface="Roboto"/>
                        <a:ea typeface="Roboto"/>
                        <a:cs typeface="Roboto"/>
                        <a:sym typeface="Roboto"/>
                      </a:endParaRP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A3D676"/>
                    </a:solidFill>
                  </a:tcPr>
                </a:tc>
                <a:tc>
                  <a:txBody>
                    <a:bodyPr/>
                    <a:lstStyle/>
                    <a:p>
                      <a:pPr marL="0" marR="0" lvl="0" indent="0" algn="ctr">
                        <a:lnSpc>
                          <a:spcPct val="100000"/>
                        </a:lnSpc>
                        <a:spcBef>
                          <a:spcPts val="0"/>
                        </a:spcBef>
                        <a:spcAft>
                          <a:spcPts val="0"/>
                        </a:spcAft>
                        <a:buNone/>
                      </a:pPr>
                      <a:r>
                        <a:rPr lang="en-AU" sz="600" b="1" i="0" u="none" strike="noStrike" cap="none" noProof="0">
                          <a:solidFill>
                            <a:schemeClr val="tx1">
                              <a:lumMod val="75000"/>
                              <a:lumOff val="25000"/>
                            </a:schemeClr>
                          </a:solidFill>
                          <a:latin typeface="Roboto"/>
                        </a:rPr>
                        <a:t>Medium</a:t>
                      </a:r>
                      <a:endParaRPr lang="en-AU" sz="600" b="1" i="0" u="none" strike="noStrike" cap="none" noProof="0">
                        <a:solidFill>
                          <a:schemeClr val="tx1">
                            <a:lumMod val="75000"/>
                            <a:lumOff val="25000"/>
                          </a:schemeClr>
                        </a:solidFill>
                        <a:latin typeface="Roboto"/>
                        <a:sym typeface="Roboto"/>
                      </a:endParaRP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FFD35C"/>
                    </a:solidFill>
                  </a:tcPr>
                </a:tc>
                <a:tc>
                  <a:txBody>
                    <a:bodyPr/>
                    <a:lstStyle/>
                    <a:p>
                      <a:pPr marL="0" lvl="0" indent="0" algn="ctr">
                        <a:lnSpc>
                          <a:spcPct val="100000"/>
                        </a:lnSpc>
                        <a:spcBef>
                          <a:spcPts val="0"/>
                        </a:spcBef>
                        <a:spcAft>
                          <a:spcPts val="0"/>
                        </a:spcAft>
                        <a:buNone/>
                      </a:pPr>
                      <a:r>
                        <a:rPr lang="en-AU" sz="600" b="1" i="0" u="none" strike="noStrike" cap="none" noProof="0">
                          <a:solidFill>
                            <a:schemeClr val="tx1">
                              <a:lumMod val="75000"/>
                              <a:lumOff val="25000"/>
                            </a:schemeClr>
                          </a:solidFill>
                          <a:latin typeface="Roboto"/>
                        </a:rPr>
                        <a:t>Medium</a:t>
                      </a:r>
                      <a:endParaRPr lang="en-US">
                        <a:sym typeface="Roboto"/>
                      </a:endParaRP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a:solidFill>
                        <a:srgbClr val="666666"/>
                      </a:solidFill>
                    </a:lnT>
                    <a:lnB w="19050">
                      <a:solidFill>
                        <a:srgbClr val="666666"/>
                      </a:solidFill>
                    </a:lnB>
                    <a:solidFill>
                      <a:srgbClr val="FFD35C"/>
                    </a:solidFill>
                  </a:tcPr>
                </a:tc>
                <a:tc>
                  <a:txBody>
                    <a:bodyPr/>
                    <a:lstStyle/>
                    <a:p>
                      <a:pPr marL="0" lvl="0" indent="0" algn="ctr">
                        <a:lnSpc>
                          <a:spcPct val="100000"/>
                        </a:lnSpc>
                        <a:spcBef>
                          <a:spcPts val="0"/>
                        </a:spcBef>
                        <a:spcAft>
                          <a:spcPts val="0"/>
                        </a:spcAft>
                        <a:buNone/>
                      </a:pPr>
                      <a:r>
                        <a:rPr lang="en-AU" sz="600" b="1" i="0" u="none" strike="noStrike" cap="none" noProof="0">
                          <a:solidFill>
                            <a:schemeClr val="tx1">
                              <a:lumMod val="75000"/>
                              <a:lumOff val="25000"/>
                            </a:schemeClr>
                          </a:solidFill>
                          <a:latin typeface="Roboto"/>
                        </a:rPr>
                        <a:t>High</a:t>
                      </a:r>
                      <a:endParaRPr lang="en-US">
                        <a:sym typeface="Roboto"/>
                      </a:endParaRPr>
                    </a:p>
                  </a:txBody>
                  <a:tcPr marL="91425" marR="91425" marT="91425" marB="91425">
                    <a:lnL w="19050" cap="flat" cmpd="sng" algn="ctr">
                      <a:solidFill>
                        <a:srgbClr val="666666"/>
                      </a:solidFill>
                      <a:prstDash val="solid"/>
                      <a:round/>
                      <a:headEnd type="none" w="sm" len="sm"/>
                      <a:tailEnd type="none" w="sm" len="sm"/>
                    </a:lnL>
                    <a:lnR w="19050">
                      <a:solidFill>
                        <a:srgbClr val="666666"/>
                      </a:solidFill>
                    </a:lnR>
                    <a:lnT w="19050">
                      <a:solidFill>
                        <a:srgbClr val="666666"/>
                      </a:solidFill>
                    </a:lnT>
                    <a:lnB w="19050">
                      <a:solidFill>
                        <a:srgbClr val="666666"/>
                      </a:solidFill>
                    </a:lnB>
                    <a:solidFill>
                      <a:srgbClr val="FFA85C"/>
                    </a:solidFill>
                  </a:tcPr>
                </a:tc>
                <a:tc>
                  <a:txBody>
                    <a:bodyPr/>
                    <a:lstStyle/>
                    <a:p>
                      <a:pPr marL="0" lvl="0" indent="0" algn="ctr">
                        <a:lnSpc>
                          <a:spcPct val="100000"/>
                        </a:lnSpc>
                        <a:spcBef>
                          <a:spcPts val="0"/>
                        </a:spcBef>
                        <a:spcAft>
                          <a:spcPts val="0"/>
                        </a:spcAft>
                        <a:buNone/>
                      </a:pPr>
                      <a:r>
                        <a:rPr lang="en-AU" sz="600" b="1" i="0" u="none" strike="noStrike" cap="none" noProof="0">
                          <a:solidFill>
                            <a:schemeClr val="tx1">
                              <a:lumMod val="75000"/>
                              <a:lumOff val="25000"/>
                            </a:schemeClr>
                          </a:solidFill>
                          <a:latin typeface="Roboto"/>
                        </a:rPr>
                        <a:t>Critical</a:t>
                      </a:r>
                      <a:endParaRPr lang="en-AU" sz="600" b="1" i="0" u="none" strike="noStrike" cap="none" noProof="0">
                        <a:solidFill>
                          <a:schemeClr val="tx1">
                            <a:lumMod val="75000"/>
                            <a:lumOff val="25000"/>
                          </a:schemeClr>
                        </a:solidFill>
                        <a:latin typeface="Roboto"/>
                        <a:sym typeface="Roboto"/>
                      </a:endParaRPr>
                    </a:p>
                  </a:txBody>
                  <a:tcPr marL="91425" marR="91425" marT="91425" marB="91425">
                    <a:lnL w="19050">
                      <a:solidFill>
                        <a:srgbClr val="666666"/>
                      </a:solidFill>
                    </a:lnL>
                    <a:lnR w="19050">
                      <a:solidFill>
                        <a:srgbClr val="666666"/>
                      </a:solidFill>
                    </a:lnR>
                    <a:lnT w="19050">
                      <a:solidFill>
                        <a:srgbClr val="666666"/>
                      </a:solidFill>
                    </a:lnT>
                    <a:lnB w="19050">
                      <a:solidFill>
                        <a:srgbClr val="666666"/>
                      </a:solidFill>
                    </a:lnB>
                    <a:solidFill>
                      <a:srgbClr val="D67676"/>
                    </a:solidFill>
                  </a:tcPr>
                </a:tc>
                <a:extLst>
                  <a:ext uri="{0D108BD9-81ED-4DB2-BD59-A6C34878D82A}">
                    <a16:rowId xmlns:a16="http://schemas.microsoft.com/office/drawing/2014/main" val="10004"/>
                  </a:ext>
                </a:extLst>
              </a:tr>
              <a:tr h="250141">
                <a:tc>
                  <a:txBody>
                    <a:bodyPr/>
                    <a:lstStyle/>
                    <a:p>
                      <a:pPr marL="0" marR="0" lvl="0" indent="0" algn="l">
                        <a:lnSpc>
                          <a:spcPct val="100000"/>
                        </a:lnSpc>
                        <a:spcBef>
                          <a:spcPts val="0"/>
                        </a:spcBef>
                        <a:spcAft>
                          <a:spcPts val="0"/>
                        </a:spcAft>
                        <a:buNone/>
                      </a:pPr>
                      <a:r>
                        <a:rPr lang="en-AU" sz="600" b="0" i="0" u="none" strike="noStrike" noProof="0">
                          <a:solidFill>
                            <a:schemeClr val="bg1">
                              <a:lumMod val="95000"/>
                            </a:schemeClr>
                          </a:solidFill>
                          <a:latin typeface="Roboto"/>
                        </a:rPr>
                        <a:t>Moderate (C) </a:t>
                      </a:r>
                      <a:r>
                        <a:rPr lang="en-AU" sz="600" b="0" i="0" u="none" strike="noStrike" noProof="0">
                          <a:solidFill>
                            <a:schemeClr val="bg1">
                              <a:lumMod val="65000"/>
                            </a:schemeClr>
                          </a:solidFill>
                          <a:latin typeface="Roboto"/>
                        </a:rPr>
                        <a:t>Medical treatment</a:t>
                      </a:r>
                      <a:endParaRPr lang="en-US">
                        <a:solidFill>
                          <a:schemeClr val="bg1">
                            <a:lumMod val="65000"/>
                          </a:schemeClr>
                        </a:solidFill>
                        <a:latin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AU" sz="600" b="1" i="0" u="none" strike="noStrike" cap="none">
                          <a:solidFill>
                            <a:schemeClr val="tx1">
                              <a:lumMod val="75000"/>
                              <a:lumOff val="25000"/>
                            </a:schemeClr>
                          </a:solidFill>
                          <a:latin typeface="Roboto"/>
                          <a:ea typeface="Roboto"/>
                          <a:cs typeface="Roboto"/>
                        </a:rPr>
                        <a:t>Low</a:t>
                      </a:r>
                      <a:endParaRPr lang="en-AU" sz="600" b="1" i="0" u="none" strike="noStrike" cap="none">
                        <a:solidFill>
                          <a:schemeClr val="tx1">
                            <a:lumMod val="75000"/>
                            <a:lumOff val="25000"/>
                          </a:schemeClr>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A3D676"/>
                    </a:solidFill>
                  </a:tcPr>
                </a:tc>
                <a:tc>
                  <a:txBody>
                    <a:bodyPr/>
                    <a:lstStyle/>
                    <a:p>
                      <a:pPr marL="0" marR="0" lvl="0" indent="0" algn="ctr">
                        <a:lnSpc>
                          <a:spcPct val="100000"/>
                        </a:lnSpc>
                        <a:spcBef>
                          <a:spcPts val="0"/>
                        </a:spcBef>
                        <a:spcAft>
                          <a:spcPts val="0"/>
                        </a:spcAft>
                        <a:buNone/>
                      </a:pPr>
                      <a:r>
                        <a:rPr lang="en-AU" sz="600" b="1" i="0" u="none" strike="noStrike" cap="none" noProof="0">
                          <a:solidFill>
                            <a:schemeClr val="tx1">
                              <a:lumMod val="75000"/>
                              <a:lumOff val="25000"/>
                            </a:schemeClr>
                          </a:solidFill>
                          <a:latin typeface="Roboto"/>
                        </a:rPr>
                        <a:t>Medium</a:t>
                      </a:r>
                      <a:endParaRPr lang="en-AU" sz="600" b="1" i="0" u="none" strike="noStrike" cap="none">
                        <a:solidFill>
                          <a:schemeClr val="tx1">
                            <a:lumMod val="75000"/>
                            <a:lumOff val="25000"/>
                          </a:schemeClr>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FFD35C"/>
                    </a:solidFill>
                  </a:tcPr>
                </a:tc>
                <a:tc>
                  <a:txBody>
                    <a:bodyPr/>
                    <a:lstStyle/>
                    <a:p>
                      <a:pPr marL="0" lvl="0" indent="0" algn="ctr">
                        <a:lnSpc>
                          <a:spcPct val="100000"/>
                        </a:lnSpc>
                        <a:spcBef>
                          <a:spcPts val="0"/>
                        </a:spcBef>
                        <a:spcAft>
                          <a:spcPts val="0"/>
                        </a:spcAft>
                        <a:buNone/>
                      </a:pPr>
                      <a:r>
                        <a:rPr lang="en-AU" sz="600" b="1" i="0" u="none" strike="noStrike" cap="none" noProof="0">
                          <a:solidFill>
                            <a:schemeClr val="tx1">
                              <a:lumMod val="75000"/>
                              <a:lumOff val="25000"/>
                            </a:schemeClr>
                          </a:solidFill>
                          <a:latin typeface="Roboto"/>
                        </a:rPr>
                        <a:t>Medium</a:t>
                      </a:r>
                      <a:endParaRPr lang="en-US">
                        <a:sym typeface="Roboto"/>
                      </a:endParaRP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a:solidFill>
                        <a:srgbClr val="666666"/>
                      </a:solidFill>
                    </a:lnT>
                    <a:lnB w="19050">
                      <a:solidFill>
                        <a:srgbClr val="666666"/>
                      </a:solidFill>
                    </a:lnB>
                    <a:solidFill>
                      <a:srgbClr val="FFD35C"/>
                    </a:solidFill>
                  </a:tcPr>
                </a:tc>
                <a:tc>
                  <a:txBody>
                    <a:bodyPr/>
                    <a:lstStyle/>
                    <a:p>
                      <a:pPr marL="0" lvl="0" indent="0" algn="ctr">
                        <a:lnSpc>
                          <a:spcPct val="100000"/>
                        </a:lnSpc>
                        <a:spcBef>
                          <a:spcPts val="0"/>
                        </a:spcBef>
                        <a:spcAft>
                          <a:spcPts val="0"/>
                        </a:spcAft>
                        <a:buNone/>
                      </a:pPr>
                      <a:r>
                        <a:rPr lang="en-AU" sz="600" b="1" i="0" u="none" strike="noStrike" cap="none" noProof="0">
                          <a:solidFill>
                            <a:schemeClr val="tx1">
                              <a:lumMod val="75000"/>
                              <a:lumOff val="25000"/>
                            </a:schemeClr>
                          </a:solidFill>
                          <a:latin typeface="Roboto"/>
                        </a:rPr>
                        <a:t>Medium</a:t>
                      </a:r>
                      <a:endParaRPr lang="en-US">
                        <a:sym typeface="Roboto"/>
                      </a:endParaRPr>
                    </a:p>
                  </a:txBody>
                  <a:tcPr marL="91425" marR="91425" marT="91425" marB="91425">
                    <a:lnL w="19050" cap="flat" cmpd="sng" algn="ctr">
                      <a:solidFill>
                        <a:srgbClr val="666666"/>
                      </a:solidFill>
                      <a:prstDash val="solid"/>
                      <a:round/>
                      <a:headEnd type="none" w="sm" len="sm"/>
                      <a:tailEnd type="none" w="sm" len="sm"/>
                    </a:lnL>
                    <a:lnR w="19050">
                      <a:solidFill>
                        <a:srgbClr val="666666"/>
                      </a:solidFill>
                    </a:lnR>
                    <a:lnT w="19050">
                      <a:solidFill>
                        <a:srgbClr val="666666"/>
                      </a:solidFill>
                    </a:lnT>
                    <a:lnB w="19050">
                      <a:solidFill>
                        <a:srgbClr val="666666"/>
                      </a:solidFill>
                    </a:lnB>
                    <a:solidFill>
                      <a:srgbClr val="FFD35C"/>
                    </a:solidFill>
                  </a:tcPr>
                </a:tc>
                <a:tc>
                  <a:txBody>
                    <a:bodyPr/>
                    <a:lstStyle/>
                    <a:p>
                      <a:pPr marL="0" lvl="0" indent="0" algn="ctr">
                        <a:lnSpc>
                          <a:spcPct val="100000"/>
                        </a:lnSpc>
                        <a:spcBef>
                          <a:spcPts val="0"/>
                        </a:spcBef>
                        <a:spcAft>
                          <a:spcPts val="0"/>
                        </a:spcAft>
                        <a:buNone/>
                      </a:pPr>
                      <a:r>
                        <a:rPr lang="en-AU" sz="600" b="1" i="0" u="none" strike="noStrike" cap="none">
                          <a:solidFill>
                            <a:schemeClr val="tx1">
                              <a:lumMod val="75000"/>
                              <a:lumOff val="25000"/>
                            </a:schemeClr>
                          </a:solidFill>
                          <a:latin typeface="Roboto"/>
                          <a:ea typeface="Roboto"/>
                          <a:cs typeface="Roboto"/>
                        </a:rPr>
                        <a:t>High</a:t>
                      </a:r>
                      <a:endParaRPr lang="en-AU" sz="600" b="1" i="0" u="none" strike="noStrike" cap="none">
                        <a:solidFill>
                          <a:schemeClr val="tx1">
                            <a:lumMod val="75000"/>
                            <a:lumOff val="25000"/>
                          </a:schemeClr>
                        </a:solidFill>
                        <a:latin typeface="Roboto"/>
                        <a:ea typeface="Roboto"/>
                        <a:cs typeface="Roboto"/>
                        <a:sym typeface="Roboto"/>
                      </a:endParaRPr>
                    </a:p>
                  </a:txBody>
                  <a:tcPr marL="91425" marR="91425" marT="91425" marB="91425">
                    <a:lnL w="19050">
                      <a:solidFill>
                        <a:srgbClr val="666666"/>
                      </a:solidFill>
                    </a:lnL>
                    <a:lnR w="19050">
                      <a:solidFill>
                        <a:srgbClr val="666666"/>
                      </a:solidFill>
                    </a:lnR>
                    <a:lnT w="19050">
                      <a:solidFill>
                        <a:srgbClr val="666666"/>
                      </a:solidFill>
                    </a:lnT>
                    <a:lnB w="19050">
                      <a:solidFill>
                        <a:srgbClr val="666666"/>
                      </a:solidFill>
                    </a:lnB>
                    <a:solidFill>
                      <a:srgbClr val="FFA85C"/>
                    </a:solidFill>
                  </a:tcPr>
                </a:tc>
                <a:extLst>
                  <a:ext uri="{0D108BD9-81ED-4DB2-BD59-A6C34878D82A}">
                    <a16:rowId xmlns:a16="http://schemas.microsoft.com/office/drawing/2014/main" val="10005"/>
                  </a:ext>
                </a:extLst>
              </a:tr>
              <a:tr h="256555">
                <a:tc>
                  <a:txBody>
                    <a:bodyPr/>
                    <a:lstStyle/>
                    <a:p>
                      <a:pPr marL="0" lvl="0" indent="0" algn="l">
                        <a:spcBef>
                          <a:spcPts val="0"/>
                        </a:spcBef>
                        <a:spcAft>
                          <a:spcPts val="0"/>
                        </a:spcAft>
                        <a:buNone/>
                      </a:pPr>
                      <a:r>
                        <a:rPr lang="en-AU" sz="600" b="0" i="0" u="none" strike="noStrike" noProof="0">
                          <a:solidFill>
                            <a:schemeClr val="bg1">
                              <a:lumMod val="95000"/>
                            </a:schemeClr>
                          </a:solidFill>
                          <a:latin typeface="Roboto"/>
                        </a:rPr>
                        <a:t>Minor (D) </a:t>
                      </a:r>
                      <a:r>
                        <a:rPr lang="en-AU" sz="600" b="0" i="0" u="none" strike="noStrike" noProof="0">
                          <a:solidFill>
                            <a:schemeClr val="bg1">
                              <a:lumMod val="65000"/>
                            </a:schemeClr>
                          </a:solidFill>
                          <a:latin typeface="Roboto"/>
                        </a:rPr>
                        <a:t>First aid required</a:t>
                      </a:r>
                      <a:endParaRPr lang="en-US">
                        <a:solidFill>
                          <a:schemeClr val="bg1">
                            <a:lumMod val="65000"/>
                          </a:schemeClr>
                        </a:solidFill>
                        <a:latin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900"/>
                        <a:buFont typeface="Arial"/>
                        <a:buNone/>
                      </a:pPr>
                      <a:r>
                        <a:rPr lang="en-AU" sz="600" b="1" i="0" u="none" strike="noStrike" cap="none">
                          <a:solidFill>
                            <a:schemeClr val="tx1">
                              <a:lumMod val="75000"/>
                              <a:lumOff val="25000"/>
                            </a:schemeClr>
                          </a:solidFill>
                          <a:latin typeface="Roboto"/>
                          <a:ea typeface="Roboto"/>
                          <a:cs typeface="Roboto"/>
                        </a:rPr>
                        <a:t>Low</a:t>
                      </a:r>
                      <a:endParaRPr lang="en-AU" sz="600" b="1" i="0" u="none" strike="noStrike" cap="none">
                        <a:solidFill>
                          <a:schemeClr val="tx1">
                            <a:lumMod val="75000"/>
                            <a:lumOff val="25000"/>
                          </a:schemeClr>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A3D676"/>
                    </a:solidFill>
                  </a:tcPr>
                </a:tc>
                <a:tc>
                  <a:txBody>
                    <a:bodyPr/>
                    <a:lstStyle/>
                    <a:p>
                      <a:pPr marL="0" marR="0" lvl="0" indent="0" algn="ctr">
                        <a:lnSpc>
                          <a:spcPct val="100000"/>
                        </a:lnSpc>
                        <a:spcBef>
                          <a:spcPts val="0"/>
                        </a:spcBef>
                        <a:spcAft>
                          <a:spcPts val="0"/>
                        </a:spcAft>
                        <a:buNone/>
                      </a:pPr>
                      <a:r>
                        <a:rPr lang="en-AU" sz="600" b="1" i="0" u="none" strike="noStrike" cap="none" noProof="0">
                          <a:solidFill>
                            <a:schemeClr val="tx1">
                              <a:lumMod val="75000"/>
                              <a:lumOff val="25000"/>
                            </a:schemeClr>
                          </a:solidFill>
                          <a:latin typeface="Roboto"/>
                        </a:rPr>
                        <a:t>Medium</a:t>
                      </a:r>
                      <a:endParaRPr lang="en-AU" sz="600" b="1" i="0" u="none" strike="noStrike" cap="none">
                        <a:solidFill>
                          <a:schemeClr val="tx1">
                            <a:lumMod val="75000"/>
                            <a:lumOff val="25000"/>
                          </a:schemeClr>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FFD35C"/>
                    </a:solidFill>
                  </a:tcPr>
                </a:tc>
                <a:tc>
                  <a:txBody>
                    <a:bodyPr/>
                    <a:lstStyle/>
                    <a:p>
                      <a:pPr marL="0" lvl="0" indent="0" algn="ctr">
                        <a:lnSpc>
                          <a:spcPct val="100000"/>
                        </a:lnSpc>
                        <a:spcBef>
                          <a:spcPts val="0"/>
                        </a:spcBef>
                        <a:spcAft>
                          <a:spcPts val="0"/>
                        </a:spcAft>
                        <a:buNone/>
                      </a:pPr>
                      <a:r>
                        <a:rPr lang="en-AU" sz="600" b="1" i="0" u="none" strike="noStrike" cap="none" noProof="0">
                          <a:solidFill>
                            <a:schemeClr val="tx1">
                              <a:lumMod val="75000"/>
                              <a:lumOff val="25000"/>
                            </a:schemeClr>
                          </a:solidFill>
                          <a:latin typeface="Roboto"/>
                        </a:rPr>
                        <a:t>Medium</a:t>
                      </a:r>
                      <a:endParaRPr lang="en-AU" sz="600" b="1" i="0" u="none" strike="noStrike" cap="none">
                        <a:solidFill>
                          <a:schemeClr val="tx1">
                            <a:lumMod val="75000"/>
                            <a:lumOff val="25000"/>
                          </a:schemeClr>
                        </a:solidFill>
                        <a:latin typeface="Roboto"/>
                        <a:ea typeface="Roboto"/>
                        <a:cs typeface="Roboto"/>
                        <a:sym typeface="Roboto"/>
                      </a:endParaRP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a:solidFill>
                        <a:srgbClr val="666666"/>
                      </a:solidFill>
                    </a:lnT>
                    <a:lnB w="19050">
                      <a:solidFill>
                        <a:srgbClr val="666666"/>
                      </a:solidFill>
                    </a:lnB>
                    <a:solidFill>
                      <a:srgbClr val="FFD35C"/>
                    </a:solidFill>
                  </a:tcPr>
                </a:tc>
                <a:tc>
                  <a:txBody>
                    <a:bodyPr/>
                    <a:lstStyle/>
                    <a:p>
                      <a:pPr marL="0" lvl="0" indent="0" algn="ctr">
                        <a:lnSpc>
                          <a:spcPct val="100000"/>
                        </a:lnSpc>
                        <a:spcBef>
                          <a:spcPts val="0"/>
                        </a:spcBef>
                        <a:spcAft>
                          <a:spcPts val="0"/>
                        </a:spcAft>
                        <a:buNone/>
                      </a:pPr>
                      <a:r>
                        <a:rPr lang="en-AU" sz="600" b="1" i="0" u="none" strike="noStrike" cap="none" noProof="0">
                          <a:solidFill>
                            <a:schemeClr val="tx1">
                              <a:lumMod val="75000"/>
                              <a:lumOff val="25000"/>
                            </a:schemeClr>
                          </a:solidFill>
                          <a:latin typeface="Roboto"/>
                        </a:rPr>
                        <a:t>Medium</a:t>
                      </a:r>
                      <a:endParaRPr lang="en-US">
                        <a:sym typeface="Roboto"/>
                      </a:endParaRPr>
                    </a:p>
                  </a:txBody>
                  <a:tcPr marL="91425" marR="91425" marT="91425" marB="91425">
                    <a:lnL w="19050" cap="flat" cmpd="sng" algn="ctr">
                      <a:solidFill>
                        <a:srgbClr val="666666"/>
                      </a:solidFill>
                      <a:prstDash val="solid"/>
                      <a:round/>
                      <a:headEnd type="none" w="sm" len="sm"/>
                      <a:tailEnd type="none" w="sm" len="sm"/>
                    </a:lnL>
                    <a:lnR w="19050">
                      <a:solidFill>
                        <a:srgbClr val="666666"/>
                      </a:solidFill>
                    </a:lnR>
                    <a:lnT w="19050">
                      <a:solidFill>
                        <a:srgbClr val="666666"/>
                      </a:solidFill>
                    </a:lnT>
                    <a:lnB w="19050">
                      <a:solidFill>
                        <a:srgbClr val="666666"/>
                      </a:solidFill>
                    </a:lnB>
                    <a:solidFill>
                      <a:srgbClr val="FFD35C"/>
                    </a:solidFill>
                  </a:tcPr>
                </a:tc>
                <a:tc>
                  <a:txBody>
                    <a:bodyPr/>
                    <a:lstStyle/>
                    <a:p>
                      <a:pPr marL="0" lvl="0" indent="0" algn="ctr">
                        <a:lnSpc>
                          <a:spcPct val="100000"/>
                        </a:lnSpc>
                        <a:spcBef>
                          <a:spcPts val="0"/>
                        </a:spcBef>
                        <a:spcAft>
                          <a:spcPts val="0"/>
                        </a:spcAft>
                        <a:buNone/>
                      </a:pPr>
                      <a:r>
                        <a:rPr lang="en-AU" sz="600" b="1" i="0" u="none" strike="noStrike" cap="none" noProof="0">
                          <a:solidFill>
                            <a:schemeClr val="tx1">
                              <a:lumMod val="75000"/>
                              <a:lumOff val="25000"/>
                            </a:schemeClr>
                          </a:solidFill>
                          <a:latin typeface="Roboto"/>
                        </a:rPr>
                        <a:t>Medium</a:t>
                      </a:r>
                      <a:endParaRPr lang="en-US">
                        <a:sym typeface="Roboto"/>
                      </a:endParaRPr>
                    </a:p>
                  </a:txBody>
                  <a:tcPr marL="91425" marR="91425" marT="91425" marB="91425">
                    <a:lnL w="19050">
                      <a:solidFill>
                        <a:srgbClr val="666666"/>
                      </a:solidFill>
                    </a:lnL>
                    <a:lnR w="19050">
                      <a:solidFill>
                        <a:srgbClr val="666666"/>
                      </a:solidFill>
                    </a:lnR>
                    <a:lnT w="19050">
                      <a:solidFill>
                        <a:srgbClr val="666666"/>
                      </a:solidFill>
                    </a:lnT>
                    <a:lnB w="19050">
                      <a:solidFill>
                        <a:srgbClr val="666666"/>
                      </a:solidFill>
                    </a:lnB>
                    <a:solidFill>
                      <a:srgbClr val="FFD35C"/>
                    </a:solidFill>
                  </a:tcPr>
                </a:tc>
                <a:extLst>
                  <a:ext uri="{0D108BD9-81ED-4DB2-BD59-A6C34878D82A}">
                    <a16:rowId xmlns:a16="http://schemas.microsoft.com/office/drawing/2014/main" val="10006"/>
                  </a:ext>
                </a:extLst>
              </a:tr>
              <a:tr h="256555">
                <a:tc>
                  <a:txBody>
                    <a:bodyPr/>
                    <a:lstStyle/>
                    <a:p>
                      <a:pPr marL="0" lvl="0" indent="0" algn="l">
                        <a:spcBef>
                          <a:spcPts val="0"/>
                        </a:spcBef>
                        <a:spcAft>
                          <a:spcPts val="0"/>
                        </a:spcAft>
                        <a:buNone/>
                      </a:pPr>
                      <a:r>
                        <a:rPr lang="en-AU" sz="600" b="0" i="0" u="none" strike="noStrike" noProof="0">
                          <a:solidFill>
                            <a:schemeClr val="bg1">
                              <a:lumMod val="95000"/>
                            </a:schemeClr>
                          </a:solidFill>
                          <a:latin typeface="Roboto"/>
                        </a:rPr>
                        <a:t>Insignificant (I) </a:t>
                      </a:r>
                      <a:r>
                        <a:rPr lang="en-AU" sz="600" b="0" i="0" u="none" strike="noStrike" noProof="0">
                          <a:solidFill>
                            <a:schemeClr val="bg1">
                              <a:lumMod val="65000"/>
                            </a:schemeClr>
                          </a:solidFill>
                          <a:latin typeface="Roboto"/>
                        </a:rPr>
                        <a:t>Minor/no injuries</a:t>
                      </a:r>
                      <a:endParaRPr lang="en-US">
                        <a:solidFill>
                          <a:schemeClr val="bg1">
                            <a:lumMod val="65000"/>
                          </a:schemeClr>
                        </a:solidFill>
                        <a:latin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AU" sz="600" b="1" i="0" u="none" strike="noStrike" cap="none">
                          <a:solidFill>
                            <a:schemeClr val="tx1">
                              <a:lumMod val="75000"/>
                              <a:lumOff val="25000"/>
                            </a:schemeClr>
                          </a:solidFill>
                          <a:latin typeface="Roboto"/>
                          <a:ea typeface="Roboto"/>
                          <a:cs typeface="Roboto"/>
                        </a:rPr>
                        <a:t>Very Low</a:t>
                      </a:r>
                      <a:endParaRPr lang="en-AU" sz="600" b="1" i="0" u="none" strike="noStrike" cap="none">
                        <a:solidFill>
                          <a:schemeClr val="tx1">
                            <a:lumMod val="75000"/>
                            <a:lumOff val="25000"/>
                          </a:schemeClr>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chemeClr val="accent3">
                        <a:lumMod val="60000"/>
                        <a:lumOff val="40000"/>
                      </a:schemeClr>
                    </a:solidFill>
                  </a:tcPr>
                </a:tc>
                <a:tc>
                  <a:txBody>
                    <a:bodyPr/>
                    <a:lstStyle/>
                    <a:p>
                      <a:pPr marL="0" marR="0" lvl="0" indent="0" algn="ctr" rtl="0">
                        <a:lnSpc>
                          <a:spcPct val="100000"/>
                        </a:lnSpc>
                        <a:spcBef>
                          <a:spcPts val="0"/>
                        </a:spcBef>
                        <a:spcAft>
                          <a:spcPts val="0"/>
                        </a:spcAft>
                        <a:buNone/>
                      </a:pPr>
                      <a:r>
                        <a:rPr lang="en-AU" sz="600" b="1" i="0" u="none" strike="noStrike" cap="none">
                          <a:solidFill>
                            <a:schemeClr val="tx1">
                              <a:lumMod val="75000"/>
                              <a:lumOff val="25000"/>
                            </a:schemeClr>
                          </a:solidFill>
                          <a:latin typeface="Roboto"/>
                          <a:ea typeface="Roboto"/>
                          <a:cs typeface="Roboto"/>
                        </a:rPr>
                        <a:t>Very Low</a:t>
                      </a:r>
                      <a:endParaRPr lang="en-AU" sz="600" b="1" i="0" u="none" strike="noStrike" cap="none">
                        <a:solidFill>
                          <a:schemeClr val="tx1">
                            <a:lumMod val="75000"/>
                            <a:lumOff val="25000"/>
                          </a:schemeClr>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chemeClr val="accent3">
                        <a:lumMod val="60000"/>
                        <a:lumOff val="40000"/>
                      </a:schemeClr>
                    </a:solidFill>
                  </a:tcPr>
                </a:tc>
                <a:tc>
                  <a:txBody>
                    <a:bodyPr/>
                    <a:lstStyle/>
                    <a:p>
                      <a:pPr marL="0" lvl="0" indent="0" algn="ctr">
                        <a:lnSpc>
                          <a:spcPct val="100000"/>
                        </a:lnSpc>
                        <a:spcBef>
                          <a:spcPts val="0"/>
                        </a:spcBef>
                        <a:spcAft>
                          <a:spcPts val="0"/>
                        </a:spcAft>
                        <a:buNone/>
                      </a:pPr>
                      <a:r>
                        <a:rPr lang="en-AU" sz="600" b="1" i="0" u="none" strike="noStrike" cap="none">
                          <a:solidFill>
                            <a:schemeClr val="tx1">
                              <a:lumMod val="75000"/>
                              <a:lumOff val="25000"/>
                            </a:schemeClr>
                          </a:solidFill>
                          <a:latin typeface="Roboto"/>
                          <a:ea typeface="Roboto"/>
                          <a:cs typeface="Roboto"/>
                        </a:rPr>
                        <a:t>Low</a:t>
                      </a:r>
                      <a:endParaRPr lang="en-AU" sz="600" b="1" i="0" u="none" strike="noStrike" cap="none">
                        <a:solidFill>
                          <a:schemeClr val="tx1">
                            <a:lumMod val="75000"/>
                            <a:lumOff val="25000"/>
                          </a:schemeClr>
                        </a:solidFill>
                        <a:latin typeface="Roboto"/>
                        <a:ea typeface="Roboto"/>
                        <a:cs typeface="Roboto"/>
                        <a:sym typeface="Roboto"/>
                      </a:endParaRP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a:solidFill>
                        <a:srgbClr val="666666"/>
                      </a:solidFill>
                    </a:lnT>
                    <a:lnB w="19050">
                      <a:solidFill>
                        <a:srgbClr val="666666"/>
                      </a:solidFill>
                    </a:lnB>
                    <a:solidFill>
                      <a:srgbClr val="A3D676"/>
                    </a:solidFill>
                  </a:tcPr>
                </a:tc>
                <a:tc>
                  <a:txBody>
                    <a:bodyPr/>
                    <a:lstStyle/>
                    <a:p>
                      <a:pPr marL="0" lvl="0" indent="0" algn="ctr">
                        <a:lnSpc>
                          <a:spcPct val="100000"/>
                        </a:lnSpc>
                        <a:spcBef>
                          <a:spcPts val="0"/>
                        </a:spcBef>
                        <a:spcAft>
                          <a:spcPts val="0"/>
                        </a:spcAft>
                        <a:buNone/>
                      </a:pPr>
                      <a:r>
                        <a:rPr lang="en-AU" sz="600" b="1" i="0" u="none" strike="noStrike" cap="none">
                          <a:solidFill>
                            <a:schemeClr val="tx1">
                              <a:lumMod val="75000"/>
                              <a:lumOff val="25000"/>
                            </a:schemeClr>
                          </a:solidFill>
                          <a:latin typeface="Roboto"/>
                          <a:ea typeface="Roboto"/>
                          <a:cs typeface="Roboto"/>
                        </a:rPr>
                        <a:t>Low</a:t>
                      </a:r>
                      <a:endParaRPr lang="en-AU" sz="600" b="1" i="0" u="none" strike="noStrike" cap="none">
                        <a:solidFill>
                          <a:schemeClr val="tx1">
                            <a:lumMod val="75000"/>
                            <a:lumOff val="25000"/>
                          </a:schemeClr>
                        </a:solidFill>
                        <a:latin typeface="Roboto"/>
                        <a:ea typeface="Roboto"/>
                        <a:cs typeface="Roboto"/>
                        <a:sym typeface="Roboto"/>
                      </a:endParaRPr>
                    </a:p>
                  </a:txBody>
                  <a:tcPr marL="91425" marR="91425" marT="91425" marB="91425">
                    <a:lnL w="19050" cap="flat" cmpd="sng" algn="ctr">
                      <a:solidFill>
                        <a:srgbClr val="666666"/>
                      </a:solidFill>
                      <a:prstDash val="solid"/>
                      <a:round/>
                      <a:headEnd type="none" w="sm" len="sm"/>
                      <a:tailEnd type="none" w="sm" len="sm"/>
                    </a:lnL>
                    <a:lnR w="19050">
                      <a:solidFill>
                        <a:srgbClr val="666666"/>
                      </a:solidFill>
                    </a:lnR>
                    <a:lnT w="19050">
                      <a:solidFill>
                        <a:srgbClr val="666666"/>
                      </a:solidFill>
                    </a:lnT>
                    <a:lnB w="19050">
                      <a:solidFill>
                        <a:srgbClr val="666666"/>
                      </a:solidFill>
                    </a:lnB>
                    <a:solidFill>
                      <a:srgbClr val="A3D676"/>
                    </a:solidFill>
                  </a:tcPr>
                </a:tc>
                <a:tc>
                  <a:txBody>
                    <a:bodyPr/>
                    <a:lstStyle/>
                    <a:p>
                      <a:pPr marL="0" lvl="0" indent="0" algn="ctr">
                        <a:lnSpc>
                          <a:spcPct val="100000"/>
                        </a:lnSpc>
                        <a:spcBef>
                          <a:spcPts val="0"/>
                        </a:spcBef>
                        <a:spcAft>
                          <a:spcPts val="0"/>
                        </a:spcAft>
                        <a:buNone/>
                      </a:pPr>
                      <a:r>
                        <a:rPr lang="en-AU" sz="600" b="1" i="0" u="none" strike="noStrike" cap="none" noProof="0">
                          <a:solidFill>
                            <a:schemeClr val="tx1">
                              <a:lumMod val="75000"/>
                              <a:lumOff val="25000"/>
                            </a:schemeClr>
                          </a:solidFill>
                          <a:latin typeface="Roboto"/>
                        </a:rPr>
                        <a:t>Medium</a:t>
                      </a:r>
                      <a:endParaRPr lang="en-US">
                        <a:sym typeface="Roboto"/>
                      </a:endParaRPr>
                    </a:p>
                  </a:txBody>
                  <a:tcPr marL="91425" marR="91425" marT="91425" marB="91425">
                    <a:lnL w="19050">
                      <a:solidFill>
                        <a:srgbClr val="666666"/>
                      </a:solidFill>
                    </a:lnL>
                    <a:lnR w="19050">
                      <a:solidFill>
                        <a:srgbClr val="666666"/>
                      </a:solidFill>
                    </a:lnR>
                    <a:lnT w="19050">
                      <a:solidFill>
                        <a:srgbClr val="666666"/>
                      </a:solidFill>
                    </a:lnT>
                    <a:lnB w="19050">
                      <a:solidFill>
                        <a:srgbClr val="666666"/>
                      </a:solidFill>
                    </a:lnB>
                    <a:solidFill>
                      <a:srgbClr val="FFD35C"/>
                    </a:solidFill>
                  </a:tcPr>
                </a:tc>
                <a:extLst>
                  <a:ext uri="{0D108BD9-81ED-4DB2-BD59-A6C34878D82A}">
                    <a16:rowId xmlns:a16="http://schemas.microsoft.com/office/drawing/2014/main" val="10007"/>
                  </a:ext>
                </a:extLst>
              </a:tr>
            </a:tbl>
          </a:graphicData>
        </a:graphic>
      </p:graphicFrame>
      <p:sp>
        <p:nvSpPr>
          <p:cNvPr id="8" name="Google Shape;254;p40">
            <a:extLst>
              <a:ext uri="{FF2B5EF4-FFF2-40B4-BE49-F238E27FC236}">
                <a16:creationId xmlns:a16="http://schemas.microsoft.com/office/drawing/2014/main" id="{0F2D94E3-89FC-42C5-AC72-FB1BC792FA7D}"/>
              </a:ext>
            </a:extLst>
          </p:cNvPr>
          <p:cNvSpPr txBox="1">
            <a:spLocks noGrp="1"/>
          </p:cNvSpPr>
          <p:nvPr/>
        </p:nvSpPr>
        <p:spPr>
          <a:xfrm>
            <a:off x="382075" y="1063375"/>
            <a:ext cx="7900200" cy="2943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31800" algn="l" rtl="0">
              <a:lnSpc>
                <a:spcPct val="100000"/>
              </a:lnSpc>
              <a:spcBef>
                <a:spcPts val="640"/>
              </a:spcBef>
              <a:spcAft>
                <a:spcPts val="0"/>
              </a:spcAft>
              <a:buClr>
                <a:srgbClr val="92D050"/>
              </a:buClr>
              <a:buSzPts val="3200"/>
              <a:buFont typeface="Arial"/>
              <a:buChar char="•"/>
              <a:defRPr sz="3200" b="0"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560"/>
              </a:spcBef>
              <a:spcAft>
                <a:spcPts val="0"/>
              </a:spcAft>
              <a:buClr>
                <a:srgbClr val="00B0F0"/>
              </a:buClr>
              <a:buSzPts val="2800"/>
              <a:buFont typeface="Arial"/>
              <a:buChar char="–"/>
              <a:defRPr sz="2800" b="0" i="0" u="none" strike="noStrike" cap="none">
                <a:solidFill>
                  <a:schemeClr val="lt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buClr>
                <a:schemeClr val="dk1"/>
              </a:buClr>
              <a:buSzPts val="2800"/>
              <a:buNone/>
            </a:pPr>
            <a:r>
              <a:rPr lang="en-AU" sz="900">
                <a:solidFill>
                  <a:srgbClr val="B7B7B7"/>
                </a:solidFill>
                <a:latin typeface="Roboto"/>
                <a:ea typeface="Roboto"/>
                <a:cs typeface="Roboto"/>
                <a:sym typeface="Roboto"/>
              </a:rPr>
              <a:t>Select 5 of the hazards identified from the scenario and conduct a risk assessment utilising the tables below.</a:t>
            </a:r>
            <a:endParaRPr lang="fr-FR" sz="900">
              <a:solidFill>
                <a:srgbClr val="B7B7B7"/>
              </a:solidFill>
              <a:latin typeface="Roboto"/>
              <a:ea typeface="Roboto"/>
            </a:endParaRPr>
          </a:p>
        </p:txBody>
      </p:sp>
      <p:graphicFrame>
        <p:nvGraphicFramePr>
          <p:cNvPr id="9" name="Google Shape;240;p38">
            <a:extLst>
              <a:ext uri="{FF2B5EF4-FFF2-40B4-BE49-F238E27FC236}">
                <a16:creationId xmlns:a16="http://schemas.microsoft.com/office/drawing/2014/main" id="{0CEB1652-2590-4A61-91C6-340221343AEA}"/>
              </a:ext>
            </a:extLst>
          </p:cNvPr>
          <p:cNvGraphicFramePr/>
          <p:nvPr>
            <p:extLst>
              <p:ext uri="{D42A27DB-BD31-4B8C-83A1-F6EECF244321}">
                <p14:modId xmlns:p14="http://schemas.microsoft.com/office/powerpoint/2010/main" val="1282750941"/>
              </p:ext>
            </p:extLst>
          </p:nvPr>
        </p:nvGraphicFramePr>
        <p:xfrm>
          <a:off x="5898696" y="1647220"/>
          <a:ext cx="2780641" cy="1645740"/>
        </p:xfrm>
        <a:graphic>
          <a:graphicData uri="http://schemas.openxmlformats.org/drawingml/2006/table">
            <a:tbl>
              <a:tblPr>
                <a:noFill/>
              </a:tblPr>
              <a:tblGrid>
                <a:gridCol w="741589">
                  <a:extLst>
                    <a:ext uri="{9D8B030D-6E8A-4147-A177-3AD203B41FA5}">
                      <a16:colId xmlns:a16="http://schemas.microsoft.com/office/drawing/2014/main" val="20000"/>
                    </a:ext>
                  </a:extLst>
                </a:gridCol>
                <a:gridCol w="2039052">
                  <a:extLst>
                    <a:ext uri="{9D8B030D-6E8A-4147-A177-3AD203B41FA5}">
                      <a16:colId xmlns:a16="http://schemas.microsoft.com/office/drawing/2014/main" val="20001"/>
                    </a:ext>
                  </a:extLst>
                </a:gridCol>
              </a:tblGrid>
              <a:tr h="272142">
                <a:tc>
                  <a:txBody>
                    <a:bodyPr/>
                    <a:lstStyle/>
                    <a:p>
                      <a:pPr marL="0" marR="0" lvl="0" indent="0" algn="ctr" rtl="0">
                        <a:lnSpc>
                          <a:spcPct val="100000"/>
                        </a:lnSpc>
                        <a:spcBef>
                          <a:spcPts val="0"/>
                        </a:spcBef>
                        <a:spcAft>
                          <a:spcPts val="0"/>
                        </a:spcAft>
                        <a:buClr>
                          <a:srgbClr val="D9D9D9"/>
                        </a:buClr>
                        <a:buSzPts val="1000"/>
                        <a:buFont typeface="Roboto"/>
                        <a:buNone/>
                      </a:pPr>
                      <a:r>
                        <a:rPr lang="en-AU" sz="600" b="1" u="none" strike="noStrike" cap="none">
                          <a:solidFill>
                            <a:schemeClr val="bg1">
                              <a:lumMod val="85000"/>
                            </a:schemeClr>
                          </a:solidFill>
                          <a:latin typeface="Roboto"/>
                          <a:ea typeface="Roboto"/>
                        </a:rPr>
                        <a:t>Risk level</a:t>
                      </a: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434343"/>
                    </a:solidFill>
                  </a:tcPr>
                </a:tc>
                <a:tc>
                  <a:txBody>
                    <a:bodyPr/>
                    <a:lstStyle/>
                    <a:p>
                      <a:pPr marL="0" marR="0" lvl="0" indent="0" algn="l" rtl="0">
                        <a:lnSpc>
                          <a:spcPct val="100000"/>
                        </a:lnSpc>
                        <a:spcBef>
                          <a:spcPts val="0"/>
                        </a:spcBef>
                        <a:spcAft>
                          <a:spcPts val="0"/>
                        </a:spcAft>
                        <a:buClr>
                          <a:srgbClr val="D9D9D9"/>
                        </a:buClr>
                        <a:buSzPts val="1000"/>
                        <a:buFont typeface="Roboto"/>
                        <a:buNone/>
                      </a:pPr>
                      <a:r>
                        <a:rPr lang="en-AU" sz="600" b="1" u="none" strike="noStrike" cap="none">
                          <a:solidFill>
                            <a:srgbClr val="D9D9D9"/>
                          </a:solidFill>
                          <a:latin typeface="Roboto"/>
                          <a:ea typeface="Roboto"/>
                        </a:rPr>
                        <a:t>Required action</a:t>
                      </a: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434343"/>
                    </a:solidFill>
                  </a:tcPr>
                </a:tc>
                <a:extLst>
                  <a:ext uri="{0D108BD9-81ED-4DB2-BD59-A6C34878D82A}">
                    <a16:rowId xmlns:a16="http://schemas.microsoft.com/office/drawing/2014/main" val="10000"/>
                  </a:ext>
                </a:extLst>
              </a:tr>
              <a:tr h="238781">
                <a:tc>
                  <a:txBody>
                    <a:bodyPr/>
                    <a:lstStyle/>
                    <a:p>
                      <a:pPr marL="0" marR="0" lvl="0" indent="0" algn="ctr">
                        <a:lnSpc>
                          <a:spcPct val="100000"/>
                        </a:lnSpc>
                        <a:spcBef>
                          <a:spcPts val="0"/>
                        </a:spcBef>
                        <a:spcAft>
                          <a:spcPts val="0"/>
                        </a:spcAft>
                        <a:buNone/>
                      </a:pPr>
                      <a:r>
                        <a:rPr lang="en-AU" sz="600" b="1" i="0" u="none" strike="noStrike" cap="none" noProof="0">
                          <a:solidFill>
                            <a:schemeClr val="tx1">
                              <a:lumMod val="75000"/>
                              <a:lumOff val="25000"/>
                            </a:schemeClr>
                          </a:solidFill>
                          <a:latin typeface="Roboto"/>
                        </a:rPr>
                        <a:t>Critical</a:t>
                      </a:r>
                      <a:endParaRPr lang="en-US" b="1">
                        <a:solidFill>
                          <a:schemeClr val="tx1">
                            <a:lumMod val="75000"/>
                            <a:lumOff val="25000"/>
                          </a:schemeClr>
                        </a:solidFill>
                        <a:sym typeface="Roboto"/>
                      </a:endParaRPr>
                    </a:p>
                  </a:txBody>
                  <a:tcPr marL="91425" marR="91425" marT="91425" marB="91425">
                    <a:lnL w="19050" cap="flat" cmpd="sng">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D67676"/>
                    </a:solidFill>
                  </a:tcPr>
                </a:tc>
                <a:tc>
                  <a:txBody>
                    <a:bodyPr/>
                    <a:lstStyle/>
                    <a:p>
                      <a:pPr marL="0" marR="0" lvl="0" indent="0" algn="l" rtl="0" eaLnBrk="1" fontAlgn="auto" latinLnBrk="0" hangingPunct="1">
                        <a:lnSpc>
                          <a:spcPct val="100000"/>
                        </a:lnSpc>
                        <a:spcBef>
                          <a:spcPts val="0"/>
                        </a:spcBef>
                        <a:spcAft>
                          <a:spcPts val="0"/>
                        </a:spcAft>
                        <a:buClr>
                          <a:srgbClr val="92D050"/>
                        </a:buClr>
                        <a:buSzPts val="900"/>
                        <a:buFont typeface="Arial" panose="020B0604020202020204" pitchFamily="34" charset="0"/>
                        <a:buNone/>
                      </a:pPr>
                      <a:r>
                        <a:rPr lang="en-AU" sz="600" b="0" i="0" u="none" strike="noStrike" cap="none">
                          <a:solidFill>
                            <a:schemeClr val="bg1">
                              <a:lumMod val="65000"/>
                            </a:schemeClr>
                          </a:solidFill>
                          <a:latin typeface="Roboto"/>
                          <a:ea typeface="Roboto"/>
                          <a:cs typeface="Roboto"/>
                        </a:rPr>
                        <a:t>Unacceptable risk, urgent action required.</a:t>
                      </a:r>
                      <a:endParaRPr lang="en-AU" sz="600" b="0" i="0" u="none" strike="noStrike" cap="none">
                        <a:solidFill>
                          <a:schemeClr val="bg1">
                            <a:lumMod val="65000"/>
                          </a:schemeClr>
                        </a:solidFill>
                        <a:latin typeface="Roboto"/>
                        <a:ea typeface="Roboto"/>
                        <a:cs typeface="Roboto"/>
                        <a:sym typeface="Roboto"/>
                      </a:endParaRP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noFill/>
                  </a:tcPr>
                </a:tc>
                <a:extLst>
                  <a:ext uri="{0D108BD9-81ED-4DB2-BD59-A6C34878D82A}">
                    <a16:rowId xmlns:a16="http://schemas.microsoft.com/office/drawing/2014/main" val="10001"/>
                  </a:ext>
                </a:extLst>
              </a:tr>
              <a:tr h="238781">
                <a:tc>
                  <a:txBody>
                    <a:bodyPr/>
                    <a:lstStyle/>
                    <a:p>
                      <a:pPr marL="0" marR="0" lvl="0" indent="0" algn="ctr">
                        <a:lnSpc>
                          <a:spcPct val="100000"/>
                        </a:lnSpc>
                        <a:spcBef>
                          <a:spcPts val="0"/>
                        </a:spcBef>
                        <a:spcAft>
                          <a:spcPts val="0"/>
                        </a:spcAft>
                        <a:buNone/>
                      </a:pPr>
                      <a:r>
                        <a:rPr lang="en-AU" sz="600" b="1" i="0" u="none" strike="noStrike" noProof="0">
                          <a:solidFill>
                            <a:schemeClr val="tx1">
                              <a:lumMod val="75000"/>
                              <a:lumOff val="25000"/>
                            </a:schemeClr>
                          </a:solidFill>
                          <a:latin typeface="Roboto"/>
                        </a:rPr>
                        <a:t>High</a:t>
                      </a:r>
                      <a:endParaRPr lang="en-US" b="1">
                        <a:solidFill>
                          <a:schemeClr val="tx1">
                            <a:lumMod val="75000"/>
                            <a:lumOff val="25000"/>
                          </a:schemeClr>
                        </a:solidFill>
                        <a:sym typeface="Roboto"/>
                      </a:endParaRPr>
                    </a:p>
                  </a:txBody>
                  <a:tcPr marL="91425" marR="91425" marT="91425" marB="91425">
                    <a:lnL w="19050" cap="flat" cmpd="sng">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FFA85C"/>
                    </a:solidFill>
                  </a:tcPr>
                </a:tc>
                <a:tc>
                  <a:txBody>
                    <a:bodyPr/>
                    <a:lstStyle/>
                    <a:p>
                      <a:pPr marL="0" marR="0" lvl="0" indent="0" algn="l">
                        <a:lnSpc>
                          <a:spcPct val="100000"/>
                        </a:lnSpc>
                        <a:spcBef>
                          <a:spcPts val="0"/>
                        </a:spcBef>
                        <a:spcAft>
                          <a:spcPts val="0"/>
                        </a:spcAft>
                        <a:buNone/>
                      </a:pPr>
                      <a:r>
                        <a:rPr lang="en-AU" sz="600" b="0" i="0" u="none" strike="noStrike" cap="none" noProof="0">
                          <a:solidFill>
                            <a:schemeClr val="bg1">
                              <a:lumMod val="65000"/>
                            </a:schemeClr>
                          </a:solidFill>
                          <a:latin typeface="Roboto"/>
                        </a:rPr>
                        <a:t>Unacceptable risk, immediate action required.</a:t>
                      </a:r>
                      <a:endParaRPr lang="en-AU" sz="600" b="0" i="0" u="none" strike="noStrike" cap="none">
                        <a:solidFill>
                          <a:schemeClr val="bg1">
                            <a:lumMod val="65000"/>
                          </a:schemeClr>
                        </a:solidFill>
                        <a:latin typeface="Roboto"/>
                        <a:ea typeface="Roboto"/>
                        <a:cs typeface="Roboto"/>
                        <a:sym typeface="Roboto"/>
                      </a:endParaRP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noFill/>
                  </a:tcPr>
                </a:tc>
                <a:extLst>
                  <a:ext uri="{0D108BD9-81ED-4DB2-BD59-A6C34878D82A}">
                    <a16:rowId xmlns:a16="http://schemas.microsoft.com/office/drawing/2014/main" val="10004"/>
                  </a:ext>
                </a:extLst>
              </a:tr>
              <a:tr h="238781">
                <a:tc>
                  <a:txBody>
                    <a:bodyPr/>
                    <a:lstStyle/>
                    <a:p>
                      <a:pPr marL="0" marR="0" lvl="0" indent="0" algn="ctr">
                        <a:lnSpc>
                          <a:spcPct val="100000"/>
                        </a:lnSpc>
                        <a:spcBef>
                          <a:spcPts val="0"/>
                        </a:spcBef>
                        <a:spcAft>
                          <a:spcPts val="0"/>
                        </a:spcAft>
                        <a:buNone/>
                      </a:pPr>
                      <a:r>
                        <a:rPr lang="en-AU" sz="600" b="1" i="0" u="none" strike="noStrike" noProof="0">
                          <a:solidFill>
                            <a:schemeClr val="tx1">
                              <a:lumMod val="75000"/>
                              <a:lumOff val="25000"/>
                            </a:schemeClr>
                          </a:solidFill>
                          <a:latin typeface="Roboto"/>
                        </a:rPr>
                        <a:t>Medium</a:t>
                      </a:r>
                      <a:endParaRPr lang="en-US">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FFD35C"/>
                    </a:solidFill>
                  </a:tcPr>
                </a:tc>
                <a:tc>
                  <a:txBody>
                    <a:bodyPr/>
                    <a:lstStyle/>
                    <a:p>
                      <a:pPr lvl="0" algn="l">
                        <a:lnSpc>
                          <a:spcPct val="100000"/>
                        </a:lnSpc>
                        <a:spcBef>
                          <a:spcPts val="0"/>
                        </a:spcBef>
                        <a:spcAft>
                          <a:spcPts val="0"/>
                        </a:spcAft>
                        <a:buNone/>
                      </a:pPr>
                      <a:r>
                        <a:rPr lang="en-AU" sz="600" b="0" i="0" u="none" strike="noStrike" cap="none" noProof="0">
                          <a:solidFill>
                            <a:schemeClr val="bg1">
                              <a:lumMod val="65000"/>
                            </a:schemeClr>
                          </a:solidFill>
                          <a:latin typeface="Roboto"/>
                        </a:rPr>
                        <a:t>Tolerable risk, further action required to minimise.</a:t>
                      </a:r>
                      <a:endParaRPr lang="en-AU" sz="600" b="0" i="0" u="none" strike="noStrike" cap="none" noProof="0">
                        <a:solidFill>
                          <a:schemeClr val="bg1">
                            <a:lumMod val="65000"/>
                          </a:schemeClr>
                        </a:solidFill>
                        <a:latin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noFill/>
                  </a:tcPr>
                </a:tc>
                <a:extLst>
                  <a:ext uri="{0D108BD9-81ED-4DB2-BD59-A6C34878D82A}">
                    <a16:rowId xmlns:a16="http://schemas.microsoft.com/office/drawing/2014/main" val="10005"/>
                  </a:ext>
                </a:extLst>
              </a:tr>
              <a:tr h="238781">
                <a:tc>
                  <a:txBody>
                    <a:bodyPr/>
                    <a:lstStyle/>
                    <a:p>
                      <a:pPr marL="0" lvl="0" indent="0" algn="ctr">
                        <a:spcBef>
                          <a:spcPts val="0"/>
                        </a:spcBef>
                        <a:spcAft>
                          <a:spcPts val="0"/>
                        </a:spcAft>
                        <a:buNone/>
                      </a:pPr>
                      <a:r>
                        <a:rPr lang="en-AU" sz="600" b="1" i="0" u="none" strike="noStrike" noProof="0">
                          <a:solidFill>
                            <a:schemeClr val="tx1">
                              <a:lumMod val="75000"/>
                              <a:lumOff val="25000"/>
                            </a:schemeClr>
                          </a:solidFill>
                          <a:latin typeface="Roboto"/>
                        </a:rPr>
                        <a:t>Low</a:t>
                      </a:r>
                      <a:endParaRPr lang="en-US">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A3D676"/>
                    </a:solidFill>
                  </a:tcPr>
                </a:tc>
                <a:tc>
                  <a:txBody>
                    <a:bodyPr/>
                    <a:lstStyle/>
                    <a:p>
                      <a:pPr marL="0" marR="0" lvl="0" indent="0" algn="l" rtl="0">
                        <a:lnSpc>
                          <a:spcPct val="100000"/>
                        </a:lnSpc>
                        <a:spcBef>
                          <a:spcPts val="0"/>
                        </a:spcBef>
                        <a:spcAft>
                          <a:spcPts val="0"/>
                        </a:spcAft>
                        <a:buClr>
                          <a:srgbClr val="000000"/>
                        </a:buClr>
                        <a:buSzPts val="900"/>
                        <a:buFont typeface="Arial"/>
                        <a:buNone/>
                      </a:pPr>
                      <a:r>
                        <a:rPr lang="en-AU" sz="600" b="0" i="0" u="none" strike="noStrike" cap="none">
                          <a:solidFill>
                            <a:schemeClr val="bg1">
                              <a:lumMod val="65000"/>
                            </a:schemeClr>
                          </a:solidFill>
                          <a:latin typeface="Roboto"/>
                          <a:ea typeface="Roboto"/>
                          <a:cs typeface="Roboto"/>
                        </a:rPr>
                        <a:t>Low risk, </a:t>
                      </a:r>
                      <a:r>
                        <a:rPr lang="en-AU" sz="600" b="0" i="0" u="none" strike="noStrike" cap="none" noProof="0">
                          <a:solidFill>
                            <a:schemeClr val="bg1">
                              <a:lumMod val="65000"/>
                            </a:schemeClr>
                          </a:solidFill>
                          <a:latin typeface="Roboto"/>
                        </a:rPr>
                        <a:t>further action may be required to minimise.</a:t>
                      </a:r>
                      <a:endParaRPr lang="en-AU" sz="600" b="0" i="0" u="none" strike="noStrike" cap="none" noProof="0">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noFill/>
                  </a:tcPr>
                </a:tc>
                <a:extLst>
                  <a:ext uri="{0D108BD9-81ED-4DB2-BD59-A6C34878D82A}">
                    <a16:rowId xmlns:a16="http://schemas.microsoft.com/office/drawing/2014/main" val="10006"/>
                  </a:ext>
                </a:extLst>
              </a:tr>
              <a:tr h="233476">
                <a:tc>
                  <a:txBody>
                    <a:bodyPr/>
                    <a:lstStyle/>
                    <a:p>
                      <a:pPr marL="0" lvl="0" indent="0" algn="ctr">
                        <a:spcBef>
                          <a:spcPts val="0"/>
                        </a:spcBef>
                        <a:spcAft>
                          <a:spcPts val="0"/>
                        </a:spcAft>
                        <a:buNone/>
                      </a:pPr>
                      <a:r>
                        <a:rPr lang="en-AU" sz="600" b="1" i="0" u="none" strike="noStrike" noProof="0">
                          <a:solidFill>
                            <a:schemeClr val="tx1">
                              <a:lumMod val="75000"/>
                              <a:lumOff val="25000"/>
                            </a:schemeClr>
                          </a:solidFill>
                          <a:latin typeface="Roboto"/>
                        </a:rPr>
                        <a:t>Very Low</a:t>
                      </a:r>
                      <a:endParaRPr lang="en-US">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chemeClr val="accent3">
                        <a:lumMod val="60000"/>
                        <a:lumOff val="40000"/>
                      </a:schemeClr>
                    </a:solidFill>
                  </a:tcPr>
                </a:tc>
                <a:tc>
                  <a:txBody>
                    <a:bodyPr/>
                    <a:lstStyle/>
                    <a:p>
                      <a:pPr marL="0" marR="0" lvl="0" indent="0" algn="l" rtl="0">
                        <a:lnSpc>
                          <a:spcPct val="100000"/>
                        </a:lnSpc>
                        <a:spcBef>
                          <a:spcPts val="0"/>
                        </a:spcBef>
                        <a:spcAft>
                          <a:spcPts val="0"/>
                        </a:spcAft>
                        <a:buNone/>
                      </a:pPr>
                      <a:r>
                        <a:rPr lang="en-AU" sz="600" b="0" i="0" u="none" strike="noStrike" cap="none">
                          <a:solidFill>
                            <a:schemeClr val="bg1">
                              <a:lumMod val="65000"/>
                            </a:schemeClr>
                          </a:solidFill>
                          <a:latin typeface="Roboto"/>
                          <a:ea typeface="Roboto"/>
                          <a:cs typeface="Roboto"/>
                        </a:rPr>
                        <a:t>Acceptable risk, monitor but no further action required.</a:t>
                      </a:r>
                      <a:endParaRPr lang="en-AU" sz="600" b="0" i="0" u="none" strike="noStrike" cap="none">
                        <a:solidFill>
                          <a:schemeClr val="bg1">
                            <a:lumMod val="65000"/>
                          </a:schemeClr>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no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5991771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8"/>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GB">
                <a:latin typeface="Roboto"/>
                <a:ea typeface="Roboto"/>
                <a:cs typeface="Roboto"/>
                <a:sym typeface="Roboto"/>
              </a:rPr>
              <a:t>WHS Management Plan | </a:t>
            </a:r>
            <a:r>
              <a:rPr lang="en-GB" sz="3000">
                <a:solidFill>
                  <a:srgbClr val="8CB3E3"/>
                </a:solidFill>
                <a:latin typeface="Roboto"/>
                <a:ea typeface="Roboto"/>
                <a:sym typeface="Roboto"/>
              </a:rPr>
              <a:t>Controls</a:t>
            </a:r>
            <a:endParaRPr lang="en-GB" sz="3000">
              <a:solidFill>
                <a:srgbClr val="8CB3E3"/>
              </a:solidFill>
              <a:latin typeface="Roboto"/>
              <a:ea typeface="Roboto"/>
            </a:endParaRPr>
          </a:p>
        </p:txBody>
      </p:sp>
      <p:graphicFrame>
        <p:nvGraphicFramePr>
          <p:cNvPr id="6" name="Google Shape;240;p38">
            <a:extLst>
              <a:ext uri="{FF2B5EF4-FFF2-40B4-BE49-F238E27FC236}">
                <a16:creationId xmlns:a16="http://schemas.microsoft.com/office/drawing/2014/main" id="{B705625E-947A-493F-9E40-DEC8F49CB570}"/>
              </a:ext>
            </a:extLst>
          </p:cNvPr>
          <p:cNvGraphicFramePr/>
          <p:nvPr>
            <p:extLst>
              <p:ext uri="{D42A27DB-BD31-4B8C-83A1-F6EECF244321}">
                <p14:modId xmlns:p14="http://schemas.microsoft.com/office/powerpoint/2010/main" val="3753718332"/>
              </p:ext>
            </p:extLst>
          </p:nvPr>
        </p:nvGraphicFramePr>
        <p:xfrm>
          <a:off x="451555" y="1552222"/>
          <a:ext cx="8252047" cy="3449984"/>
        </p:xfrm>
        <a:graphic>
          <a:graphicData uri="http://schemas.openxmlformats.org/drawingml/2006/table">
            <a:tbl>
              <a:tblPr>
                <a:noFill/>
              </a:tblPr>
              <a:tblGrid>
                <a:gridCol w="1174231">
                  <a:extLst>
                    <a:ext uri="{9D8B030D-6E8A-4147-A177-3AD203B41FA5}">
                      <a16:colId xmlns:a16="http://schemas.microsoft.com/office/drawing/2014/main" val="20000"/>
                    </a:ext>
                  </a:extLst>
                </a:gridCol>
                <a:gridCol w="1064360">
                  <a:extLst>
                    <a:ext uri="{9D8B030D-6E8A-4147-A177-3AD203B41FA5}">
                      <a16:colId xmlns:a16="http://schemas.microsoft.com/office/drawing/2014/main" val="20001"/>
                    </a:ext>
                  </a:extLst>
                </a:gridCol>
                <a:gridCol w="1235758">
                  <a:extLst>
                    <a:ext uri="{9D8B030D-6E8A-4147-A177-3AD203B41FA5}">
                      <a16:colId xmlns:a16="http://schemas.microsoft.com/office/drawing/2014/main" val="20002"/>
                    </a:ext>
                  </a:extLst>
                </a:gridCol>
                <a:gridCol w="2030373">
                  <a:extLst>
                    <a:ext uri="{9D8B030D-6E8A-4147-A177-3AD203B41FA5}">
                      <a16:colId xmlns:a16="http://schemas.microsoft.com/office/drawing/2014/main" val="1880600606"/>
                    </a:ext>
                  </a:extLst>
                </a:gridCol>
                <a:gridCol w="984270">
                  <a:extLst>
                    <a:ext uri="{9D8B030D-6E8A-4147-A177-3AD203B41FA5}">
                      <a16:colId xmlns:a16="http://schemas.microsoft.com/office/drawing/2014/main" val="3354572331"/>
                    </a:ext>
                  </a:extLst>
                </a:gridCol>
                <a:gridCol w="851010">
                  <a:extLst>
                    <a:ext uri="{9D8B030D-6E8A-4147-A177-3AD203B41FA5}">
                      <a16:colId xmlns:a16="http://schemas.microsoft.com/office/drawing/2014/main" val="2874299041"/>
                    </a:ext>
                  </a:extLst>
                </a:gridCol>
                <a:gridCol w="912045">
                  <a:extLst>
                    <a:ext uri="{9D8B030D-6E8A-4147-A177-3AD203B41FA5}">
                      <a16:colId xmlns:a16="http://schemas.microsoft.com/office/drawing/2014/main" val="533966607"/>
                    </a:ext>
                  </a:extLst>
                </a:gridCol>
              </a:tblGrid>
              <a:tr h="292553">
                <a:tc gridSpan="2">
                  <a:txBody>
                    <a:bodyPr/>
                    <a:lstStyle/>
                    <a:p>
                      <a:pPr marL="0" lvl="0" indent="0" algn="l">
                        <a:lnSpc>
                          <a:spcPct val="100000"/>
                        </a:lnSpc>
                        <a:spcBef>
                          <a:spcPts val="0"/>
                        </a:spcBef>
                        <a:spcAft>
                          <a:spcPts val="0"/>
                        </a:spcAft>
                        <a:buNone/>
                      </a:pPr>
                      <a:r>
                        <a:rPr lang="en-AU" sz="600" b="1" u="none" strike="noStrike" cap="none">
                          <a:solidFill>
                            <a:schemeClr val="bg1">
                              <a:lumMod val="85000"/>
                            </a:schemeClr>
                          </a:solidFill>
                          <a:latin typeface="Roboto"/>
                          <a:ea typeface="Roboto"/>
                        </a:rPr>
                        <a:t>Identify the hazard</a:t>
                      </a:r>
                    </a:p>
                  </a:txBody>
                  <a:tcPr marL="91425" marR="91425" marT="91425" marB="91425">
                    <a:lnL w="19050">
                      <a:solidFill>
                        <a:srgbClr val="666666"/>
                      </a:solidFill>
                    </a:lnL>
                    <a:lnR w="19050">
                      <a:solidFill>
                        <a:srgbClr val="666666"/>
                      </a:solidFill>
                    </a:lnR>
                    <a:lnT w="19050">
                      <a:solidFill>
                        <a:srgbClr val="666666"/>
                      </a:solidFill>
                    </a:lnT>
                    <a:lnB w="19050">
                      <a:solidFill>
                        <a:srgbClr val="666666"/>
                      </a:solidFill>
                    </a:lnB>
                    <a:solidFill>
                      <a:srgbClr val="434343"/>
                    </a:solidFill>
                  </a:tcPr>
                </a:tc>
                <a:tc hMerge="1">
                  <a:txBody>
                    <a:bodyPr/>
                    <a:lstStyle/>
                    <a:p>
                      <a:endParaRPr lang="en-US"/>
                    </a:p>
                  </a:txBody>
                  <a:tcPr marL="91425" marR="91425" marT="91425" marB="91425">
                    <a:lnL w="19050">
                      <a:solidFill>
                        <a:srgbClr val="666666"/>
                      </a:solidFill>
                    </a:lnL>
                    <a:lnR w="19050">
                      <a:solidFill>
                        <a:srgbClr val="666666"/>
                      </a:solidFill>
                    </a:lnR>
                    <a:lnT w="19050">
                      <a:solidFill>
                        <a:srgbClr val="666666"/>
                      </a:solidFill>
                    </a:lnT>
                    <a:lnB w="19050">
                      <a:solidFill>
                        <a:srgbClr val="666666"/>
                      </a:solidFill>
                    </a:lnB>
                    <a:solidFill>
                      <a:srgbClr val="434343"/>
                    </a:solidFill>
                  </a:tcPr>
                </a:tc>
                <a:tc>
                  <a:txBody>
                    <a:bodyPr/>
                    <a:lstStyle/>
                    <a:p>
                      <a:pPr marL="0" lvl="0" indent="0" algn="l">
                        <a:lnSpc>
                          <a:spcPct val="100000"/>
                        </a:lnSpc>
                        <a:spcBef>
                          <a:spcPts val="0"/>
                        </a:spcBef>
                        <a:spcAft>
                          <a:spcPts val="0"/>
                        </a:spcAft>
                        <a:buNone/>
                      </a:pPr>
                      <a:r>
                        <a:rPr lang="en-AU" sz="600" b="1" u="none" strike="noStrike" cap="none">
                          <a:solidFill>
                            <a:srgbClr val="D9D9D9"/>
                          </a:solidFill>
                          <a:latin typeface="Roboto"/>
                          <a:ea typeface="Roboto"/>
                        </a:rPr>
                        <a:t>Risk Assessment</a:t>
                      </a:r>
                    </a:p>
                  </a:txBody>
                  <a:tcPr marL="91425" marR="91425" marT="91425" marB="91425">
                    <a:lnL w="19050">
                      <a:solidFill>
                        <a:srgbClr val="666666"/>
                      </a:solidFill>
                    </a:lnL>
                    <a:lnR w="19050">
                      <a:solidFill>
                        <a:srgbClr val="666666"/>
                      </a:solidFill>
                    </a:lnR>
                    <a:lnT w="19050">
                      <a:solidFill>
                        <a:srgbClr val="666666"/>
                      </a:solidFill>
                    </a:lnT>
                    <a:lnB w="19050">
                      <a:solidFill>
                        <a:srgbClr val="666666"/>
                      </a:solidFill>
                    </a:lnB>
                    <a:solidFill>
                      <a:srgbClr val="434343"/>
                    </a:solidFill>
                  </a:tcPr>
                </a:tc>
                <a:tc gridSpan="3">
                  <a:txBody>
                    <a:bodyPr/>
                    <a:lstStyle/>
                    <a:p>
                      <a:pPr marL="0" lvl="0" indent="0" algn="l">
                        <a:lnSpc>
                          <a:spcPct val="100000"/>
                        </a:lnSpc>
                        <a:spcBef>
                          <a:spcPts val="0"/>
                        </a:spcBef>
                        <a:spcAft>
                          <a:spcPts val="0"/>
                        </a:spcAft>
                        <a:buNone/>
                      </a:pPr>
                      <a:r>
                        <a:rPr lang="en-AU" sz="600" b="1" u="none" strike="noStrike" cap="none">
                          <a:solidFill>
                            <a:srgbClr val="D9D9D9"/>
                          </a:solidFill>
                          <a:latin typeface="Roboto"/>
                          <a:ea typeface="Roboto"/>
                        </a:rPr>
                        <a:t>Control measures</a:t>
                      </a:r>
                    </a:p>
                  </a:txBody>
                  <a:tcPr marL="91425" marR="91425" marT="91425" marB="91425">
                    <a:lnL w="19050">
                      <a:solidFill>
                        <a:srgbClr val="666666"/>
                      </a:solidFill>
                    </a:lnL>
                    <a:lnR w="19050">
                      <a:solidFill>
                        <a:srgbClr val="666666"/>
                      </a:solidFill>
                    </a:lnR>
                    <a:lnT w="19050">
                      <a:solidFill>
                        <a:srgbClr val="666666"/>
                      </a:solidFill>
                    </a:lnT>
                    <a:lnB w="19050">
                      <a:solidFill>
                        <a:srgbClr val="666666"/>
                      </a:solidFill>
                    </a:lnB>
                    <a:solidFill>
                      <a:srgbClr val="434343"/>
                    </a:solidFill>
                  </a:tcPr>
                </a:tc>
                <a:tc hMerge="1">
                  <a:txBody>
                    <a:bodyPr/>
                    <a:lstStyle/>
                    <a:p>
                      <a:endParaRPr lang="en-US"/>
                    </a:p>
                  </a:txBody>
                  <a:tcPr marL="91425" marR="91425" marT="91425" marB="91425">
                    <a:lnL w="19050">
                      <a:solidFill>
                        <a:srgbClr val="666666"/>
                      </a:solidFill>
                    </a:lnL>
                    <a:lnR w="19050">
                      <a:solidFill>
                        <a:srgbClr val="666666"/>
                      </a:solidFill>
                    </a:lnR>
                    <a:lnT w="19050">
                      <a:solidFill>
                        <a:srgbClr val="666666"/>
                      </a:solidFill>
                    </a:lnT>
                    <a:lnB w="19050">
                      <a:solidFill>
                        <a:srgbClr val="666666"/>
                      </a:solidFill>
                    </a:lnB>
                    <a:solidFill>
                      <a:srgbClr val="434343"/>
                    </a:solidFill>
                  </a:tcPr>
                </a:tc>
                <a:tc hMerge="1">
                  <a:txBody>
                    <a:bodyPr/>
                    <a:lstStyle/>
                    <a:p>
                      <a:endParaRPr lang="en-US"/>
                    </a:p>
                  </a:txBody>
                  <a:tcPr marL="91425" marR="91425" marT="91425" marB="91425">
                    <a:lnL w="19050">
                      <a:solidFill>
                        <a:srgbClr val="666666"/>
                      </a:solidFill>
                    </a:lnL>
                    <a:lnR w="19050">
                      <a:solidFill>
                        <a:srgbClr val="666666"/>
                      </a:solidFill>
                    </a:lnR>
                    <a:lnT w="19050">
                      <a:solidFill>
                        <a:srgbClr val="666666"/>
                      </a:solidFill>
                    </a:lnT>
                    <a:lnB w="19050">
                      <a:solidFill>
                        <a:srgbClr val="666666"/>
                      </a:solidFill>
                    </a:lnB>
                    <a:solidFill>
                      <a:srgbClr val="434343"/>
                    </a:solidFill>
                  </a:tcPr>
                </a:tc>
                <a:tc>
                  <a:txBody>
                    <a:bodyPr/>
                    <a:lstStyle/>
                    <a:p>
                      <a:pPr marL="0" lvl="0" indent="0" algn="l">
                        <a:lnSpc>
                          <a:spcPct val="100000"/>
                        </a:lnSpc>
                        <a:spcBef>
                          <a:spcPts val="0"/>
                        </a:spcBef>
                        <a:spcAft>
                          <a:spcPts val="0"/>
                        </a:spcAft>
                        <a:buNone/>
                      </a:pPr>
                      <a:r>
                        <a:rPr lang="en-AU" sz="600" b="1" u="none" strike="noStrike" cap="none">
                          <a:solidFill>
                            <a:srgbClr val="D9D9D9"/>
                          </a:solidFill>
                          <a:latin typeface="Roboto"/>
                          <a:ea typeface="Roboto"/>
                        </a:rPr>
                        <a:t>Evaluation</a:t>
                      </a:r>
                    </a:p>
                  </a:txBody>
                  <a:tcPr marL="91425" marR="91425" marT="91425" marB="91425">
                    <a:lnL w="19050" cap="flat" cmpd="sng" algn="ctr">
                      <a:solidFill>
                        <a:srgbClr val="666666"/>
                      </a:solidFill>
                      <a:prstDash val="solid"/>
                      <a:round/>
                      <a:headEnd type="none" w="med" len="med"/>
                      <a:tailEnd type="none" w="med" len="med"/>
                    </a:lnL>
                    <a:lnR w="19050">
                      <a:solidFill>
                        <a:srgbClr val="666666"/>
                      </a:solidFill>
                    </a:lnR>
                    <a:lnT w="19050">
                      <a:solidFill>
                        <a:srgbClr val="666666"/>
                      </a:solidFill>
                    </a:lnT>
                    <a:lnB w="19050" cap="flat" cmpd="sng" algn="ctr">
                      <a:solidFill>
                        <a:srgbClr val="666666"/>
                      </a:solidFill>
                      <a:prstDash val="solid"/>
                      <a:round/>
                      <a:headEnd type="none" w="med" len="med"/>
                      <a:tailEnd type="none" w="med" len="med"/>
                    </a:lnB>
                    <a:solidFill>
                      <a:srgbClr val="434343"/>
                    </a:solidFill>
                  </a:tcPr>
                </a:tc>
                <a:extLst>
                  <a:ext uri="{0D108BD9-81ED-4DB2-BD59-A6C34878D82A}">
                    <a16:rowId xmlns:a16="http://schemas.microsoft.com/office/drawing/2014/main" val="90299296"/>
                  </a:ext>
                </a:extLst>
              </a:tr>
              <a:tr h="449035">
                <a:tc>
                  <a:txBody>
                    <a:bodyPr/>
                    <a:lstStyle/>
                    <a:p>
                      <a:pPr marL="0" marR="0" lvl="0" indent="0" algn="l" rtl="0">
                        <a:lnSpc>
                          <a:spcPct val="100000"/>
                        </a:lnSpc>
                        <a:spcBef>
                          <a:spcPts val="0"/>
                        </a:spcBef>
                        <a:spcAft>
                          <a:spcPts val="0"/>
                        </a:spcAft>
                        <a:buClr>
                          <a:srgbClr val="D9D9D9"/>
                        </a:buClr>
                        <a:buSzPts val="1000"/>
                        <a:buFont typeface="Roboto"/>
                        <a:buNone/>
                      </a:pPr>
                      <a:r>
                        <a:rPr lang="en-AU" sz="600" b="1" u="none" strike="noStrike" cap="none">
                          <a:solidFill>
                            <a:schemeClr val="bg1">
                              <a:lumMod val="85000"/>
                            </a:schemeClr>
                          </a:solidFill>
                          <a:latin typeface="Roboto"/>
                          <a:ea typeface="Roboto"/>
                        </a:rPr>
                        <a:t>Hazard</a:t>
                      </a: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lgn="ctr">
                      <a:solidFill>
                        <a:srgbClr val="666666"/>
                      </a:solidFill>
                      <a:prstDash val="solid"/>
                      <a:round/>
                      <a:headEnd type="none" w="med" len="med"/>
                      <a:tailEnd type="none" w="med" len="med"/>
                    </a:lnT>
                    <a:lnB w="19050" cap="flat" cmpd="sng">
                      <a:solidFill>
                        <a:srgbClr val="666666"/>
                      </a:solidFill>
                      <a:prstDash val="solid"/>
                      <a:round/>
                      <a:headEnd type="none" w="sm" len="sm"/>
                      <a:tailEnd type="none" w="sm" len="sm"/>
                    </a:lnB>
                    <a:solidFill>
                      <a:srgbClr val="434343"/>
                    </a:solidFill>
                  </a:tcPr>
                </a:tc>
                <a:tc>
                  <a:txBody>
                    <a:bodyPr/>
                    <a:lstStyle/>
                    <a:p>
                      <a:pPr marL="0" marR="0" lvl="0" indent="0" algn="l" rtl="0">
                        <a:lnSpc>
                          <a:spcPct val="100000"/>
                        </a:lnSpc>
                        <a:spcBef>
                          <a:spcPts val="0"/>
                        </a:spcBef>
                        <a:spcAft>
                          <a:spcPts val="0"/>
                        </a:spcAft>
                        <a:buClr>
                          <a:srgbClr val="D9D9D9"/>
                        </a:buClr>
                        <a:buSzPts val="1000"/>
                        <a:buFont typeface="Roboto"/>
                        <a:buNone/>
                      </a:pPr>
                      <a:r>
                        <a:rPr lang="en-AU" sz="600" b="1" u="none" strike="noStrike" cap="none">
                          <a:solidFill>
                            <a:srgbClr val="D9D9D9"/>
                          </a:solidFill>
                          <a:latin typeface="Roboto"/>
                          <a:ea typeface="Roboto"/>
                        </a:rPr>
                        <a:t>Actively associated with the hazard</a:t>
                      </a:r>
                      <a:endParaRPr sz="600">
                        <a:latin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lgn="ctr">
                      <a:solidFill>
                        <a:srgbClr val="666666"/>
                      </a:solidFill>
                      <a:prstDash val="solid"/>
                      <a:round/>
                      <a:headEnd type="none" w="med" len="med"/>
                      <a:tailEnd type="none" w="med" len="med"/>
                    </a:lnT>
                    <a:lnB w="19050" cap="flat" cmpd="sng">
                      <a:solidFill>
                        <a:srgbClr val="666666"/>
                      </a:solidFill>
                      <a:prstDash val="solid"/>
                      <a:round/>
                      <a:headEnd type="none" w="sm" len="sm"/>
                      <a:tailEnd type="none" w="sm" len="sm"/>
                    </a:lnB>
                    <a:solidFill>
                      <a:srgbClr val="434343"/>
                    </a:solidFill>
                  </a:tcPr>
                </a:tc>
                <a:tc>
                  <a:txBody>
                    <a:bodyPr/>
                    <a:lstStyle/>
                    <a:p>
                      <a:pPr marL="0" marR="0" lvl="0" indent="0" algn="l" rtl="0">
                        <a:lnSpc>
                          <a:spcPct val="100000"/>
                        </a:lnSpc>
                        <a:spcBef>
                          <a:spcPts val="0"/>
                        </a:spcBef>
                        <a:spcAft>
                          <a:spcPts val="0"/>
                        </a:spcAft>
                        <a:buClr>
                          <a:srgbClr val="D9D9D9"/>
                        </a:buClr>
                        <a:buSzPts val="1000"/>
                        <a:buFont typeface="Roboto"/>
                        <a:buNone/>
                      </a:pPr>
                      <a:r>
                        <a:rPr lang="en-AU" sz="600" b="1" u="none" strike="noStrike" cap="none">
                          <a:solidFill>
                            <a:srgbClr val="D9D9D9"/>
                          </a:solidFill>
                          <a:latin typeface="Roboto"/>
                          <a:ea typeface="Roboto"/>
                        </a:rPr>
                        <a:t>Risk level</a:t>
                      </a:r>
                      <a:br>
                        <a:rPr lang="en-AU" sz="600" b="1" u="none" strike="noStrike" cap="none" dirty="0">
                          <a:solidFill>
                            <a:srgbClr val="D9D9D9"/>
                          </a:solidFill>
                          <a:latin typeface="Roboto"/>
                          <a:ea typeface="Roboto"/>
                        </a:rPr>
                      </a:br>
                      <a:r>
                        <a:rPr lang="en-AU" sz="600" b="1" u="none" strike="noStrike" cap="none">
                          <a:solidFill>
                            <a:schemeClr val="tx1">
                              <a:lumMod val="50000"/>
                              <a:lumOff val="50000"/>
                            </a:schemeClr>
                          </a:solidFill>
                          <a:latin typeface="Roboto"/>
                          <a:ea typeface="Roboto"/>
                        </a:rPr>
                        <a:t>Identified in the </a:t>
                      </a:r>
                      <a:r>
                        <a:rPr lang="en-AU" sz="600" b="1" u="none" strike="noStrike" cap="none" dirty="0">
                          <a:solidFill>
                            <a:schemeClr val="tx1">
                              <a:lumMod val="50000"/>
                              <a:lumOff val="50000"/>
                            </a:schemeClr>
                          </a:solidFill>
                          <a:latin typeface="Roboto"/>
                          <a:ea typeface="Roboto"/>
                        </a:rPr>
                        <a:t>previous table</a:t>
                      </a:r>
                      <a:endParaRPr lang="en-US" sz="600" dirty="0">
                        <a:solidFill>
                          <a:schemeClr val="tx1">
                            <a:lumMod val="50000"/>
                            <a:lumOff val="50000"/>
                          </a:schemeClr>
                        </a:solidFill>
                        <a:latin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lgn="ctr">
                      <a:solidFill>
                        <a:srgbClr val="666666"/>
                      </a:solidFill>
                      <a:prstDash val="solid"/>
                      <a:round/>
                      <a:headEnd type="none" w="med" len="med"/>
                      <a:tailEnd type="none" w="med" len="med"/>
                    </a:lnT>
                    <a:lnB w="19050" cap="flat" cmpd="sng">
                      <a:solidFill>
                        <a:srgbClr val="666666"/>
                      </a:solidFill>
                      <a:prstDash val="solid"/>
                      <a:round/>
                      <a:headEnd type="none" w="sm" len="sm"/>
                      <a:tailEnd type="none" w="sm" len="sm"/>
                    </a:lnB>
                    <a:solidFill>
                      <a:srgbClr val="434343"/>
                    </a:solidFill>
                  </a:tcPr>
                </a:tc>
                <a:tc>
                  <a:txBody>
                    <a:bodyPr/>
                    <a:lstStyle/>
                    <a:p>
                      <a:pPr marL="0" lvl="0" indent="0" algn="l">
                        <a:lnSpc>
                          <a:spcPct val="100000"/>
                        </a:lnSpc>
                        <a:spcBef>
                          <a:spcPts val="0"/>
                        </a:spcBef>
                        <a:spcAft>
                          <a:spcPts val="0"/>
                        </a:spcAft>
                        <a:buNone/>
                      </a:pPr>
                      <a:r>
                        <a:rPr lang="en-AU" sz="600" b="1" u="none" strike="noStrike" cap="none" dirty="0">
                          <a:solidFill>
                            <a:srgbClr val="D9D9D9"/>
                          </a:solidFill>
                          <a:latin typeface="Roboto"/>
                          <a:ea typeface="Roboto"/>
                        </a:rPr>
                        <a:t>Suggested control measures</a:t>
                      </a:r>
                      <a:br>
                        <a:rPr lang="en-AU" sz="600" b="1" u="none" strike="noStrike" cap="none" dirty="0">
                          <a:solidFill>
                            <a:srgbClr val="D9D9D9"/>
                          </a:solidFill>
                          <a:latin typeface="Roboto"/>
                          <a:ea typeface="Roboto"/>
                        </a:rPr>
                      </a:br>
                      <a:r>
                        <a:rPr lang="en-AU" sz="600" b="1" u="none" strike="noStrike" cap="none" dirty="0">
                          <a:solidFill>
                            <a:schemeClr val="tx1">
                              <a:lumMod val="50000"/>
                              <a:lumOff val="50000"/>
                            </a:schemeClr>
                          </a:solidFill>
                          <a:latin typeface="Roboto"/>
                          <a:ea typeface="Roboto"/>
                        </a:rPr>
                        <a:t>List </a:t>
                      </a:r>
                      <a:r>
                        <a:rPr lang="en-AU" sz="600" b="1" i="0" u="none" strike="noStrike" cap="none">
                          <a:solidFill>
                            <a:schemeClr val="tx1">
                              <a:lumMod val="50000"/>
                              <a:lumOff val="50000"/>
                            </a:schemeClr>
                          </a:solidFill>
                          <a:latin typeface="Roboto"/>
                          <a:ea typeface="Roboto"/>
                          <a:cs typeface="+mn-cs"/>
                          <a:sym typeface="Arial"/>
                        </a:rPr>
                        <a:t>the</a:t>
                      </a:r>
                      <a:r>
                        <a:rPr lang="en-AU" sz="600" b="1" i="0" u="none" strike="noStrike" cap="none">
                          <a:solidFill>
                            <a:schemeClr val="tx1">
                              <a:lumMod val="50000"/>
                              <a:lumOff val="50000"/>
                            </a:schemeClr>
                          </a:solidFill>
                          <a:latin typeface="Roboto"/>
                          <a:ea typeface="Roboto"/>
                          <a:cs typeface="+mn-cs"/>
                        </a:rPr>
                        <a:t> proposed </a:t>
                      </a:r>
                      <a:r>
                        <a:rPr lang="en-AU" sz="600" b="1" i="0" u="none" strike="noStrike" cap="none" noProof="0">
                          <a:solidFill>
                            <a:schemeClr val="tx1">
                              <a:lumMod val="50000"/>
                              <a:lumOff val="50000"/>
                            </a:schemeClr>
                          </a:solidFill>
                          <a:latin typeface="Roboto"/>
                          <a:ea typeface="Roboto"/>
                          <a:cs typeface="+mn-cs"/>
                        </a:rPr>
                        <a:t>control</a:t>
                      </a:r>
                      <a:r>
                        <a:rPr lang="en-AU" sz="600" b="1" i="0" u="none" strike="noStrike" cap="none" noProof="0">
                          <a:solidFill>
                            <a:schemeClr val="tx1">
                              <a:lumMod val="50000"/>
                              <a:lumOff val="50000"/>
                            </a:schemeClr>
                          </a:solidFill>
                          <a:latin typeface="Roboto"/>
                          <a:ea typeface="Roboto"/>
                          <a:cs typeface="+mn-cs"/>
                          <a:sym typeface="Arial"/>
                        </a:rPr>
                        <a:t> measure and its associated category</a:t>
                      </a:r>
                      <a:r>
                        <a:rPr lang="en-AU" sz="600" b="1" i="0" u="none" strike="noStrike" cap="none" noProof="0">
                          <a:solidFill>
                            <a:schemeClr val="tx1">
                              <a:lumMod val="50000"/>
                              <a:lumOff val="50000"/>
                            </a:schemeClr>
                          </a:solidFill>
                          <a:latin typeface="Roboto"/>
                          <a:ea typeface="Roboto"/>
                          <a:cs typeface="+mn-cs"/>
                        </a:rPr>
                        <a:t> (elimination</a:t>
                      </a:r>
                      <a:r>
                        <a:rPr lang="en-AU" sz="600" b="1" i="0" u="none" strike="noStrike" cap="none" noProof="0">
                          <a:solidFill>
                            <a:schemeClr val="tx1">
                              <a:lumMod val="50000"/>
                              <a:lumOff val="50000"/>
                            </a:schemeClr>
                          </a:solidFill>
                          <a:latin typeface="Roboto"/>
                          <a:ea typeface="Roboto"/>
                          <a:cs typeface="+mn-cs"/>
                          <a:sym typeface="Arial"/>
                        </a:rPr>
                        <a:t>, substitution etc</a:t>
                      </a:r>
                      <a:r>
                        <a:rPr lang="en-AU" sz="600" b="1" i="0" u="none" strike="noStrike" cap="none" dirty="0">
                          <a:solidFill>
                            <a:schemeClr val="tx1">
                              <a:lumMod val="50000"/>
                              <a:lumOff val="50000"/>
                            </a:schemeClr>
                          </a:solidFill>
                          <a:latin typeface="Roboto"/>
                          <a:ea typeface="Roboto"/>
                          <a:cs typeface="+mn-cs"/>
                        </a:rPr>
                        <a:t>)</a:t>
                      </a:r>
                      <a:endParaRPr lang="en-AU" sz="600" b="1" i="0" u="none" strike="noStrike" cap="none" noProof="0" dirty="0">
                        <a:solidFill>
                          <a:schemeClr val="tx1">
                            <a:lumMod val="50000"/>
                            <a:lumOff val="50000"/>
                          </a:schemeClr>
                        </a:solidFill>
                        <a:latin typeface="Roboto"/>
                        <a:ea typeface="Roboto"/>
                        <a:cs typeface="+mn-cs"/>
                        <a:sym typeface="Arial"/>
                      </a:endParaRPr>
                    </a:p>
                  </a:txBody>
                  <a:tcPr marL="91425" marR="91425" marT="91425" marB="91425">
                    <a:lnL w="19050" cap="flat" cmpd="sng" algn="ctr">
                      <a:solidFill>
                        <a:srgbClr val="666666"/>
                      </a:solidFill>
                      <a:prstDash val="solid"/>
                      <a:round/>
                      <a:headEnd type="none" w="sm" len="sm"/>
                      <a:tailEnd type="none" w="sm" len="sm"/>
                    </a:lnL>
                    <a:lnR w="19050">
                      <a:solidFill>
                        <a:srgbClr val="666666"/>
                      </a:solidFill>
                    </a:lnR>
                    <a:lnT w="19050">
                      <a:solidFill>
                        <a:srgbClr val="666666"/>
                      </a:solidFill>
                    </a:lnT>
                    <a:lnB w="19050">
                      <a:solidFill>
                        <a:srgbClr val="666666"/>
                      </a:solidFill>
                    </a:lnB>
                    <a:solidFill>
                      <a:srgbClr val="434343"/>
                    </a:solidFill>
                  </a:tcPr>
                </a:tc>
                <a:tc>
                  <a:txBody>
                    <a:bodyPr/>
                    <a:lstStyle/>
                    <a:p>
                      <a:pPr marL="0" lvl="0" indent="0" algn="l">
                        <a:lnSpc>
                          <a:spcPct val="100000"/>
                        </a:lnSpc>
                        <a:spcBef>
                          <a:spcPts val="0"/>
                        </a:spcBef>
                        <a:spcAft>
                          <a:spcPts val="0"/>
                        </a:spcAft>
                        <a:buNone/>
                      </a:pPr>
                      <a:r>
                        <a:rPr lang="en-AU" sz="600" b="1" u="none" strike="noStrike" cap="none">
                          <a:solidFill>
                            <a:srgbClr val="D9D9D9"/>
                          </a:solidFill>
                          <a:latin typeface="Roboto"/>
                          <a:ea typeface="Roboto"/>
                        </a:rPr>
                        <a:t>Who is responsible for implementing the control measures?</a:t>
                      </a:r>
                    </a:p>
                  </a:txBody>
                  <a:tcPr marL="91425" marR="91425" marT="91425" marB="91425">
                    <a:lnL w="19050">
                      <a:solidFill>
                        <a:srgbClr val="666666"/>
                      </a:solidFill>
                    </a:lnL>
                    <a:lnR w="19050">
                      <a:solidFill>
                        <a:srgbClr val="666666"/>
                      </a:solidFill>
                    </a:lnR>
                    <a:lnT w="19050">
                      <a:solidFill>
                        <a:srgbClr val="666666"/>
                      </a:solidFill>
                    </a:lnT>
                    <a:lnB w="19050">
                      <a:solidFill>
                        <a:srgbClr val="666666"/>
                      </a:solidFill>
                    </a:lnB>
                    <a:solidFill>
                      <a:srgbClr val="434343"/>
                    </a:solidFill>
                  </a:tcPr>
                </a:tc>
                <a:tc>
                  <a:txBody>
                    <a:bodyPr/>
                    <a:lstStyle/>
                    <a:p>
                      <a:pPr marL="0" lvl="0" indent="0" algn="l">
                        <a:lnSpc>
                          <a:spcPct val="100000"/>
                        </a:lnSpc>
                        <a:spcBef>
                          <a:spcPts val="0"/>
                        </a:spcBef>
                        <a:spcAft>
                          <a:spcPts val="0"/>
                        </a:spcAft>
                        <a:buNone/>
                      </a:pPr>
                      <a:r>
                        <a:rPr lang="en-AU" sz="600" b="1" u="none" strike="noStrike" cap="none">
                          <a:solidFill>
                            <a:srgbClr val="D9D9D9"/>
                          </a:solidFill>
                          <a:latin typeface="Roboto"/>
                          <a:ea typeface="Roboto"/>
                        </a:rPr>
                        <a:t>When do they need to be implemented by?</a:t>
                      </a:r>
                    </a:p>
                  </a:txBody>
                  <a:tcPr marL="91425" marR="91425" marT="91425" marB="91425">
                    <a:lnL w="19050">
                      <a:solidFill>
                        <a:srgbClr val="666666"/>
                      </a:solidFill>
                    </a:lnL>
                    <a:lnR w="19050">
                      <a:solidFill>
                        <a:srgbClr val="666666"/>
                      </a:solidFill>
                    </a:lnR>
                    <a:lnT w="19050">
                      <a:solidFill>
                        <a:srgbClr val="666666"/>
                      </a:solidFill>
                    </a:lnT>
                    <a:lnB w="19050">
                      <a:solidFill>
                        <a:srgbClr val="666666"/>
                      </a:solidFill>
                    </a:lnB>
                    <a:solidFill>
                      <a:srgbClr val="434343"/>
                    </a:solidFill>
                  </a:tcPr>
                </a:tc>
                <a:tc>
                  <a:txBody>
                    <a:bodyPr/>
                    <a:lstStyle/>
                    <a:p>
                      <a:pPr marL="0" lvl="0" indent="0" algn="l">
                        <a:lnSpc>
                          <a:spcPct val="100000"/>
                        </a:lnSpc>
                        <a:spcBef>
                          <a:spcPts val="0"/>
                        </a:spcBef>
                        <a:spcAft>
                          <a:spcPts val="0"/>
                        </a:spcAft>
                        <a:buNone/>
                      </a:pPr>
                      <a:r>
                        <a:rPr lang="en-AU" sz="600" b="1" u="none" strike="noStrike" cap="none" dirty="0">
                          <a:solidFill>
                            <a:srgbClr val="D9D9D9"/>
                          </a:solidFill>
                          <a:latin typeface="Roboto"/>
                          <a:ea typeface="Roboto"/>
                        </a:rPr>
                        <a:t>Revised Risk Level </a:t>
                      </a:r>
                      <a:r>
                        <a:rPr lang="en-AU" sz="600" b="1" u="none" strike="noStrike" cap="none">
                          <a:solidFill>
                            <a:schemeClr val="tx1">
                              <a:lumMod val="50000"/>
                              <a:lumOff val="50000"/>
                            </a:schemeClr>
                          </a:solidFill>
                          <a:latin typeface="Roboto"/>
                          <a:ea typeface="Roboto"/>
                        </a:rPr>
                        <a:t>With the control measures in place</a:t>
                      </a:r>
                    </a:p>
                  </a:txBody>
                  <a:tcPr marL="91425" marR="91425" marT="91425" marB="91425">
                    <a:lnL w="19050">
                      <a:solidFill>
                        <a:srgbClr val="666666"/>
                      </a:solidFill>
                    </a:lnL>
                    <a:lnR w="19050">
                      <a:solidFill>
                        <a:srgbClr val="666666"/>
                      </a:solidFill>
                    </a:lnR>
                    <a:lnT w="19050" cap="flat" cmpd="sng" algn="ctr">
                      <a:solidFill>
                        <a:srgbClr val="666666"/>
                      </a:solidFill>
                      <a:prstDash val="solid"/>
                      <a:round/>
                      <a:headEnd type="none" w="med" len="med"/>
                      <a:tailEnd type="none" w="med" len="med"/>
                    </a:lnT>
                    <a:lnB w="19050">
                      <a:solidFill>
                        <a:srgbClr val="666666"/>
                      </a:solidFill>
                    </a:lnB>
                    <a:solidFill>
                      <a:srgbClr val="434343"/>
                    </a:solidFill>
                  </a:tcPr>
                </a:tc>
                <a:extLst>
                  <a:ext uri="{0D108BD9-81ED-4DB2-BD59-A6C34878D82A}">
                    <a16:rowId xmlns:a16="http://schemas.microsoft.com/office/drawing/2014/main" val="10000"/>
                  </a:ext>
                </a:extLst>
              </a:tr>
              <a:tr h="537482">
                <a:tc>
                  <a:txBody>
                    <a:bodyPr/>
                    <a:lstStyle/>
                    <a:p>
                      <a:pPr marL="0" marR="0" lvl="0" indent="0" algn="l">
                        <a:lnSpc>
                          <a:spcPct val="100000"/>
                        </a:lnSpc>
                        <a:spcBef>
                          <a:spcPts val="0"/>
                        </a:spcBef>
                        <a:spcAft>
                          <a:spcPts val="0"/>
                        </a:spcAft>
                        <a:buNone/>
                      </a:pPr>
                      <a:r>
                        <a:rPr lang="en-AU" sz="600" b="0" i="0" u="none" strike="noStrike" cap="none" noProof="0">
                          <a:solidFill>
                            <a:srgbClr val="92D050"/>
                          </a:solidFill>
                          <a:latin typeface="Roboto"/>
                        </a:rPr>
                        <a:t>Answer here</a:t>
                      </a:r>
                      <a:endParaRPr lang="en-AU" sz="600" b="0" i="0" u="none" strike="noStrike" cap="none" noProof="0">
                        <a:solidFill>
                          <a:srgbClr val="92D050"/>
                        </a:solidFill>
                        <a:latin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a:lnSpc>
                          <a:spcPct val="100000"/>
                        </a:lnSpc>
                        <a:spcBef>
                          <a:spcPts val="0"/>
                        </a:spcBef>
                        <a:spcAft>
                          <a:spcPts val="0"/>
                        </a:spcAft>
                        <a:buNone/>
                      </a:pPr>
                      <a:r>
                        <a:rPr lang="en-AU" sz="600" b="0" i="0" u="none" strike="noStrike" cap="none" noProof="0">
                          <a:solidFill>
                            <a:srgbClr val="92D050"/>
                          </a:solidFill>
                          <a:latin typeface="Roboto"/>
                        </a:rPr>
                        <a:t>Answer here</a:t>
                      </a:r>
                      <a:endParaRPr lang="en-US" sz="600">
                        <a:latin typeface="Roboto"/>
                        <a:sym typeface="Roboto"/>
                      </a:endParaRP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a:lnSpc>
                          <a:spcPct val="100000"/>
                        </a:lnSpc>
                        <a:spcBef>
                          <a:spcPts val="0"/>
                        </a:spcBef>
                        <a:spcAft>
                          <a:spcPts val="0"/>
                        </a:spcAft>
                        <a:buNone/>
                      </a:pPr>
                      <a:r>
                        <a:rPr lang="en-AU" sz="600" b="0" i="0" u="none" strike="noStrike" cap="none" noProof="0">
                          <a:solidFill>
                            <a:srgbClr val="92D050"/>
                          </a:solidFill>
                          <a:latin typeface="Roboto"/>
                        </a:rPr>
                        <a:t>Answer here</a:t>
                      </a:r>
                      <a:endParaRPr lang="en-US" sz="600">
                        <a:latin typeface="Roboto"/>
                        <a:sym typeface="Roboto"/>
                      </a:endParaRP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lvl="0" indent="0" algn="l">
                        <a:lnSpc>
                          <a:spcPct val="100000"/>
                        </a:lnSpc>
                        <a:spcBef>
                          <a:spcPts val="0"/>
                        </a:spcBef>
                        <a:spcAft>
                          <a:spcPts val="0"/>
                        </a:spcAft>
                        <a:buNone/>
                      </a:pPr>
                      <a:r>
                        <a:rPr lang="en-AU" sz="600" b="0" i="0" u="none" strike="noStrike" cap="none" noProof="0">
                          <a:solidFill>
                            <a:srgbClr val="92D050"/>
                          </a:solidFill>
                          <a:latin typeface="Roboto"/>
                        </a:rPr>
                        <a:t>Answer here</a:t>
                      </a:r>
                    </a:p>
                  </a:txBody>
                  <a:tcPr marL="91425" marR="91425" marT="91425" marB="91425">
                    <a:lnL w="19050" cap="flat" cmpd="sng" algn="ctr">
                      <a:solidFill>
                        <a:srgbClr val="666666"/>
                      </a:solidFill>
                      <a:prstDash val="solid"/>
                      <a:round/>
                      <a:headEnd type="none" w="sm" len="sm"/>
                      <a:tailEnd type="none" w="sm" len="sm"/>
                    </a:lnL>
                    <a:lnR w="19050">
                      <a:solidFill>
                        <a:srgbClr val="666666"/>
                      </a:solidFill>
                    </a:lnR>
                    <a:lnT w="19050">
                      <a:solidFill>
                        <a:srgbClr val="666666"/>
                      </a:solidFill>
                    </a:lnT>
                    <a:lnB w="19050">
                      <a:solidFill>
                        <a:srgbClr val="666666"/>
                      </a:solidFill>
                    </a:lnB>
                  </a:tcPr>
                </a:tc>
                <a:tc>
                  <a:txBody>
                    <a:bodyPr/>
                    <a:lstStyle/>
                    <a:p>
                      <a:pPr marL="0" lvl="0" indent="0" algn="l">
                        <a:lnSpc>
                          <a:spcPct val="100000"/>
                        </a:lnSpc>
                        <a:spcBef>
                          <a:spcPts val="0"/>
                        </a:spcBef>
                        <a:spcAft>
                          <a:spcPts val="0"/>
                        </a:spcAft>
                        <a:buNone/>
                      </a:pPr>
                      <a:r>
                        <a:rPr lang="en-AU" sz="600" b="0" i="0" u="none" strike="noStrike" cap="none" noProof="0">
                          <a:solidFill>
                            <a:srgbClr val="92D050"/>
                          </a:solidFill>
                          <a:latin typeface="Roboto"/>
                        </a:rPr>
                        <a:t>Answer here</a:t>
                      </a:r>
                      <a:endParaRPr lang="en-US">
                        <a:sym typeface="Roboto"/>
                      </a:endParaRPr>
                    </a:p>
                  </a:txBody>
                  <a:tcPr marL="91425" marR="91425" marT="91425" marB="91425">
                    <a:lnL w="19050">
                      <a:solidFill>
                        <a:srgbClr val="666666"/>
                      </a:solidFill>
                    </a:lnL>
                    <a:lnR w="19050">
                      <a:solidFill>
                        <a:srgbClr val="666666"/>
                      </a:solidFill>
                    </a:lnR>
                    <a:lnT w="19050">
                      <a:solidFill>
                        <a:srgbClr val="666666"/>
                      </a:solidFill>
                    </a:lnT>
                    <a:lnB w="19050">
                      <a:solidFill>
                        <a:srgbClr val="666666"/>
                      </a:solidFill>
                    </a:lnB>
                  </a:tcPr>
                </a:tc>
                <a:tc>
                  <a:txBody>
                    <a:bodyPr/>
                    <a:lstStyle/>
                    <a:p>
                      <a:pPr marL="0" lvl="0" indent="0" algn="l">
                        <a:lnSpc>
                          <a:spcPct val="100000"/>
                        </a:lnSpc>
                        <a:spcBef>
                          <a:spcPts val="0"/>
                        </a:spcBef>
                        <a:spcAft>
                          <a:spcPts val="0"/>
                        </a:spcAft>
                        <a:buNone/>
                      </a:pPr>
                      <a:r>
                        <a:rPr lang="en-AU" sz="600" b="0" i="0" u="none" strike="noStrike" cap="none" noProof="0">
                          <a:solidFill>
                            <a:srgbClr val="92D050"/>
                          </a:solidFill>
                          <a:latin typeface="Roboto"/>
                        </a:rPr>
                        <a:t>Answer here</a:t>
                      </a:r>
                      <a:endParaRPr lang="en-US">
                        <a:sym typeface="Roboto"/>
                      </a:endParaRPr>
                    </a:p>
                  </a:txBody>
                  <a:tcPr marL="91425" marR="91425" marT="91425" marB="91425">
                    <a:lnL w="19050">
                      <a:solidFill>
                        <a:srgbClr val="666666"/>
                      </a:solidFill>
                    </a:lnL>
                    <a:lnR w="19050">
                      <a:solidFill>
                        <a:srgbClr val="666666"/>
                      </a:solidFill>
                    </a:lnR>
                    <a:lnT w="19050">
                      <a:solidFill>
                        <a:srgbClr val="666666"/>
                      </a:solidFill>
                    </a:lnT>
                    <a:lnB w="19050">
                      <a:solidFill>
                        <a:srgbClr val="666666"/>
                      </a:solidFill>
                    </a:lnB>
                  </a:tcPr>
                </a:tc>
                <a:tc>
                  <a:txBody>
                    <a:bodyPr/>
                    <a:lstStyle/>
                    <a:p>
                      <a:pPr marL="0" lvl="0" indent="0" algn="l">
                        <a:lnSpc>
                          <a:spcPct val="100000"/>
                        </a:lnSpc>
                        <a:spcBef>
                          <a:spcPts val="0"/>
                        </a:spcBef>
                        <a:spcAft>
                          <a:spcPts val="0"/>
                        </a:spcAft>
                        <a:buNone/>
                      </a:pPr>
                      <a:r>
                        <a:rPr lang="en-AU" sz="600" b="0" i="0" u="none" strike="noStrike" cap="none" noProof="0">
                          <a:solidFill>
                            <a:srgbClr val="92D050"/>
                          </a:solidFill>
                          <a:latin typeface="Roboto"/>
                        </a:rPr>
                        <a:t>Answer here</a:t>
                      </a:r>
                      <a:endParaRPr lang="en-US">
                        <a:sym typeface="Roboto"/>
                      </a:endParaRPr>
                    </a:p>
                  </a:txBody>
                  <a:tcPr marL="91425" marR="91425" marT="91425" marB="91425">
                    <a:lnL w="19050">
                      <a:solidFill>
                        <a:srgbClr val="666666"/>
                      </a:solidFill>
                    </a:lnL>
                    <a:lnR w="19050">
                      <a:solidFill>
                        <a:srgbClr val="666666"/>
                      </a:solidFill>
                    </a:lnR>
                    <a:lnT w="19050">
                      <a:solidFill>
                        <a:srgbClr val="666666"/>
                      </a:solidFill>
                    </a:lnT>
                    <a:lnB w="19050">
                      <a:solidFill>
                        <a:srgbClr val="666666"/>
                      </a:solidFill>
                    </a:lnB>
                  </a:tcPr>
                </a:tc>
                <a:extLst>
                  <a:ext uri="{0D108BD9-81ED-4DB2-BD59-A6C34878D82A}">
                    <a16:rowId xmlns:a16="http://schemas.microsoft.com/office/drawing/2014/main" val="10001"/>
                  </a:ext>
                </a:extLst>
              </a:tr>
              <a:tr h="550333">
                <a:tc>
                  <a:txBody>
                    <a:bodyPr/>
                    <a:lstStyle/>
                    <a:p>
                      <a:pPr marL="0" marR="0" lvl="0" indent="0" algn="l">
                        <a:lnSpc>
                          <a:spcPct val="100000"/>
                        </a:lnSpc>
                        <a:spcBef>
                          <a:spcPts val="0"/>
                        </a:spcBef>
                        <a:spcAft>
                          <a:spcPts val="0"/>
                        </a:spcAft>
                        <a:buNone/>
                      </a:pPr>
                      <a:endParaRPr lang="en-AU" sz="600" b="0" i="0" u="none" strike="noStrike" noProof="0">
                        <a:solidFill>
                          <a:srgbClr val="92D050"/>
                        </a:solidFill>
                        <a:latin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lvl="0" indent="0" algn="l">
                        <a:lnSpc>
                          <a:spcPct val="100000"/>
                        </a:lnSpc>
                        <a:spcBef>
                          <a:spcPts val="0"/>
                        </a:spcBef>
                        <a:spcAft>
                          <a:spcPts val="0"/>
                        </a:spcAft>
                        <a:buNone/>
                      </a:pPr>
                      <a:endParaRPr lang="en-AU" sz="600" b="0" i="0" u="none" strike="noStrike" noProof="0">
                        <a:solidFill>
                          <a:srgbClr val="92D050"/>
                        </a:solidFill>
                        <a:latin typeface="Roboto"/>
                      </a:endParaRPr>
                    </a:p>
                  </a:txBody>
                  <a:tcPr marL="91425" marR="91425" marT="91425" marB="91425">
                    <a:lnL w="19050" cap="flat" cmpd="sng" algn="ctr">
                      <a:solidFill>
                        <a:srgbClr val="666666"/>
                      </a:solidFill>
                      <a:prstDash val="solid"/>
                      <a:round/>
                      <a:headEnd type="none" w="sm" len="sm"/>
                      <a:tailEnd type="none" w="sm" len="sm"/>
                    </a:lnL>
                    <a:lnR w="19050">
                      <a:solidFill>
                        <a:srgbClr val="666666"/>
                      </a:solidFill>
                    </a:lnR>
                    <a:lnT w="19050">
                      <a:solidFill>
                        <a:srgbClr val="666666"/>
                      </a:solidFill>
                    </a:lnT>
                    <a:lnB w="19050">
                      <a:solidFill>
                        <a:srgbClr val="666666"/>
                      </a:solidFill>
                    </a:lnB>
                  </a:tcPr>
                </a:tc>
                <a:tc>
                  <a:txBody>
                    <a:bodyPr/>
                    <a:lstStyle/>
                    <a:p>
                      <a:pPr marL="0" lvl="0" indent="0" algn="l">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a:solidFill>
                        <a:srgbClr val="666666"/>
                      </a:solidFill>
                    </a:lnL>
                    <a:lnR w="19050">
                      <a:solidFill>
                        <a:srgbClr val="666666"/>
                      </a:solidFill>
                    </a:lnR>
                    <a:lnT w="19050">
                      <a:solidFill>
                        <a:srgbClr val="666666"/>
                      </a:solidFill>
                    </a:lnT>
                    <a:lnB w="19050">
                      <a:solidFill>
                        <a:srgbClr val="666666"/>
                      </a:solidFill>
                    </a:lnB>
                  </a:tcPr>
                </a:tc>
                <a:tc>
                  <a:txBody>
                    <a:bodyPr/>
                    <a:lstStyle/>
                    <a:p>
                      <a:pPr marL="0" lvl="0" indent="0" algn="l">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a:solidFill>
                        <a:srgbClr val="666666"/>
                      </a:solidFill>
                    </a:lnL>
                    <a:lnR w="19050">
                      <a:solidFill>
                        <a:srgbClr val="666666"/>
                      </a:solidFill>
                    </a:lnR>
                    <a:lnT w="19050">
                      <a:solidFill>
                        <a:srgbClr val="666666"/>
                      </a:solidFill>
                    </a:lnT>
                    <a:lnB w="19050">
                      <a:solidFill>
                        <a:srgbClr val="666666"/>
                      </a:solidFill>
                    </a:lnB>
                  </a:tcPr>
                </a:tc>
                <a:tc>
                  <a:txBody>
                    <a:bodyPr/>
                    <a:lstStyle/>
                    <a:p>
                      <a:pPr marL="0" lvl="0" indent="0" algn="l">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a:solidFill>
                        <a:srgbClr val="666666"/>
                      </a:solidFill>
                    </a:lnL>
                    <a:lnR w="19050">
                      <a:solidFill>
                        <a:srgbClr val="666666"/>
                      </a:solidFill>
                    </a:lnR>
                    <a:lnT w="19050">
                      <a:solidFill>
                        <a:srgbClr val="666666"/>
                      </a:solidFill>
                    </a:lnT>
                    <a:lnB w="19050">
                      <a:solidFill>
                        <a:srgbClr val="666666"/>
                      </a:solidFill>
                    </a:lnB>
                  </a:tcPr>
                </a:tc>
                <a:extLst>
                  <a:ext uri="{0D108BD9-81ED-4DB2-BD59-A6C34878D82A}">
                    <a16:rowId xmlns:a16="http://schemas.microsoft.com/office/drawing/2014/main" val="10004"/>
                  </a:ext>
                </a:extLst>
              </a:tr>
              <a:tr h="537482">
                <a:tc>
                  <a:txBody>
                    <a:bodyPr/>
                    <a:lstStyle/>
                    <a:p>
                      <a:pPr marL="0" marR="0" lvl="0" indent="0" algn="l">
                        <a:lnSpc>
                          <a:spcPct val="100000"/>
                        </a:lnSpc>
                        <a:spcBef>
                          <a:spcPts val="0"/>
                        </a:spcBef>
                        <a:spcAft>
                          <a:spcPts val="0"/>
                        </a:spcAft>
                        <a:buNone/>
                      </a:pPr>
                      <a:endParaRPr lang="en-AU" sz="600" b="0" i="0" u="none" strike="noStrike" noProof="0">
                        <a:solidFill>
                          <a:srgbClr val="92D050"/>
                        </a:solidFill>
                        <a:latin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lvl="0" indent="0" algn="l">
                        <a:lnSpc>
                          <a:spcPct val="100000"/>
                        </a:lnSpc>
                        <a:spcBef>
                          <a:spcPts val="0"/>
                        </a:spcBef>
                        <a:spcAft>
                          <a:spcPts val="0"/>
                        </a:spcAft>
                        <a:buNone/>
                      </a:pPr>
                      <a:endParaRPr lang="en-AU" sz="600" b="0" i="0" u="none" strike="noStrike" noProof="0">
                        <a:solidFill>
                          <a:srgbClr val="92D050"/>
                        </a:solidFill>
                        <a:latin typeface="Roboto"/>
                      </a:endParaRPr>
                    </a:p>
                  </a:txBody>
                  <a:tcPr marL="91425" marR="91425" marT="91425" marB="91425">
                    <a:lnL w="19050" cap="flat" cmpd="sng" algn="ctr">
                      <a:solidFill>
                        <a:srgbClr val="666666"/>
                      </a:solidFill>
                      <a:prstDash val="solid"/>
                      <a:round/>
                      <a:headEnd type="none" w="sm" len="sm"/>
                      <a:tailEnd type="none" w="sm" len="sm"/>
                    </a:lnL>
                    <a:lnR w="19050">
                      <a:solidFill>
                        <a:srgbClr val="666666"/>
                      </a:solidFill>
                    </a:lnR>
                    <a:lnT w="19050">
                      <a:solidFill>
                        <a:srgbClr val="666666"/>
                      </a:solidFill>
                    </a:lnT>
                    <a:lnB w="19050">
                      <a:solidFill>
                        <a:srgbClr val="666666"/>
                      </a:solidFill>
                    </a:lnB>
                  </a:tcPr>
                </a:tc>
                <a:tc>
                  <a:txBody>
                    <a:bodyPr/>
                    <a:lstStyle/>
                    <a:p>
                      <a:pPr marL="0" lvl="0" indent="0" algn="l">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a:solidFill>
                        <a:srgbClr val="666666"/>
                      </a:solidFill>
                    </a:lnL>
                    <a:lnR w="19050">
                      <a:solidFill>
                        <a:srgbClr val="666666"/>
                      </a:solidFill>
                    </a:lnR>
                    <a:lnT w="19050">
                      <a:solidFill>
                        <a:srgbClr val="666666"/>
                      </a:solidFill>
                    </a:lnT>
                    <a:lnB w="19050">
                      <a:solidFill>
                        <a:srgbClr val="666666"/>
                      </a:solidFill>
                    </a:lnB>
                  </a:tcPr>
                </a:tc>
                <a:tc>
                  <a:txBody>
                    <a:bodyPr/>
                    <a:lstStyle/>
                    <a:p>
                      <a:pPr marL="0" lvl="0" indent="0" algn="l">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a:solidFill>
                        <a:srgbClr val="666666"/>
                      </a:solidFill>
                    </a:lnL>
                    <a:lnR w="19050">
                      <a:solidFill>
                        <a:srgbClr val="666666"/>
                      </a:solidFill>
                    </a:lnR>
                    <a:lnT w="19050">
                      <a:solidFill>
                        <a:srgbClr val="666666"/>
                      </a:solidFill>
                    </a:lnT>
                    <a:lnB w="19050">
                      <a:solidFill>
                        <a:srgbClr val="666666"/>
                      </a:solidFill>
                    </a:lnB>
                  </a:tcPr>
                </a:tc>
                <a:tc>
                  <a:txBody>
                    <a:bodyPr/>
                    <a:lstStyle/>
                    <a:p>
                      <a:pPr marL="0" lvl="0" indent="0" algn="l">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a:solidFill>
                        <a:srgbClr val="666666"/>
                      </a:solidFill>
                    </a:lnL>
                    <a:lnR w="19050">
                      <a:solidFill>
                        <a:srgbClr val="666666"/>
                      </a:solidFill>
                    </a:lnR>
                    <a:lnT w="19050">
                      <a:solidFill>
                        <a:srgbClr val="666666"/>
                      </a:solidFill>
                    </a:lnT>
                    <a:lnB w="19050">
                      <a:solidFill>
                        <a:srgbClr val="666666"/>
                      </a:solidFill>
                    </a:lnB>
                  </a:tcPr>
                </a:tc>
                <a:extLst>
                  <a:ext uri="{0D108BD9-81ED-4DB2-BD59-A6C34878D82A}">
                    <a16:rowId xmlns:a16="http://schemas.microsoft.com/office/drawing/2014/main" val="10005"/>
                  </a:ext>
                </a:extLst>
              </a:tr>
              <a:tr h="537482">
                <a:tc>
                  <a:txBody>
                    <a:bodyPr/>
                    <a:lstStyle/>
                    <a:p>
                      <a:pPr marL="0" lvl="0" indent="0" algn="l">
                        <a:spcBef>
                          <a:spcPts val="0"/>
                        </a:spcBef>
                        <a:spcAft>
                          <a:spcPts val="0"/>
                        </a:spcAft>
                        <a:buNone/>
                      </a:pPr>
                      <a:endParaRPr lang="en-AU" sz="600" b="0" i="0" u="none" strike="noStrike" noProof="0">
                        <a:solidFill>
                          <a:srgbClr val="92D050"/>
                        </a:solidFill>
                        <a:latin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lgn="ctr">
                      <a:solidFill>
                        <a:srgbClr val="666666"/>
                      </a:solidFill>
                      <a:prstDash val="solid"/>
                      <a:round/>
                      <a:headEnd type="none" w="sm" len="sm"/>
                      <a:tailEnd type="none" w="sm" len="sm"/>
                    </a:lnB>
                  </a:tcPr>
                </a:tc>
                <a:tc>
                  <a:txBody>
                    <a:bodyPr/>
                    <a:lstStyle/>
                    <a:p>
                      <a:pPr marL="0" marR="0" lvl="0" indent="0" algn="l">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lgn="ctr">
                      <a:solidFill>
                        <a:srgbClr val="666666"/>
                      </a:solidFill>
                      <a:prstDash val="solid"/>
                      <a:round/>
                      <a:headEnd type="none" w="sm" len="sm"/>
                      <a:tailEnd type="none" w="sm" len="sm"/>
                    </a:lnB>
                  </a:tcPr>
                </a:tc>
                <a:tc>
                  <a:txBody>
                    <a:bodyPr/>
                    <a:lstStyle/>
                    <a:p>
                      <a:pPr marL="0" marR="0" lvl="0" indent="0" algn="l">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lgn="ctr">
                      <a:solidFill>
                        <a:srgbClr val="666666"/>
                      </a:solidFill>
                      <a:prstDash val="solid"/>
                      <a:round/>
                      <a:headEnd type="none" w="sm" len="sm"/>
                      <a:tailEnd type="none" w="sm" len="sm"/>
                    </a:lnB>
                  </a:tcPr>
                </a:tc>
                <a:tc>
                  <a:txBody>
                    <a:bodyPr/>
                    <a:lstStyle/>
                    <a:p>
                      <a:pPr marL="0" lvl="0" indent="0" algn="l">
                        <a:lnSpc>
                          <a:spcPct val="100000"/>
                        </a:lnSpc>
                        <a:spcBef>
                          <a:spcPts val="0"/>
                        </a:spcBef>
                        <a:spcAft>
                          <a:spcPts val="0"/>
                        </a:spcAft>
                        <a:buNone/>
                      </a:pPr>
                      <a:endParaRPr lang="en-AU" sz="600" b="0" i="0" u="none" strike="noStrike" noProof="0">
                        <a:solidFill>
                          <a:srgbClr val="92D050"/>
                        </a:solidFill>
                        <a:latin typeface="Roboto"/>
                      </a:endParaRPr>
                    </a:p>
                  </a:txBody>
                  <a:tcPr marL="91425" marR="91425" marT="91425" marB="91425">
                    <a:lnL w="19050" cap="flat" cmpd="sng" algn="ctr">
                      <a:solidFill>
                        <a:srgbClr val="666666"/>
                      </a:solidFill>
                      <a:prstDash val="solid"/>
                      <a:round/>
                      <a:headEnd type="none" w="sm" len="sm"/>
                      <a:tailEnd type="none" w="sm" len="sm"/>
                    </a:lnL>
                    <a:lnR w="19050">
                      <a:solidFill>
                        <a:srgbClr val="666666"/>
                      </a:solidFill>
                    </a:lnR>
                    <a:lnT w="19050">
                      <a:solidFill>
                        <a:srgbClr val="666666"/>
                      </a:solidFill>
                    </a:lnT>
                    <a:lnB w="19050" cap="flat" cmpd="sng" algn="ctr">
                      <a:solidFill>
                        <a:srgbClr val="666666"/>
                      </a:solidFill>
                      <a:prstDash val="solid"/>
                      <a:round/>
                      <a:headEnd type="none" w="med" len="med"/>
                      <a:tailEnd type="none" w="med" len="med"/>
                    </a:lnB>
                  </a:tcPr>
                </a:tc>
                <a:tc>
                  <a:txBody>
                    <a:bodyPr/>
                    <a:lstStyle/>
                    <a:p>
                      <a:pPr marL="0" lvl="0" indent="0" algn="l">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a:solidFill>
                        <a:srgbClr val="666666"/>
                      </a:solidFill>
                    </a:lnL>
                    <a:lnR w="19050">
                      <a:solidFill>
                        <a:srgbClr val="666666"/>
                      </a:solidFill>
                    </a:lnR>
                    <a:lnT w="19050">
                      <a:solidFill>
                        <a:srgbClr val="666666"/>
                      </a:solidFill>
                    </a:lnT>
                    <a:lnB w="19050" cap="flat" cmpd="sng" algn="ctr">
                      <a:solidFill>
                        <a:srgbClr val="666666"/>
                      </a:solidFill>
                      <a:prstDash val="solid"/>
                      <a:round/>
                      <a:headEnd type="none" w="med" len="med"/>
                      <a:tailEnd type="none" w="med" len="med"/>
                    </a:lnB>
                  </a:tcPr>
                </a:tc>
                <a:tc>
                  <a:txBody>
                    <a:bodyPr/>
                    <a:lstStyle/>
                    <a:p>
                      <a:pPr marL="0" lvl="0" indent="0" algn="l">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a:solidFill>
                        <a:srgbClr val="666666"/>
                      </a:solidFill>
                    </a:lnL>
                    <a:lnR w="19050">
                      <a:solidFill>
                        <a:srgbClr val="666666"/>
                      </a:solidFill>
                    </a:lnR>
                    <a:lnT w="19050">
                      <a:solidFill>
                        <a:srgbClr val="666666"/>
                      </a:solidFill>
                    </a:lnT>
                    <a:lnB w="19050" cap="flat" cmpd="sng" algn="ctr">
                      <a:solidFill>
                        <a:srgbClr val="666666"/>
                      </a:solidFill>
                      <a:prstDash val="solid"/>
                      <a:round/>
                      <a:headEnd type="none" w="med" len="med"/>
                      <a:tailEnd type="none" w="med" len="med"/>
                    </a:lnB>
                  </a:tcPr>
                </a:tc>
                <a:tc>
                  <a:txBody>
                    <a:bodyPr/>
                    <a:lstStyle/>
                    <a:p>
                      <a:pPr marL="0" lvl="0" indent="0" algn="l">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a:solidFill>
                        <a:srgbClr val="666666"/>
                      </a:solidFill>
                    </a:lnL>
                    <a:lnR w="19050">
                      <a:solidFill>
                        <a:srgbClr val="666666"/>
                      </a:solidFill>
                    </a:lnR>
                    <a:lnT w="19050">
                      <a:solidFill>
                        <a:srgbClr val="666666"/>
                      </a:solidFill>
                    </a:lnT>
                    <a:lnB w="19050" cap="flat" cmpd="sng" algn="ctr">
                      <a:solidFill>
                        <a:srgbClr val="666666"/>
                      </a:solidFill>
                      <a:prstDash val="solid"/>
                      <a:round/>
                      <a:headEnd type="none" w="med" len="med"/>
                      <a:tailEnd type="none" w="med" len="med"/>
                    </a:lnB>
                  </a:tcPr>
                </a:tc>
                <a:extLst>
                  <a:ext uri="{0D108BD9-81ED-4DB2-BD59-A6C34878D82A}">
                    <a16:rowId xmlns:a16="http://schemas.microsoft.com/office/drawing/2014/main" val="10006"/>
                  </a:ext>
                </a:extLst>
              </a:tr>
              <a:tr h="537482">
                <a:tc>
                  <a:txBody>
                    <a:bodyPr/>
                    <a:lstStyle/>
                    <a:p>
                      <a:pPr marL="0" lvl="0" indent="0" algn="l">
                        <a:spcBef>
                          <a:spcPts val="0"/>
                        </a:spcBef>
                        <a:spcAft>
                          <a:spcPts val="0"/>
                        </a:spcAft>
                        <a:buNone/>
                      </a:pPr>
                      <a:endParaRPr lang="en-AU" sz="600" b="0" i="0" u="none" strike="noStrike" noProof="0">
                        <a:solidFill>
                          <a:srgbClr val="92D050"/>
                        </a:solidFill>
                        <a:latin typeface="Roboto"/>
                        <a:sym typeface="Roboto"/>
                      </a:endParaRPr>
                    </a:p>
                  </a:txBody>
                  <a:tcPr marL="91425" marR="91425" marT="91425" marB="91425">
                    <a:lnL w="19050">
                      <a:solidFill>
                        <a:srgbClr val="666666"/>
                      </a:solidFill>
                    </a:lnL>
                    <a:lnR w="19050">
                      <a:solidFill>
                        <a:srgbClr val="666666"/>
                      </a:solidFill>
                    </a:lnR>
                    <a:lnT w="19050" cap="flat" cmpd="sng" algn="ctr">
                      <a:solidFill>
                        <a:srgbClr val="666666"/>
                      </a:solidFill>
                      <a:prstDash val="solid"/>
                      <a:round/>
                      <a:headEnd type="none" w="sm" len="sm"/>
                      <a:tailEnd type="none" w="sm" len="sm"/>
                    </a:lnT>
                    <a:lnB w="19050">
                      <a:solidFill>
                        <a:srgbClr val="666666"/>
                      </a:solidFill>
                    </a:lnB>
                  </a:tcPr>
                </a:tc>
                <a:tc>
                  <a:txBody>
                    <a:bodyPr/>
                    <a:lstStyle/>
                    <a:p>
                      <a:pPr marL="0" lvl="0" indent="0" algn="l">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a:solidFill>
                        <a:srgbClr val="666666"/>
                      </a:solidFill>
                    </a:lnL>
                    <a:lnR w="19050">
                      <a:solidFill>
                        <a:srgbClr val="666666"/>
                      </a:solidFill>
                    </a:lnR>
                    <a:lnT w="19050" cap="flat" cmpd="sng" algn="ctr">
                      <a:solidFill>
                        <a:srgbClr val="666666"/>
                      </a:solidFill>
                      <a:prstDash val="solid"/>
                      <a:round/>
                      <a:headEnd type="none" w="sm" len="sm"/>
                      <a:tailEnd type="none" w="sm" len="sm"/>
                    </a:lnT>
                    <a:lnB w="19050">
                      <a:solidFill>
                        <a:srgbClr val="666666"/>
                      </a:solidFill>
                    </a:lnB>
                  </a:tcPr>
                </a:tc>
                <a:tc>
                  <a:txBody>
                    <a:bodyPr/>
                    <a:lstStyle/>
                    <a:p>
                      <a:pPr marL="0" lvl="0" indent="0" algn="l">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a:solidFill>
                        <a:srgbClr val="666666"/>
                      </a:solidFill>
                    </a:lnL>
                    <a:lnR w="19050">
                      <a:solidFill>
                        <a:srgbClr val="666666"/>
                      </a:solidFill>
                    </a:lnR>
                    <a:lnT w="19050" cap="flat" cmpd="sng" algn="ctr">
                      <a:solidFill>
                        <a:srgbClr val="666666"/>
                      </a:solidFill>
                      <a:prstDash val="solid"/>
                      <a:round/>
                      <a:headEnd type="none" w="sm" len="sm"/>
                      <a:tailEnd type="none" w="sm" len="sm"/>
                    </a:lnT>
                    <a:lnB w="19050">
                      <a:solidFill>
                        <a:srgbClr val="666666"/>
                      </a:solidFill>
                    </a:lnB>
                  </a:tcPr>
                </a:tc>
                <a:tc>
                  <a:txBody>
                    <a:bodyPr/>
                    <a:lstStyle/>
                    <a:p>
                      <a:pPr marL="0" lvl="0" indent="0" algn="l">
                        <a:lnSpc>
                          <a:spcPct val="100000"/>
                        </a:lnSpc>
                        <a:spcBef>
                          <a:spcPts val="0"/>
                        </a:spcBef>
                        <a:spcAft>
                          <a:spcPts val="0"/>
                        </a:spcAft>
                        <a:buNone/>
                      </a:pPr>
                      <a:endParaRPr lang="en-AU" sz="600" b="0" i="0" u="none" strike="noStrike" noProof="0">
                        <a:solidFill>
                          <a:srgbClr val="92D050"/>
                        </a:solidFill>
                        <a:latin typeface="Roboto"/>
                      </a:endParaRPr>
                    </a:p>
                  </a:txBody>
                  <a:tcPr marL="91425" marR="91425" marT="91425" marB="91425">
                    <a:lnL w="19050">
                      <a:solidFill>
                        <a:srgbClr val="666666"/>
                      </a:solidFill>
                    </a:lnL>
                    <a:lnR w="19050">
                      <a:solidFill>
                        <a:srgbClr val="666666"/>
                      </a:solidFill>
                    </a:lnR>
                    <a:lnT w="19050">
                      <a:solidFill>
                        <a:srgbClr val="666666"/>
                      </a:solidFill>
                    </a:lnT>
                    <a:lnB w="19050">
                      <a:solidFill>
                        <a:srgbClr val="666666"/>
                      </a:solidFill>
                    </a:lnB>
                  </a:tcPr>
                </a:tc>
                <a:tc>
                  <a:txBody>
                    <a:bodyPr/>
                    <a:lstStyle/>
                    <a:p>
                      <a:pPr marL="0" lvl="0" indent="0" algn="l">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a:solidFill>
                        <a:srgbClr val="666666"/>
                      </a:solidFill>
                    </a:lnL>
                    <a:lnR w="19050">
                      <a:solidFill>
                        <a:srgbClr val="666666"/>
                      </a:solidFill>
                    </a:lnR>
                    <a:lnT w="19050">
                      <a:solidFill>
                        <a:srgbClr val="666666"/>
                      </a:solidFill>
                    </a:lnT>
                    <a:lnB w="19050">
                      <a:solidFill>
                        <a:srgbClr val="666666"/>
                      </a:solidFill>
                    </a:lnB>
                  </a:tcPr>
                </a:tc>
                <a:tc>
                  <a:txBody>
                    <a:bodyPr/>
                    <a:lstStyle/>
                    <a:p>
                      <a:pPr marL="0" lvl="0" indent="0" algn="l">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a:solidFill>
                        <a:srgbClr val="666666"/>
                      </a:solidFill>
                    </a:lnL>
                    <a:lnR w="19050">
                      <a:solidFill>
                        <a:srgbClr val="666666"/>
                      </a:solidFill>
                    </a:lnR>
                    <a:lnT w="19050">
                      <a:solidFill>
                        <a:srgbClr val="666666"/>
                      </a:solidFill>
                    </a:lnT>
                    <a:lnB w="19050">
                      <a:solidFill>
                        <a:srgbClr val="666666"/>
                      </a:solidFill>
                    </a:lnB>
                  </a:tcPr>
                </a:tc>
                <a:tc>
                  <a:txBody>
                    <a:bodyPr/>
                    <a:lstStyle/>
                    <a:p>
                      <a:pPr marL="0" lvl="0" indent="0" algn="l">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a:solidFill>
                        <a:srgbClr val="666666"/>
                      </a:solidFill>
                    </a:lnL>
                    <a:lnR w="19050">
                      <a:solidFill>
                        <a:srgbClr val="666666"/>
                      </a:solidFill>
                    </a:lnR>
                    <a:lnT w="19050">
                      <a:solidFill>
                        <a:srgbClr val="666666"/>
                      </a:solidFill>
                    </a:lnT>
                    <a:lnB w="19050">
                      <a:solidFill>
                        <a:srgbClr val="666666"/>
                      </a:solidFill>
                    </a:lnB>
                  </a:tcPr>
                </a:tc>
                <a:extLst>
                  <a:ext uri="{0D108BD9-81ED-4DB2-BD59-A6C34878D82A}">
                    <a16:rowId xmlns:a16="http://schemas.microsoft.com/office/drawing/2014/main" val="1464653469"/>
                  </a:ext>
                </a:extLst>
              </a:tr>
            </a:tbl>
          </a:graphicData>
        </a:graphic>
      </p:graphicFrame>
      <p:sp>
        <p:nvSpPr>
          <p:cNvPr id="4" name="Google Shape;254;p40">
            <a:extLst>
              <a:ext uri="{FF2B5EF4-FFF2-40B4-BE49-F238E27FC236}">
                <a16:creationId xmlns:a16="http://schemas.microsoft.com/office/drawing/2014/main" id="{89B6003B-F3DC-4FC5-97AF-24D6042512BB}"/>
              </a:ext>
            </a:extLst>
          </p:cNvPr>
          <p:cNvSpPr txBox="1">
            <a:spLocks noGrp="1"/>
          </p:cNvSpPr>
          <p:nvPr/>
        </p:nvSpPr>
        <p:spPr>
          <a:xfrm>
            <a:off x="382075" y="1063375"/>
            <a:ext cx="8505717" cy="2943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31800" algn="l" rtl="0">
              <a:lnSpc>
                <a:spcPct val="100000"/>
              </a:lnSpc>
              <a:spcBef>
                <a:spcPts val="640"/>
              </a:spcBef>
              <a:spcAft>
                <a:spcPts val="0"/>
              </a:spcAft>
              <a:buClr>
                <a:srgbClr val="92D050"/>
              </a:buClr>
              <a:buSzPts val="3200"/>
              <a:buFont typeface="Arial"/>
              <a:buChar char="•"/>
              <a:defRPr sz="3200" b="0"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560"/>
              </a:spcBef>
              <a:spcAft>
                <a:spcPts val="0"/>
              </a:spcAft>
              <a:buClr>
                <a:srgbClr val="00B0F0"/>
              </a:buClr>
              <a:buSzPts val="2800"/>
              <a:buFont typeface="Arial"/>
              <a:buChar char="–"/>
              <a:defRPr sz="2800" b="0" i="0" u="none" strike="noStrike" cap="none">
                <a:solidFill>
                  <a:schemeClr val="lt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buClr>
                <a:schemeClr val="dk1"/>
              </a:buClr>
              <a:buSzPts val="2800"/>
              <a:buNone/>
            </a:pPr>
            <a:r>
              <a:rPr lang="en-AU" sz="900">
                <a:solidFill>
                  <a:srgbClr val="B7B7B7"/>
                </a:solidFill>
                <a:latin typeface="Roboto"/>
                <a:ea typeface="Roboto"/>
                <a:cs typeface="Roboto"/>
                <a:sym typeface="Roboto"/>
              </a:rPr>
              <a:t>Utilising the same 5 hazards, suggest control measures that could be used to reduce the risks and re-assess the risk level with the control measures in place.</a:t>
            </a:r>
            <a:endParaRPr lang="fr-FR" sz="900">
              <a:solidFill>
                <a:srgbClr val="B7B7B7"/>
              </a:solidFill>
              <a:latin typeface="Roboto"/>
              <a:ea typeface="Roboto"/>
            </a:endParaRPr>
          </a:p>
        </p:txBody>
      </p:sp>
    </p:spTree>
    <p:extLst>
      <p:ext uri="{BB962C8B-B14F-4D97-AF65-F5344CB8AC3E}">
        <p14:creationId xmlns:p14="http://schemas.microsoft.com/office/powerpoint/2010/main" val="35438359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8"/>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GB">
                <a:latin typeface="Roboto"/>
                <a:ea typeface="Roboto"/>
                <a:cs typeface="Roboto"/>
                <a:sym typeface="Roboto"/>
              </a:rPr>
              <a:t>WHS Management Plan | </a:t>
            </a:r>
            <a:r>
              <a:rPr lang="en-GB" sz="3000">
                <a:solidFill>
                  <a:srgbClr val="8CB3E3"/>
                </a:solidFill>
                <a:latin typeface="Roboto"/>
                <a:ea typeface="Roboto"/>
                <a:cs typeface="Roboto"/>
                <a:sym typeface="Roboto"/>
              </a:rPr>
              <a:t>Resources</a:t>
            </a:r>
            <a:endParaRPr lang="en-GB" sz="3000">
              <a:solidFill>
                <a:srgbClr val="8CB3E3"/>
              </a:solidFill>
              <a:latin typeface="Roboto"/>
              <a:ea typeface="Roboto"/>
            </a:endParaRPr>
          </a:p>
        </p:txBody>
      </p:sp>
      <p:sp>
        <p:nvSpPr>
          <p:cNvPr id="4" name="Google Shape;254;p40">
            <a:extLst>
              <a:ext uri="{FF2B5EF4-FFF2-40B4-BE49-F238E27FC236}">
                <a16:creationId xmlns:a16="http://schemas.microsoft.com/office/drawing/2014/main" id="{AB5D27ED-5D71-426A-A2F5-22B1A10C72A3}"/>
              </a:ext>
            </a:extLst>
          </p:cNvPr>
          <p:cNvSpPr txBox="1">
            <a:spLocks noGrp="1"/>
          </p:cNvSpPr>
          <p:nvPr/>
        </p:nvSpPr>
        <p:spPr>
          <a:xfrm>
            <a:off x="382075" y="1063375"/>
            <a:ext cx="8505717" cy="2943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31800" algn="l" rtl="0">
              <a:lnSpc>
                <a:spcPct val="100000"/>
              </a:lnSpc>
              <a:spcBef>
                <a:spcPts val="640"/>
              </a:spcBef>
              <a:spcAft>
                <a:spcPts val="0"/>
              </a:spcAft>
              <a:buClr>
                <a:srgbClr val="92D050"/>
              </a:buClr>
              <a:buSzPts val="3200"/>
              <a:buFont typeface="Arial"/>
              <a:buChar char="•"/>
              <a:defRPr sz="3200" b="0"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560"/>
              </a:spcBef>
              <a:spcAft>
                <a:spcPts val="0"/>
              </a:spcAft>
              <a:buClr>
                <a:srgbClr val="00B0F0"/>
              </a:buClr>
              <a:buSzPts val="2800"/>
              <a:buFont typeface="Arial"/>
              <a:buChar char="–"/>
              <a:defRPr sz="2800" b="0" i="0" u="none" strike="noStrike" cap="none">
                <a:solidFill>
                  <a:schemeClr val="lt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buSzPts val="2800"/>
              <a:buNone/>
            </a:pPr>
            <a:r>
              <a:rPr lang="en-US" sz="900">
                <a:solidFill>
                  <a:schemeClr val="bg1">
                    <a:lumMod val="75000"/>
                  </a:schemeClr>
                </a:solidFill>
                <a:latin typeface="Roboto"/>
                <a:ea typeface="Roboto"/>
                <a:sym typeface="Roboto"/>
              </a:rPr>
              <a:t>List the resources required for each of the proposed control measures and provide an estimate of the costs, including any ongoing maintenance.</a:t>
            </a:r>
            <a:endParaRPr lang="fr-FR" sz="900">
              <a:solidFill>
                <a:schemeClr val="bg1">
                  <a:lumMod val="75000"/>
                </a:schemeClr>
              </a:solidFill>
              <a:latin typeface="Roboto"/>
              <a:ea typeface="Roboto"/>
              <a:sym typeface="Roboto"/>
            </a:endParaRPr>
          </a:p>
        </p:txBody>
      </p:sp>
      <p:graphicFrame>
        <p:nvGraphicFramePr>
          <p:cNvPr id="8" name="Google Shape;240;p38">
            <a:extLst>
              <a:ext uri="{FF2B5EF4-FFF2-40B4-BE49-F238E27FC236}">
                <a16:creationId xmlns:a16="http://schemas.microsoft.com/office/drawing/2014/main" id="{96076F0D-333A-440E-8470-86B8D838289B}"/>
              </a:ext>
            </a:extLst>
          </p:cNvPr>
          <p:cNvGraphicFramePr/>
          <p:nvPr>
            <p:extLst>
              <p:ext uri="{D42A27DB-BD31-4B8C-83A1-F6EECF244321}">
                <p14:modId xmlns:p14="http://schemas.microsoft.com/office/powerpoint/2010/main" val="1257375127"/>
              </p:ext>
            </p:extLst>
          </p:nvPr>
        </p:nvGraphicFramePr>
        <p:xfrm>
          <a:off x="1389401" y="1581530"/>
          <a:ext cx="6254812" cy="3033636"/>
        </p:xfrm>
        <a:graphic>
          <a:graphicData uri="http://schemas.openxmlformats.org/drawingml/2006/table">
            <a:tbl>
              <a:tblPr>
                <a:noFill/>
              </a:tblPr>
              <a:tblGrid>
                <a:gridCol w="2272821">
                  <a:extLst>
                    <a:ext uri="{9D8B030D-6E8A-4147-A177-3AD203B41FA5}">
                      <a16:colId xmlns:a16="http://schemas.microsoft.com/office/drawing/2014/main" val="20000"/>
                    </a:ext>
                  </a:extLst>
                </a:gridCol>
                <a:gridCol w="2926915">
                  <a:extLst>
                    <a:ext uri="{9D8B030D-6E8A-4147-A177-3AD203B41FA5}">
                      <a16:colId xmlns:a16="http://schemas.microsoft.com/office/drawing/2014/main" val="20001"/>
                    </a:ext>
                  </a:extLst>
                </a:gridCol>
                <a:gridCol w="1055076">
                  <a:extLst>
                    <a:ext uri="{9D8B030D-6E8A-4147-A177-3AD203B41FA5}">
                      <a16:colId xmlns:a16="http://schemas.microsoft.com/office/drawing/2014/main" val="20002"/>
                    </a:ext>
                  </a:extLst>
                </a:gridCol>
              </a:tblGrid>
              <a:tr h="333375">
                <a:tc>
                  <a:txBody>
                    <a:bodyPr/>
                    <a:lstStyle/>
                    <a:p>
                      <a:pPr marL="0" marR="0" lvl="0" indent="0" algn="l" rtl="0">
                        <a:lnSpc>
                          <a:spcPct val="100000"/>
                        </a:lnSpc>
                        <a:spcBef>
                          <a:spcPts val="0"/>
                        </a:spcBef>
                        <a:spcAft>
                          <a:spcPts val="0"/>
                        </a:spcAft>
                        <a:buClr>
                          <a:srgbClr val="D9D9D9"/>
                        </a:buClr>
                        <a:buSzPts val="1000"/>
                        <a:buFont typeface="Roboto"/>
                        <a:buNone/>
                      </a:pPr>
                      <a:r>
                        <a:rPr lang="en-AU" sz="600" b="1" u="none" strike="noStrike" cap="none">
                          <a:solidFill>
                            <a:schemeClr val="bg1">
                              <a:lumMod val="85000"/>
                            </a:schemeClr>
                          </a:solidFill>
                          <a:latin typeface="Roboto"/>
                          <a:ea typeface="Roboto"/>
                        </a:rPr>
                        <a:t>Control Measure </a:t>
                      </a:r>
                      <a:r>
                        <a:rPr lang="en-AU" sz="600" b="1" i="0" u="none" strike="noStrike" cap="none" noProof="0">
                          <a:solidFill>
                            <a:schemeClr val="tx1">
                              <a:lumMod val="50000"/>
                              <a:lumOff val="50000"/>
                            </a:schemeClr>
                          </a:solidFill>
                          <a:latin typeface="Roboto"/>
                        </a:rPr>
                        <a:t>(identified in the previous table)</a:t>
                      </a:r>
                      <a:endParaRPr lang="en-AU" sz="600" b="1" u="none" strike="noStrike" cap="none">
                        <a:solidFill>
                          <a:schemeClr val="bg1">
                            <a:lumMod val="85000"/>
                          </a:schemeClr>
                        </a:solidFill>
                        <a:latin typeface="Roboto"/>
                        <a:ea typeface="Roboto"/>
                      </a:endParaRPr>
                    </a:p>
                  </a:txBody>
                  <a:tcPr marL="91425" marR="91425" marT="91425" marB="91425">
                    <a:lnL w="19050" cap="flat" cmpd="sng">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med" len="med"/>
                      <a:tailEnd type="none" w="med" len="med"/>
                    </a:lnT>
                    <a:lnB w="19050" cap="flat" cmpd="sng">
                      <a:solidFill>
                        <a:srgbClr val="666666"/>
                      </a:solidFill>
                      <a:prstDash val="solid"/>
                      <a:round/>
                      <a:headEnd type="none" w="sm" len="sm"/>
                      <a:tailEnd type="none" w="sm" len="sm"/>
                    </a:lnB>
                    <a:solidFill>
                      <a:srgbClr val="434343"/>
                    </a:solidFill>
                  </a:tcPr>
                </a:tc>
                <a:tc>
                  <a:txBody>
                    <a:bodyPr/>
                    <a:lstStyle/>
                    <a:p>
                      <a:pPr marL="0" marR="0" lvl="0" indent="0" algn="l" rtl="0">
                        <a:lnSpc>
                          <a:spcPct val="100000"/>
                        </a:lnSpc>
                        <a:spcBef>
                          <a:spcPts val="0"/>
                        </a:spcBef>
                        <a:spcAft>
                          <a:spcPts val="0"/>
                        </a:spcAft>
                        <a:buClr>
                          <a:srgbClr val="D9D9D9"/>
                        </a:buClr>
                        <a:buSzPts val="1000"/>
                        <a:buFont typeface="Roboto"/>
                        <a:buNone/>
                      </a:pPr>
                      <a:r>
                        <a:rPr lang="en-AU" sz="600" b="1" u="none" strike="noStrike" cap="none">
                          <a:solidFill>
                            <a:srgbClr val="D9D9D9"/>
                          </a:solidFill>
                          <a:latin typeface="Roboto"/>
                          <a:ea typeface="Roboto"/>
                        </a:rPr>
                        <a:t>Resources required</a:t>
                      </a: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med" len="med"/>
                      <a:tailEnd type="none" w="med" len="med"/>
                    </a:lnT>
                    <a:lnB w="19050" cap="flat" cmpd="sng">
                      <a:solidFill>
                        <a:srgbClr val="666666"/>
                      </a:solidFill>
                      <a:prstDash val="solid"/>
                      <a:round/>
                      <a:headEnd type="none" w="sm" len="sm"/>
                      <a:tailEnd type="none" w="sm" len="sm"/>
                    </a:lnB>
                    <a:solidFill>
                      <a:srgbClr val="434343"/>
                    </a:solidFill>
                  </a:tcPr>
                </a:tc>
                <a:tc>
                  <a:txBody>
                    <a:bodyPr/>
                    <a:lstStyle/>
                    <a:p>
                      <a:pPr marL="0" marR="0" lvl="0" indent="0" algn="l">
                        <a:lnSpc>
                          <a:spcPct val="100000"/>
                        </a:lnSpc>
                        <a:spcBef>
                          <a:spcPts val="0"/>
                        </a:spcBef>
                        <a:spcAft>
                          <a:spcPts val="0"/>
                        </a:spcAft>
                        <a:buNone/>
                      </a:pPr>
                      <a:r>
                        <a:rPr lang="en-AU" sz="600" b="1" u="none" strike="noStrike" cap="none">
                          <a:solidFill>
                            <a:srgbClr val="D9D9D9"/>
                          </a:solidFill>
                          <a:latin typeface="Roboto"/>
                          <a:ea typeface="Roboto"/>
                        </a:rPr>
                        <a:t>Estimated cost (AUD)</a:t>
                      </a:r>
                      <a:endParaRPr lang="en-US"/>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med" len="med"/>
                      <a:tailEnd type="none" w="med" len="med"/>
                    </a:lnT>
                    <a:lnB w="19050" cap="flat" cmpd="sng">
                      <a:solidFill>
                        <a:srgbClr val="666666"/>
                      </a:solidFill>
                      <a:prstDash val="solid"/>
                      <a:round/>
                      <a:headEnd type="none" w="sm" len="sm"/>
                      <a:tailEnd type="none" w="sm" len="sm"/>
                    </a:lnB>
                    <a:solidFill>
                      <a:srgbClr val="434343"/>
                    </a:solidFill>
                  </a:tcPr>
                </a:tc>
                <a:extLst>
                  <a:ext uri="{0D108BD9-81ED-4DB2-BD59-A6C34878D82A}">
                    <a16:rowId xmlns:a16="http://schemas.microsoft.com/office/drawing/2014/main" val="10000"/>
                  </a:ext>
                </a:extLst>
              </a:tr>
              <a:tr h="537482">
                <a:tc>
                  <a:txBody>
                    <a:bodyPr/>
                    <a:lstStyle/>
                    <a:p>
                      <a:pPr marL="0" marR="0" lvl="0" indent="0" algn="l">
                        <a:lnSpc>
                          <a:spcPct val="100000"/>
                        </a:lnSpc>
                        <a:spcBef>
                          <a:spcPts val="0"/>
                        </a:spcBef>
                        <a:spcAft>
                          <a:spcPts val="0"/>
                        </a:spcAft>
                        <a:buNone/>
                      </a:pPr>
                      <a:r>
                        <a:rPr lang="en-AU" sz="600" b="0" i="0" u="none" strike="noStrike" cap="none" noProof="0">
                          <a:solidFill>
                            <a:srgbClr val="92D050"/>
                          </a:solidFill>
                          <a:latin typeface="Roboto"/>
                        </a:rPr>
                        <a:t>Answer here</a:t>
                      </a:r>
                      <a:endParaRPr lang="en-AU" sz="600" b="0" i="0" u="none" strike="noStrike" cap="none" noProof="0">
                        <a:solidFill>
                          <a:srgbClr val="92D050"/>
                        </a:solidFill>
                        <a:latin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a:lnSpc>
                          <a:spcPct val="100000"/>
                        </a:lnSpc>
                        <a:spcBef>
                          <a:spcPts val="0"/>
                        </a:spcBef>
                        <a:spcAft>
                          <a:spcPts val="0"/>
                        </a:spcAft>
                        <a:buNone/>
                      </a:pPr>
                      <a:r>
                        <a:rPr lang="en-AU" sz="600" b="0" i="0" u="none" strike="noStrike" cap="none" noProof="0">
                          <a:solidFill>
                            <a:srgbClr val="92D050"/>
                          </a:solidFill>
                          <a:latin typeface="Roboto"/>
                        </a:rPr>
                        <a:t>Answer here</a:t>
                      </a:r>
                      <a:endParaRPr lang="en-US" sz="600">
                        <a:latin typeface="Roboto"/>
                        <a:sym typeface="Roboto"/>
                      </a:endParaRP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a:lnSpc>
                          <a:spcPct val="100000"/>
                        </a:lnSpc>
                        <a:spcBef>
                          <a:spcPts val="0"/>
                        </a:spcBef>
                        <a:spcAft>
                          <a:spcPts val="0"/>
                        </a:spcAft>
                        <a:buNone/>
                      </a:pPr>
                      <a:r>
                        <a:rPr lang="en-AU" sz="600" b="0" i="0" u="none" strike="noStrike" cap="none" noProof="0">
                          <a:solidFill>
                            <a:srgbClr val="92D050"/>
                          </a:solidFill>
                          <a:latin typeface="Roboto"/>
                        </a:rPr>
                        <a:t>Answer here</a:t>
                      </a:r>
                      <a:endParaRPr lang="en-US" sz="600">
                        <a:latin typeface="Roboto"/>
                        <a:sym typeface="Roboto"/>
                      </a:endParaRP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extLst>
                  <a:ext uri="{0D108BD9-81ED-4DB2-BD59-A6C34878D82A}">
                    <a16:rowId xmlns:a16="http://schemas.microsoft.com/office/drawing/2014/main" val="10001"/>
                  </a:ext>
                </a:extLst>
              </a:tr>
              <a:tr h="550333">
                <a:tc>
                  <a:txBody>
                    <a:bodyPr/>
                    <a:lstStyle/>
                    <a:p>
                      <a:pPr marL="0" marR="0" lvl="0" indent="0" algn="l">
                        <a:lnSpc>
                          <a:spcPct val="100000"/>
                        </a:lnSpc>
                        <a:spcBef>
                          <a:spcPts val="0"/>
                        </a:spcBef>
                        <a:spcAft>
                          <a:spcPts val="0"/>
                        </a:spcAft>
                        <a:buNone/>
                      </a:pPr>
                      <a:endParaRPr lang="en-AU" sz="600" b="0" i="0" u="none" strike="noStrike" noProof="0">
                        <a:solidFill>
                          <a:srgbClr val="92D050"/>
                        </a:solidFill>
                        <a:latin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nchor="ctr">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extLst>
                  <a:ext uri="{0D108BD9-81ED-4DB2-BD59-A6C34878D82A}">
                    <a16:rowId xmlns:a16="http://schemas.microsoft.com/office/drawing/2014/main" val="10004"/>
                  </a:ext>
                </a:extLst>
              </a:tr>
              <a:tr h="537482">
                <a:tc>
                  <a:txBody>
                    <a:bodyPr/>
                    <a:lstStyle/>
                    <a:p>
                      <a:pPr marL="0" marR="0" lvl="0" indent="0" algn="l">
                        <a:lnSpc>
                          <a:spcPct val="100000"/>
                        </a:lnSpc>
                        <a:spcBef>
                          <a:spcPts val="0"/>
                        </a:spcBef>
                        <a:spcAft>
                          <a:spcPts val="0"/>
                        </a:spcAft>
                        <a:buNone/>
                      </a:pPr>
                      <a:endParaRPr lang="en-AU" sz="600" b="0" i="0" u="none" strike="noStrike" noProof="0">
                        <a:solidFill>
                          <a:srgbClr val="92D050"/>
                        </a:solidFill>
                        <a:latin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extLst>
                  <a:ext uri="{0D108BD9-81ED-4DB2-BD59-A6C34878D82A}">
                    <a16:rowId xmlns:a16="http://schemas.microsoft.com/office/drawing/2014/main" val="10005"/>
                  </a:ext>
                </a:extLst>
              </a:tr>
              <a:tr h="537482">
                <a:tc>
                  <a:txBody>
                    <a:bodyPr/>
                    <a:lstStyle/>
                    <a:p>
                      <a:pPr marL="0" lvl="0" indent="0">
                        <a:spcBef>
                          <a:spcPts val="0"/>
                        </a:spcBef>
                        <a:spcAft>
                          <a:spcPts val="0"/>
                        </a:spcAft>
                        <a:buNone/>
                      </a:pPr>
                      <a:endParaRPr lang="en-AU" sz="600" b="0" i="0" u="none" strike="noStrike" noProof="0">
                        <a:solidFill>
                          <a:srgbClr val="92D050"/>
                        </a:solidFill>
                        <a:latin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lgn="ctr">
                      <a:solidFill>
                        <a:srgbClr val="666666"/>
                      </a:solidFill>
                      <a:prstDash val="solid"/>
                      <a:round/>
                      <a:headEnd type="none" w="sm" len="sm"/>
                      <a:tailEnd type="none" w="sm" len="sm"/>
                    </a:lnB>
                  </a:tcPr>
                </a:tc>
                <a:tc>
                  <a:txBody>
                    <a:bodyPr/>
                    <a:lstStyle/>
                    <a:p>
                      <a:pPr marL="0" marR="0" lvl="0" indent="0" algn="l">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lgn="ctr">
                      <a:solidFill>
                        <a:srgbClr val="666666"/>
                      </a:solidFill>
                      <a:prstDash val="solid"/>
                      <a:round/>
                      <a:headEnd type="none" w="sm" len="sm"/>
                      <a:tailEnd type="none" w="sm" len="sm"/>
                    </a:lnB>
                  </a:tcPr>
                </a:tc>
                <a:tc>
                  <a:txBody>
                    <a:bodyPr/>
                    <a:lstStyle/>
                    <a:p>
                      <a:pPr marL="0" marR="0" lvl="0" indent="0">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lgn="ctr">
                      <a:solidFill>
                        <a:srgbClr val="666666"/>
                      </a:solidFill>
                      <a:prstDash val="solid"/>
                      <a:round/>
                      <a:headEnd type="none" w="sm" len="sm"/>
                      <a:tailEnd type="none" w="sm" len="sm"/>
                    </a:lnB>
                  </a:tcPr>
                </a:tc>
                <a:extLst>
                  <a:ext uri="{0D108BD9-81ED-4DB2-BD59-A6C34878D82A}">
                    <a16:rowId xmlns:a16="http://schemas.microsoft.com/office/drawing/2014/main" val="10006"/>
                  </a:ext>
                </a:extLst>
              </a:tr>
              <a:tr h="537482">
                <a:tc>
                  <a:txBody>
                    <a:bodyPr/>
                    <a:lstStyle/>
                    <a:p>
                      <a:pPr marL="0" lvl="0" indent="0">
                        <a:spcBef>
                          <a:spcPts val="0"/>
                        </a:spcBef>
                        <a:spcAft>
                          <a:spcPts val="0"/>
                        </a:spcAft>
                        <a:buNone/>
                      </a:pPr>
                      <a:endParaRPr lang="en-AU" sz="600" b="0" i="0" u="none" strike="noStrike" noProof="0">
                        <a:solidFill>
                          <a:srgbClr val="92D050"/>
                        </a:solidFill>
                        <a:latin typeface="Roboto"/>
                        <a:sym typeface="Roboto"/>
                      </a:endParaRPr>
                    </a:p>
                  </a:txBody>
                  <a:tcPr marL="91425" marR="91425" marT="91425" marB="91425">
                    <a:lnL w="19050">
                      <a:solidFill>
                        <a:srgbClr val="666666"/>
                      </a:solidFill>
                    </a:lnL>
                    <a:lnR w="19050">
                      <a:solidFill>
                        <a:srgbClr val="666666"/>
                      </a:solidFill>
                    </a:lnR>
                    <a:lnT w="19050" cap="flat" cmpd="sng" algn="ctr">
                      <a:solidFill>
                        <a:srgbClr val="666666"/>
                      </a:solidFill>
                      <a:prstDash val="solid"/>
                      <a:round/>
                      <a:headEnd type="none" w="sm" len="sm"/>
                      <a:tailEnd type="none" w="sm" len="sm"/>
                    </a:lnT>
                    <a:lnB w="19050">
                      <a:solidFill>
                        <a:srgbClr val="666666"/>
                      </a:solidFill>
                    </a:lnB>
                  </a:tcPr>
                </a:tc>
                <a:tc>
                  <a:txBody>
                    <a:bodyPr/>
                    <a:lstStyle/>
                    <a:p>
                      <a:pPr marL="0" lvl="0" indent="0" algn="l">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a:solidFill>
                        <a:srgbClr val="666666"/>
                      </a:solidFill>
                    </a:lnL>
                    <a:lnR w="19050">
                      <a:solidFill>
                        <a:srgbClr val="666666"/>
                      </a:solidFill>
                    </a:lnR>
                    <a:lnT w="19050" cap="flat" cmpd="sng" algn="ctr">
                      <a:solidFill>
                        <a:srgbClr val="666666"/>
                      </a:solidFill>
                      <a:prstDash val="solid"/>
                      <a:round/>
                      <a:headEnd type="none" w="sm" len="sm"/>
                      <a:tailEnd type="none" w="sm" len="sm"/>
                    </a:lnT>
                    <a:lnB w="19050">
                      <a:solidFill>
                        <a:srgbClr val="666666"/>
                      </a:solidFill>
                    </a:lnB>
                  </a:tcPr>
                </a:tc>
                <a:tc>
                  <a:txBody>
                    <a:bodyPr/>
                    <a:lstStyle/>
                    <a:p>
                      <a:pPr marL="0" lvl="0" indent="0">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a:solidFill>
                        <a:srgbClr val="666666"/>
                      </a:solidFill>
                    </a:lnL>
                    <a:lnR w="19050">
                      <a:solidFill>
                        <a:srgbClr val="666666"/>
                      </a:solidFill>
                    </a:lnR>
                    <a:lnT w="19050" cap="flat" cmpd="sng" algn="ctr">
                      <a:solidFill>
                        <a:srgbClr val="666666"/>
                      </a:solidFill>
                      <a:prstDash val="solid"/>
                      <a:round/>
                      <a:headEnd type="none" w="sm" len="sm"/>
                      <a:tailEnd type="none" w="sm" len="sm"/>
                    </a:lnT>
                    <a:lnB w="19050">
                      <a:solidFill>
                        <a:srgbClr val="666666"/>
                      </a:solidFill>
                    </a:lnB>
                  </a:tcPr>
                </a:tc>
                <a:extLst>
                  <a:ext uri="{0D108BD9-81ED-4DB2-BD59-A6C34878D82A}">
                    <a16:rowId xmlns:a16="http://schemas.microsoft.com/office/drawing/2014/main" val="1557369663"/>
                  </a:ext>
                </a:extLst>
              </a:tr>
            </a:tbl>
          </a:graphicData>
        </a:graphic>
      </p:graphicFrame>
    </p:spTree>
    <p:extLst>
      <p:ext uri="{BB962C8B-B14F-4D97-AF65-F5344CB8AC3E}">
        <p14:creationId xmlns:p14="http://schemas.microsoft.com/office/powerpoint/2010/main" val="29199464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8"/>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GB">
                <a:latin typeface="Roboto"/>
                <a:ea typeface="Roboto"/>
                <a:cs typeface="Roboto"/>
                <a:sym typeface="Roboto"/>
              </a:rPr>
              <a:t>WHS Management Plan | </a:t>
            </a:r>
            <a:r>
              <a:rPr lang="en-GB" sz="3000">
                <a:solidFill>
                  <a:srgbClr val="8CB3E3"/>
                </a:solidFill>
                <a:latin typeface="Roboto"/>
                <a:ea typeface="Roboto"/>
                <a:sym typeface="Roboto"/>
              </a:rPr>
              <a:t>Training Plan</a:t>
            </a:r>
            <a:endParaRPr lang="en-GB" sz="3000">
              <a:solidFill>
                <a:srgbClr val="8CB3E3"/>
              </a:solidFill>
              <a:latin typeface="Roboto"/>
              <a:ea typeface="Roboto"/>
            </a:endParaRPr>
          </a:p>
        </p:txBody>
      </p:sp>
      <p:graphicFrame>
        <p:nvGraphicFramePr>
          <p:cNvPr id="6" name="Google Shape;240;p38">
            <a:extLst>
              <a:ext uri="{FF2B5EF4-FFF2-40B4-BE49-F238E27FC236}">
                <a16:creationId xmlns:a16="http://schemas.microsoft.com/office/drawing/2014/main" id="{B705625E-947A-493F-9E40-DEC8F49CB570}"/>
              </a:ext>
            </a:extLst>
          </p:cNvPr>
          <p:cNvGraphicFramePr/>
          <p:nvPr>
            <p:extLst>
              <p:ext uri="{D42A27DB-BD31-4B8C-83A1-F6EECF244321}">
                <p14:modId xmlns:p14="http://schemas.microsoft.com/office/powerpoint/2010/main" val="1657876721"/>
              </p:ext>
            </p:extLst>
          </p:nvPr>
        </p:nvGraphicFramePr>
        <p:xfrm>
          <a:off x="451555" y="1552222"/>
          <a:ext cx="8067824" cy="3065991"/>
        </p:xfrm>
        <a:graphic>
          <a:graphicData uri="http://schemas.openxmlformats.org/drawingml/2006/table">
            <a:tbl>
              <a:tblPr>
                <a:noFill/>
              </a:tblPr>
              <a:tblGrid>
                <a:gridCol w="1455964">
                  <a:extLst>
                    <a:ext uri="{9D8B030D-6E8A-4147-A177-3AD203B41FA5}">
                      <a16:colId xmlns:a16="http://schemas.microsoft.com/office/drawing/2014/main" val="20000"/>
                    </a:ext>
                  </a:extLst>
                </a:gridCol>
                <a:gridCol w="2175844">
                  <a:extLst>
                    <a:ext uri="{9D8B030D-6E8A-4147-A177-3AD203B41FA5}">
                      <a16:colId xmlns:a16="http://schemas.microsoft.com/office/drawing/2014/main" val="20001"/>
                    </a:ext>
                  </a:extLst>
                </a:gridCol>
                <a:gridCol w="1561577">
                  <a:extLst>
                    <a:ext uri="{9D8B030D-6E8A-4147-A177-3AD203B41FA5}">
                      <a16:colId xmlns:a16="http://schemas.microsoft.com/office/drawing/2014/main" val="20002"/>
                    </a:ext>
                  </a:extLst>
                </a:gridCol>
                <a:gridCol w="1721692">
                  <a:extLst>
                    <a:ext uri="{9D8B030D-6E8A-4147-A177-3AD203B41FA5}">
                      <a16:colId xmlns:a16="http://schemas.microsoft.com/office/drawing/2014/main" val="1880600606"/>
                    </a:ext>
                  </a:extLst>
                </a:gridCol>
                <a:gridCol w="1152747">
                  <a:extLst>
                    <a:ext uri="{9D8B030D-6E8A-4147-A177-3AD203B41FA5}">
                      <a16:colId xmlns:a16="http://schemas.microsoft.com/office/drawing/2014/main" val="3354572331"/>
                    </a:ext>
                  </a:extLst>
                </a:gridCol>
              </a:tblGrid>
              <a:tr h="360589">
                <a:tc>
                  <a:txBody>
                    <a:bodyPr/>
                    <a:lstStyle/>
                    <a:p>
                      <a:pPr marL="0" marR="0" lvl="0" indent="0" algn="l">
                        <a:lnSpc>
                          <a:spcPct val="100000"/>
                        </a:lnSpc>
                        <a:spcBef>
                          <a:spcPts val="0"/>
                        </a:spcBef>
                        <a:spcAft>
                          <a:spcPts val="0"/>
                        </a:spcAft>
                        <a:buNone/>
                      </a:pPr>
                      <a:r>
                        <a:rPr lang="en-AU" sz="600" b="1" i="0" u="none" strike="noStrike" cap="none" noProof="0">
                          <a:solidFill>
                            <a:schemeClr val="bg1">
                              <a:lumMod val="85000"/>
                            </a:schemeClr>
                          </a:solidFill>
                          <a:latin typeface="Roboto"/>
                        </a:rPr>
                        <a:t>Control measures that require training</a:t>
                      </a:r>
                    </a:p>
                  </a:txBody>
                  <a:tcPr marL="91425" marR="91425" marT="91425" marB="91425">
                    <a:lnL w="19050" cap="flat" cmpd="sng">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med" len="med"/>
                      <a:tailEnd type="none" w="med" len="med"/>
                    </a:lnT>
                    <a:lnB w="19050" cap="flat" cmpd="sng">
                      <a:solidFill>
                        <a:srgbClr val="666666"/>
                      </a:solidFill>
                      <a:prstDash val="solid"/>
                      <a:round/>
                      <a:headEnd type="none" w="sm" len="sm"/>
                      <a:tailEnd type="none" w="sm" len="sm"/>
                    </a:lnB>
                    <a:solidFill>
                      <a:srgbClr val="434343"/>
                    </a:solidFill>
                  </a:tcPr>
                </a:tc>
                <a:tc>
                  <a:txBody>
                    <a:bodyPr/>
                    <a:lstStyle/>
                    <a:p>
                      <a:pPr marL="0" marR="0" lvl="0" indent="0" algn="l" rtl="0">
                        <a:lnSpc>
                          <a:spcPct val="100000"/>
                        </a:lnSpc>
                        <a:spcBef>
                          <a:spcPts val="0"/>
                        </a:spcBef>
                        <a:spcAft>
                          <a:spcPts val="0"/>
                        </a:spcAft>
                        <a:buClr>
                          <a:srgbClr val="D9D9D9"/>
                        </a:buClr>
                        <a:buSzPts val="1000"/>
                        <a:buFont typeface="Roboto"/>
                        <a:buNone/>
                      </a:pPr>
                      <a:r>
                        <a:rPr lang="en-AU" sz="600" b="1" u="none" strike="noStrike" cap="none">
                          <a:solidFill>
                            <a:srgbClr val="D9D9D9"/>
                          </a:solidFill>
                          <a:latin typeface="Roboto"/>
                          <a:ea typeface="Roboto"/>
                        </a:rPr>
                        <a:t>What training is required</a:t>
                      </a: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med" len="med"/>
                      <a:tailEnd type="none" w="med" len="med"/>
                    </a:lnT>
                    <a:lnB w="19050" cap="flat" cmpd="sng">
                      <a:solidFill>
                        <a:srgbClr val="666666"/>
                      </a:solidFill>
                      <a:prstDash val="solid"/>
                      <a:round/>
                      <a:headEnd type="none" w="sm" len="sm"/>
                      <a:tailEnd type="none" w="sm" len="sm"/>
                    </a:lnB>
                    <a:solidFill>
                      <a:srgbClr val="434343"/>
                    </a:solidFill>
                  </a:tcPr>
                </a:tc>
                <a:tc>
                  <a:txBody>
                    <a:bodyPr/>
                    <a:lstStyle/>
                    <a:p>
                      <a:pPr marL="0" marR="0" lvl="0" indent="0" algn="l">
                        <a:lnSpc>
                          <a:spcPct val="100000"/>
                        </a:lnSpc>
                        <a:spcBef>
                          <a:spcPts val="0"/>
                        </a:spcBef>
                        <a:spcAft>
                          <a:spcPts val="0"/>
                        </a:spcAft>
                        <a:buNone/>
                      </a:pPr>
                      <a:r>
                        <a:rPr lang="en-AU" sz="600" b="1" u="none" strike="noStrike" cap="none">
                          <a:solidFill>
                            <a:srgbClr val="D9D9D9"/>
                          </a:solidFill>
                          <a:latin typeface="Roboto"/>
                          <a:ea typeface="Roboto"/>
                        </a:rPr>
                        <a:t>Who is to be trained</a:t>
                      </a:r>
                      <a:endParaRPr lang="en-US"/>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med" len="med"/>
                      <a:tailEnd type="none" w="med" len="med"/>
                    </a:lnT>
                    <a:lnB w="19050" cap="flat" cmpd="sng">
                      <a:solidFill>
                        <a:srgbClr val="666666"/>
                      </a:solidFill>
                      <a:prstDash val="solid"/>
                      <a:round/>
                      <a:headEnd type="none" w="sm" len="sm"/>
                      <a:tailEnd type="none" w="sm" len="sm"/>
                    </a:lnB>
                    <a:solidFill>
                      <a:srgbClr val="434343"/>
                    </a:solidFill>
                  </a:tcPr>
                </a:tc>
                <a:tc>
                  <a:txBody>
                    <a:bodyPr/>
                    <a:lstStyle/>
                    <a:p>
                      <a:pPr marL="0" lvl="0" indent="0" algn="l">
                        <a:lnSpc>
                          <a:spcPct val="100000"/>
                        </a:lnSpc>
                        <a:spcBef>
                          <a:spcPts val="0"/>
                        </a:spcBef>
                        <a:spcAft>
                          <a:spcPts val="0"/>
                        </a:spcAft>
                        <a:buNone/>
                      </a:pPr>
                      <a:r>
                        <a:rPr lang="en-AU" sz="600" b="1" u="none" strike="noStrike" cap="none">
                          <a:solidFill>
                            <a:srgbClr val="D9D9D9"/>
                          </a:solidFill>
                          <a:latin typeface="Roboto"/>
                          <a:ea typeface="Roboto"/>
                        </a:rPr>
                        <a:t>Who is conducting the training</a:t>
                      </a:r>
                      <a:endParaRPr lang="en-US"/>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med" len="med"/>
                      <a:tailEnd type="none" w="med" len="med"/>
                    </a:lnR>
                    <a:lnT w="19050">
                      <a:solidFill>
                        <a:srgbClr val="666666"/>
                      </a:solidFill>
                    </a:lnT>
                    <a:lnB w="19050">
                      <a:solidFill>
                        <a:srgbClr val="666666"/>
                      </a:solidFill>
                    </a:lnB>
                    <a:solidFill>
                      <a:srgbClr val="434343"/>
                    </a:solidFill>
                  </a:tcPr>
                </a:tc>
                <a:tc>
                  <a:txBody>
                    <a:bodyPr/>
                    <a:lstStyle/>
                    <a:p>
                      <a:pPr marL="0" lvl="0" indent="0" algn="l">
                        <a:lnSpc>
                          <a:spcPct val="100000"/>
                        </a:lnSpc>
                        <a:spcBef>
                          <a:spcPts val="0"/>
                        </a:spcBef>
                        <a:spcAft>
                          <a:spcPts val="0"/>
                        </a:spcAft>
                        <a:buNone/>
                      </a:pPr>
                      <a:r>
                        <a:rPr lang="en-AU" sz="600" b="1" u="none" strike="noStrike" cap="none">
                          <a:solidFill>
                            <a:srgbClr val="D9D9D9"/>
                          </a:solidFill>
                          <a:latin typeface="Roboto"/>
                          <a:ea typeface="Roboto"/>
                        </a:rPr>
                        <a:t>Date the training must be completed by</a:t>
                      </a:r>
                    </a:p>
                  </a:txBody>
                  <a:tcPr marL="91425" marR="91425" marT="91425" marB="91425">
                    <a:lnL w="19050" cap="flat" cmpd="sng" algn="ctr">
                      <a:solidFill>
                        <a:srgbClr val="666666"/>
                      </a:solidFill>
                      <a:prstDash val="solid"/>
                      <a:round/>
                      <a:headEnd type="none" w="med" len="med"/>
                      <a:tailEnd type="none" w="med" len="med"/>
                    </a:lnL>
                    <a:lnR w="19050" cap="flat" cmpd="sng" algn="ctr">
                      <a:solidFill>
                        <a:srgbClr val="666666"/>
                      </a:solidFill>
                      <a:prstDash val="solid"/>
                      <a:round/>
                      <a:headEnd type="none" w="med" len="med"/>
                      <a:tailEnd type="none" w="med" len="med"/>
                    </a:lnR>
                    <a:lnT w="19050">
                      <a:solidFill>
                        <a:srgbClr val="666666"/>
                      </a:solidFill>
                    </a:lnT>
                    <a:lnB w="19050">
                      <a:solidFill>
                        <a:srgbClr val="666666"/>
                      </a:solidFill>
                    </a:lnB>
                    <a:solidFill>
                      <a:srgbClr val="434343"/>
                    </a:solidFill>
                  </a:tcPr>
                </a:tc>
                <a:extLst>
                  <a:ext uri="{0D108BD9-81ED-4DB2-BD59-A6C34878D82A}">
                    <a16:rowId xmlns:a16="http://schemas.microsoft.com/office/drawing/2014/main" val="10000"/>
                  </a:ext>
                </a:extLst>
              </a:tr>
              <a:tr h="537482">
                <a:tc>
                  <a:txBody>
                    <a:bodyPr/>
                    <a:lstStyle/>
                    <a:p>
                      <a:pPr marL="0" marR="0" lvl="0" indent="0" algn="l">
                        <a:lnSpc>
                          <a:spcPct val="100000"/>
                        </a:lnSpc>
                        <a:spcBef>
                          <a:spcPts val="0"/>
                        </a:spcBef>
                        <a:spcAft>
                          <a:spcPts val="0"/>
                        </a:spcAft>
                        <a:buNone/>
                      </a:pPr>
                      <a:r>
                        <a:rPr lang="en-AU" sz="600" b="0" i="0" u="none" strike="noStrike" cap="none" noProof="0">
                          <a:solidFill>
                            <a:srgbClr val="92D050"/>
                          </a:solidFill>
                          <a:latin typeface="Roboto"/>
                        </a:rPr>
                        <a:t>Answer here</a:t>
                      </a:r>
                      <a:endParaRPr lang="en-AU" sz="600" b="0" i="0" u="none" strike="noStrike" cap="none" noProof="0">
                        <a:solidFill>
                          <a:srgbClr val="92D050"/>
                        </a:solidFill>
                        <a:latin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a:lnSpc>
                          <a:spcPct val="100000"/>
                        </a:lnSpc>
                        <a:spcBef>
                          <a:spcPts val="0"/>
                        </a:spcBef>
                        <a:spcAft>
                          <a:spcPts val="0"/>
                        </a:spcAft>
                        <a:buNone/>
                      </a:pPr>
                      <a:r>
                        <a:rPr lang="en-AU" sz="600" b="0" i="0" u="none" strike="noStrike" cap="none" noProof="0">
                          <a:solidFill>
                            <a:srgbClr val="92D050"/>
                          </a:solidFill>
                          <a:latin typeface="Roboto"/>
                        </a:rPr>
                        <a:t>Answer here</a:t>
                      </a:r>
                      <a:endParaRPr lang="en-US" sz="600">
                        <a:latin typeface="Roboto"/>
                        <a:sym typeface="Roboto"/>
                      </a:endParaRP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a:lnSpc>
                          <a:spcPct val="100000"/>
                        </a:lnSpc>
                        <a:spcBef>
                          <a:spcPts val="0"/>
                        </a:spcBef>
                        <a:spcAft>
                          <a:spcPts val="0"/>
                        </a:spcAft>
                        <a:buNone/>
                      </a:pPr>
                      <a:r>
                        <a:rPr lang="en-AU" sz="600" b="0" i="0" u="none" strike="noStrike" cap="none" noProof="0">
                          <a:solidFill>
                            <a:srgbClr val="92D050"/>
                          </a:solidFill>
                          <a:latin typeface="Roboto"/>
                        </a:rPr>
                        <a:t>Answer here</a:t>
                      </a:r>
                      <a:endParaRPr lang="en-US" sz="600">
                        <a:latin typeface="Roboto"/>
                        <a:sym typeface="Roboto"/>
                      </a:endParaRP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lvl="0" indent="0" algn="l">
                        <a:lnSpc>
                          <a:spcPct val="100000"/>
                        </a:lnSpc>
                        <a:spcBef>
                          <a:spcPts val="0"/>
                        </a:spcBef>
                        <a:spcAft>
                          <a:spcPts val="0"/>
                        </a:spcAft>
                        <a:buNone/>
                      </a:pPr>
                      <a:r>
                        <a:rPr lang="en-AU" sz="600" b="0" i="0" u="none" strike="noStrike" cap="none" noProof="0">
                          <a:solidFill>
                            <a:srgbClr val="92D050"/>
                          </a:solidFill>
                          <a:latin typeface="Roboto"/>
                        </a:rPr>
                        <a:t>Answer here</a:t>
                      </a:r>
                    </a:p>
                    <a:p>
                      <a:pPr marL="0" lvl="0" indent="0" algn="l">
                        <a:lnSpc>
                          <a:spcPct val="100000"/>
                        </a:lnSpc>
                        <a:spcBef>
                          <a:spcPts val="0"/>
                        </a:spcBef>
                        <a:spcAft>
                          <a:spcPts val="0"/>
                        </a:spcAft>
                        <a:buNone/>
                      </a:pPr>
                      <a:endParaRPr lang="en-US" sz="600">
                        <a:latin typeface="Roboto"/>
                      </a:endParaRPr>
                    </a:p>
                  </a:txBody>
                  <a:tcPr marL="91425" marR="91425" marT="91425" marB="91425">
                    <a:lnL w="19050" cap="flat" cmpd="sng" algn="ctr">
                      <a:solidFill>
                        <a:srgbClr val="666666"/>
                      </a:solidFill>
                      <a:prstDash val="solid"/>
                      <a:round/>
                      <a:headEnd type="none" w="sm" len="sm"/>
                      <a:tailEnd type="none" w="sm" len="sm"/>
                    </a:lnL>
                    <a:lnR w="19050">
                      <a:solidFill>
                        <a:srgbClr val="666666"/>
                      </a:solidFill>
                    </a:lnR>
                    <a:lnT w="19050">
                      <a:solidFill>
                        <a:srgbClr val="666666"/>
                      </a:solidFill>
                    </a:lnT>
                    <a:lnB w="19050">
                      <a:solidFill>
                        <a:srgbClr val="666666"/>
                      </a:solidFill>
                    </a:lnB>
                  </a:tcPr>
                </a:tc>
                <a:tc>
                  <a:txBody>
                    <a:bodyPr/>
                    <a:lstStyle/>
                    <a:p>
                      <a:pPr marL="0" lvl="0" indent="0" algn="l">
                        <a:lnSpc>
                          <a:spcPct val="100000"/>
                        </a:lnSpc>
                        <a:spcBef>
                          <a:spcPts val="0"/>
                        </a:spcBef>
                        <a:spcAft>
                          <a:spcPts val="0"/>
                        </a:spcAft>
                        <a:buNone/>
                      </a:pPr>
                      <a:r>
                        <a:rPr lang="en-AU" sz="600" b="0" i="0" u="none" strike="noStrike" cap="none" noProof="0">
                          <a:solidFill>
                            <a:srgbClr val="92D050"/>
                          </a:solidFill>
                          <a:latin typeface="Roboto"/>
                        </a:rPr>
                        <a:t>Answer here</a:t>
                      </a:r>
                      <a:endParaRPr lang="en-US" sz="600">
                        <a:latin typeface="Roboto"/>
                        <a:sym typeface="Roboto"/>
                      </a:endParaRPr>
                    </a:p>
                  </a:txBody>
                  <a:tcPr marL="91425" marR="91425" marT="91425" marB="91425">
                    <a:lnL w="19050">
                      <a:solidFill>
                        <a:srgbClr val="666666"/>
                      </a:solidFill>
                    </a:lnL>
                    <a:lnR w="19050">
                      <a:solidFill>
                        <a:srgbClr val="666666"/>
                      </a:solidFill>
                    </a:lnR>
                    <a:lnT w="19050">
                      <a:solidFill>
                        <a:srgbClr val="666666"/>
                      </a:solidFill>
                    </a:lnT>
                    <a:lnB w="19050">
                      <a:solidFill>
                        <a:srgbClr val="666666"/>
                      </a:solidFill>
                    </a:lnB>
                  </a:tcPr>
                </a:tc>
                <a:extLst>
                  <a:ext uri="{0D108BD9-81ED-4DB2-BD59-A6C34878D82A}">
                    <a16:rowId xmlns:a16="http://schemas.microsoft.com/office/drawing/2014/main" val="10001"/>
                  </a:ext>
                </a:extLst>
              </a:tr>
              <a:tr h="550333">
                <a:tc>
                  <a:txBody>
                    <a:bodyPr/>
                    <a:lstStyle/>
                    <a:p>
                      <a:pPr marL="0" marR="0" lvl="0" indent="0" algn="l">
                        <a:lnSpc>
                          <a:spcPct val="100000"/>
                        </a:lnSpc>
                        <a:spcBef>
                          <a:spcPts val="0"/>
                        </a:spcBef>
                        <a:spcAft>
                          <a:spcPts val="0"/>
                        </a:spcAft>
                        <a:buNone/>
                      </a:pPr>
                      <a:endParaRPr lang="en-AU" sz="600" b="0" i="0" u="none" strike="noStrike" noProof="0">
                        <a:solidFill>
                          <a:srgbClr val="92D050"/>
                        </a:solidFill>
                        <a:latin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lvl="0" indent="0">
                        <a:lnSpc>
                          <a:spcPct val="100000"/>
                        </a:lnSpc>
                        <a:spcBef>
                          <a:spcPts val="0"/>
                        </a:spcBef>
                        <a:spcAft>
                          <a:spcPts val="0"/>
                        </a:spcAft>
                        <a:buNone/>
                      </a:pPr>
                      <a:endParaRPr lang="en-AU" sz="600" b="0" i="0" u="none" strike="noStrike" noProof="0">
                        <a:solidFill>
                          <a:srgbClr val="92D050"/>
                        </a:solidFill>
                        <a:latin typeface="Roboto"/>
                      </a:endParaRPr>
                    </a:p>
                  </a:txBody>
                  <a:tcPr marL="91425" marR="91425" marT="91425" marB="91425">
                    <a:lnL w="19050" cap="flat" cmpd="sng" algn="ctr">
                      <a:solidFill>
                        <a:srgbClr val="666666"/>
                      </a:solidFill>
                      <a:prstDash val="solid"/>
                      <a:round/>
                      <a:headEnd type="none" w="sm" len="sm"/>
                      <a:tailEnd type="none" w="sm" len="sm"/>
                    </a:lnL>
                    <a:lnR w="19050">
                      <a:solidFill>
                        <a:srgbClr val="666666"/>
                      </a:solidFill>
                    </a:lnR>
                    <a:lnT w="19050">
                      <a:solidFill>
                        <a:srgbClr val="666666"/>
                      </a:solidFill>
                    </a:lnT>
                    <a:lnB w="19050">
                      <a:solidFill>
                        <a:srgbClr val="666666"/>
                      </a:solidFill>
                    </a:lnB>
                  </a:tcPr>
                </a:tc>
                <a:tc>
                  <a:txBody>
                    <a:bodyPr/>
                    <a:lstStyle/>
                    <a:p>
                      <a:pPr marL="0" lvl="0" indent="0">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a:solidFill>
                        <a:srgbClr val="666666"/>
                      </a:solidFill>
                    </a:lnL>
                    <a:lnR w="19050">
                      <a:solidFill>
                        <a:srgbClr val="666666"/>
                      </a:solidFill>
                    </a:lnR>
                    <a:lnT w="19050">
                      <a:solidFill>
                        <a:srgbClr val="666666"/>
                      </a:solidFill>
                    </a:lnT>
                    <a:lnB w="19050">
                      <a:solidFill>
                        <a:srgbClr val="666666"/>
                      </a:solidFill>
                    </a:lnB>
                  </a:tcPr>
                </a:tc>
                <a:extLst>
                  <a:ext uri="{0D108BD9-81ED-4DB2-BD59-A6C34878D82A}">
                    <a16:rowId xmlns:a16="http://schemas.microsoft.com/office/drawing/2014/main" val="10004"/>
                  </a:ext>
                </a:extLst>
              </a:tr>
              <a:tr h="537482">
                <a:tc>
                  <a:txBody>
                    <a:bodyPr/>
                    <a:lstStyle/>
                    <a:p>
                      <a:pPr marL="0" marR="0" lvl="0" indent="0" algn="l">
                        <a:lnSpc>
                          <a:spcPct val="100000"/>
                        </a:lnSpc>
                        <a:spcBef>
                          <a:spcPts val="0"/>
                        </a:spcBef>
                        <a:spcAft>
                          <a:spcPts val="0"/>
                        </a:spcAft>
                        <a:buNone/>
                      </a:pPr>
                      <a:endParaRPr lang="en-AU" sz="600" b="0" i="0" u="none" strike="noStrike" noProof="0">
                        <a:solidFill>
                          <a:srgbClr val="92D050"/>
                        </a:solidFill>
                        <a:latin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lvl="0" indent="0">
                        <a:lnSpc>
                          <a:spcPct val="100000"/>
                        </a:lnSpc>
                        <a:spcBef>
                          <a:spcPts val="0"/>
                        </a:spcBef>
                        <a:spcAft>
                          <a:spcPts val="0"/>
                        </a:spcAft>
                        <a:buNone/>
                      </a:pPr>
                      <a:endParaRPr lang="en-AU" sz="600" b="0" i="0" u="none" strike="noStrike" noProof="0">
                        <a:solidFill>
                          <a:srgbClr val="92D050"/>
                        </a:solidFill>
                        <a:latin typeface="Roboto"/>
                      </a:endParaRPr>
                    </a:p>
                  </a:txBody>
                  <a:tcPr marL="91425" marR="91425" marT="91425" marB="91425">
                    <a:lnL w="19050" cap="flat" cmpd="sng" algn="ctr">
                      <a:solidFill>
                        <a:srgbClr val="666666"/>
                      </a:solidFill>
                      <a:prstDash val="solid"/>
                      <a:round/>
                      <a:headEnd type="none" w="sm" len="sm"/>
                      <a:tailEnd type="none" w="sm" len="sm"/>
                    </a:lnL>
                    <a:lnR w="19050">
                      <a:solidFill>
                        <a:srgbClr val="666666"/>
                      </a:solidFill>
                    </a:lnR>
                    <a:lnT w="19050">
                      <a:solidFill>
                        <a:srgbClr val="666666"/>
                      </a:solidFill>
                    </a:lnT>
                    <a:lnB w="19050">
                      <a:solidFill>
                        <a:srgbClr val="666666"/>
                      </a:solidFill>
                    </a:lnB>
                  </a:tcPr>
                </a:tc>
                <a:tc>
                  <a:txBody>
                    <a:bodyPr/>
                    <a:lstStyle/>
                    <a:p>
                      <a:pPr marL="0" lvl="0" indent="0">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a:solidFill>
                        <a:srgbClr val="666666"/>
                      </a:solidFill>
                    </a:lnL>
                    <a:lnR w="19050">
                      <a:solidFill>
                        <a:srgbClr val="666666"/>
                      </a:solidFill>
                    </a:lnR>
                    <a:lnT w="19050">
                      <a:solidFill>
                        <a:srgbClr val="666666"/>
                      </a:solidFill>
                    </a:lnT>
                    <a:lnB w="19050">
                      <a:solidFill>
                        <a:srgbClr val="666666"/>
                      </a:solidFill>
                    </a:lnB>
                  </a:tcPr>
                </a:tc>
                <a:extLst>
                  <a:ext uri="{0D108BD9-81ED-4DB2-BD59-A6C34878D82A}">
                    <a16:rowId xmlns:a16="http://schemas.microsoft.com/office/drawing/2014/main" val="10005"/>
                  </a:ext>
                </a:extLst>
              </a:tr>
              <a:tr h="537482">
                <a:tc>
                  <a:txBody>
                    <a:bodyPr/>
                    <a:lstStyle/>
                    <a:p>
                      <a:pPr marL="0" lvl="0" indent="0">
                        <a:spcBef>
                          <a:spcPts val="0"/>
                        </a:spcBef>
                        <a:spcAft>
                          <a:spcPts val="0"/>
                        </a:spcAft>
                        <a:buNone/>
                      </a:pPr>
                      <a:endParaRPr lang="en-AU" sz="600" b="0" i="0" u="none" strike="noStrike" noProof="0">
                        <a:solidFill>
                          <a:srgbClr val="92D050"/>
                        </a:solidFill>
                        <a:latin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lgn="ctr">
                      <a:solidFill>
                        <a:srgbClr val="666666"/>
                      </a:solidFill>
                      <a:prstDash val="solid"/>
                      <a:round/>
                      <a:headEnd type="none" w="sm" len="sm"/>
                      <a:tailEnd type="none" w="sm" len="sm"/>
                    </a:lnB>
                  </a:tcPr>
                </a:tc>
                <a:tc>
                  <a:txBody>
                    <a:bodyPr/>
                    <a:lstStyle/>
                    <a:p>
                      <a:pPr marL="0" marR="0" lvl="0" indent="0" algn="l">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lgn="ctr">
                      <a:solidFill>
                        <a:srgbClr val="666666"/>
                      </a:solidFill>
                      <a:prstDash val="solid"/>
                      <a:round/>
                      <a:headEnd type="none" w="sm" len="sm"/>
                      <a:tailEnd type="none" w="sm" len="sm"/>
                    </a:lnB>
                  </a:tcPr>
                </a:tc>
                <a:tc>
                  <a:txBody>
                    <a:bodyPr/>
                    <a:lstStyle/>
                    <a:p>
                      <a:pPr marL="0" marR="0" lvl="0" indent="0">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lgn="ctr">
                      <a:solidFill>
                        <a:srgbClr val="666666"/>
                      </a:solidFill>
                      <a:prstDash val="solid"/>
                      <a:round/>
                      <a:headEnd type="none" w="sm" len="sm"/>
                      <a:tailEnd type="none" w="sm" len="sm"/>
                    </a:lnB>
                  </a:tcPr>
                </a:tc>
                <a:tc>
                  <a:txBody>
                    <a:bodyPr/>
                    <a:lstStyle/>
                    <a:p>
                      <a:pPr marL="0" lvl="0" indent="0">
                        <a:lnSpc>
                          <a:spcPct val="100000"/>
                        </a:lnSpc>
                        <a:spcBef>
                          <a:spcPts val="0"/>
                        </a:spcBef>
                        <a:spcAft>
                          <a:spcPts val="0"/>
                        </a:spcAft>
                        <a:buNone/>
                      </a:pPr>
                      <a:endParaRPr lang="en-AU" sz="600" b="0" i="0" u="none" strike="noStrike" noProof="0">
                        <a:solidFill>
                          <a:srgbClr val="92D050"/>
                        </a:solidFill>
                        <a:latin typeface="Roboto"/>
                      </a:endParaRPr>
                    </a:p>
                  </a:txBody>
                  <a:tcPr marL="91425" marR="91425" marT="91425" marB="91425">
                    <a:lnL w="19050" cap="flat" cmpd="sng" algn="ctr">
                      <a:solidFill>
                        <a:srgbClr val="666666"/>
                      </a:solidFill>
                      <a:prstDash val="solid"/>
                      <a:round/>
                      <a:headEnd type="none" w="sm" len="sm"/>
                      <a:tailEnd type="none" w="sm" len="sm"/>
                    </a:lnL>
                    <a:lnR w="19050">
                      <a:solidFill>
                        <a:srgbClr val="666666"/>
                      </a:solidFill>
                    </a:lnR>
                    <a:lnT w="19050">
                      <a:solidFill>
                        <a:srgbClr val="666666"/>
                      </a:solidFill>
                    </a:lnT>
                    <a:lnB w="19050" cap="flat" cmpd="sng" algn="ctr">
                      <a:solidFill>
                        <a:srgbClr val="666666"/>
                      </a:solidFill>
                      <a:prstDash val="solid"/>
                      <a:round/>
                      <a:headEnd type="none" w="med" len="med"/>
                      <a:tailEnd type="none" w="med" len="med"/>
                    </a:lnB>
                  </a:tcPr>
                </a:tc>
                <a:tc>
                  <a:txBody>
                    <a:bodyPr/>
                    <a:lstStyle/>
                    <a:p>
                      <a:pPr marL="0" lvl="0" indent="0">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a:solidFill>
                        <a:srgbClr val="666666"/>
                      </a:solidFill>
                    </a:lnL>
                    <a:lnR w="19050">
                      <a:solidFill>
                        <a:srgbClr val="666666"/>
                      </a:solidFill>
                    </a:lnR>
                    <a:lnT w="19050">
                      <a:solidFill>
                        <a:srgbClr val="666666"/>
                      </a:solidFill>
                    </a:lnT>
                    <a:lnB w="19050" cap="flat" cmpd="sng" algn="ctr">
                      <a:solidFill>
                        <a:srgbClr val="666666"/>
                      </a:solidFill>
                      <a:prstDash val="solid"/>
                      <a:round/>
                      <a:headEnd type="none" w="med" len="med"/>
                      <a:tailEnd type="none" w="med" len="med"/>
                    </a:lnB>
                  </a:tcPr>
                </a:tc>
                <a:extLst>
                  <a:ext uri="{0D108BD9-81ED-4DB2-BD59-A6C34878D82A}">
                    <a16:rowId xmlns:a16="http://schemas.microsoft.com/office/drawing/2014/main" val="10006"/>
                  </a:ext>
                </a:extLst>
              </a:tr>
              <a:tr h="537482">
                <a:tc>
                  <a:txBody>
                    <a:bodyPr/>
                    <a:lstStyle/>
                    <a:p>
                      <a:pPr marL="0" lvl="0" indent="0">
                        <a:spcBef>
                          <a:spcPts val="0"/>
                        </a:spcBef>
                        <a:spcAft>
                          <a:spcPts val="0"/>
                        </a:spcAft>
                        <a:buNone/>
                      </a:pPr>
                      <a:endParaRPr lang="en-AU" sz="600" b="0" i="0" u="none" strike="noStrike" noProof="0">
                        <a:solidFill>
                          <a:srgbClr val="92D050"/>
                        </a:solidFill>
                        <a:latin typeface="Roboto"/>
                        <a:sym typeface="Roboto"/>
                      </a:endParaRPr>
                    </a:p>
                  </a:txBody>
                  <a:tcPr marL="91425" marR="91425" marT="91425" marB="91425">
                    <a:lnL w="19050">
                      <a:solidFill>
                        <a:srgbClr val="666666"/>
                      </a:solidFill>
                    </a:lnL>
                    <a:lnR w="19050">
                      <a:solidFill>
                        <a:srgbClr val="666666"/>
                      </a:solidFill>
                    </a:lnR>
                    <a:lnT w="19050" cap="flat" cmpd="sng" algn="ctr">
                      <a:solidFill>
                        <a:srgbClr val="666666"/>
                      </a:solidFill>
                      <a:prstDash val="solid"/>
                      <a:round/>
                      <a:headEnd type="none" w="sm" len="sm"/>
                      <a:tailEnd type="none" w="sm" len="sm"/>
                    </a:lnT>
                    <a:lnB w="19050">
                      <a:solidFill>
                        <a:srgbClr val="666666"/>
                      </a:solidFill>
                    </a:lnB>
                  </a:tcPr>
                </a:tc>
                <a:tc>
                  <a:txBody>
                    <a:bodyPr/>
                    <a:lstStyle/>
                    <a:p>
                      <a:pPr marL="0" lvl="0" indent="0" algn="l">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a:solidFill>
                        <a:srgbClr val="666666"/>
                      </a:solidFill>
                    </a:lnL>
                    <a:lnR w="19050">
                      <a:solidFill>
                        <a:srgbClr val="666666"/>
                      </a:solidFill>
                    </a:lnR>
                    <a:lnT w="19050" cap="flat" cmpd="sng" algn="ctr">
                      <a:solidFill>
                        <a:srgbClr val="666666"/>
                      </a:solidFill>
                      <a:prstDash val="solid"/>
                      <a:round/>
                      <a:headEnd type="none" w="sm" len="sm"/>
                      <a:tailEnd type="none" w="sm" len="sm"/>
                    </a:lnT>
                    <a:lnB w="19050">
                      <a:solidFill>
                        <a:srgbClr val="666666"/>
                      </a:solidFill>
                    </a:lnB>
                  </a:tcPr>
                </a:tc>
                <a:tc>
                  <a:txBody>
                    <a:bodyPr/>
                    <a:lstStyle/>
                    <a:p>
                      <a:pPr marL="0" lvl="0" indent="0">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a:solidFill>
                        <a:srgbClr val="666666"/>
                      </a:solidFill>
                    </a:lnL>
                    <a:lnR w="19050">
                      <a:solidFill>
                        <a:srgbClr val="666666"/>
                      </a:solidFill>
                    </a:lnR>
                    <a:lnT w="19050" cap="flat" cmpd="sng" algn="ctr">
                      <a:solidFill>
                        <a:srgbClr val="666666"/>
                      </a:solidFill>
                      <a:prstDash val="solid"/>
                      <a:round/>
                      <a:headEnd type="none" w="sm" len="sm"/>
                      <a:tailEnd type="none" w="sm" len="sm"/>
                    </a:lnT>
                    <a:lnB w="19050">
                      <a:solidFill>
                        <a:srgbClr val="666666"/>
                      </a:solidFill>
                    </a:lnB>
                  </a:tcPr>
                </a:tc>
                <a:tc>
                  <a:txBody>
                    <a:bodyPr/>
                    <a:lstStyle/>
                    <a:p>
                      <a:pPr marL="0" lvl="0" indent="0">
                        <a:lnSpc>
                          <a:spcPct val="100000"/>
                        </a:lnSpc>
                        <a:spcBef>
                          <a:spcPts val="0"/>
                        </a:spcBef>
                        <a:spcAft>
                          <a:spcPts val="0"/>
                        </a:spcAft>
                        <a:buNone/>
                      </a:pPr>
                      <a:endParaRPr lang="en-AU" sz="600" b="0" i="0" u="none" strike="noStrike" noProof="0">
                        <a:solidFill>
                          <a:srgbClr val="92D050"/>
                        </a:solidFill>
                        <a:latin typeface="Roboto"/>
                      </a:endParaRPr>
                    </a:p>
                  </a:txBody>
                  <a:tcPr marL="91425" marR="91425" marT="91425" marB="91425">
                    <a:lnL w="19050">
                      <a:solidFill>
                        <a:srgbClr val="666666"/>
                      </a:solidFill>
                    </a:lnL>
                    <a:lnR w="19050">
                      <a:solidFill>
                        <a:srgbClr val="666666"/>
                      </a:solidFill>
                    </a:lnR>
                    <a:lnT w="19050">
                      <a:solidFill>
                        <a:srgbClr val="666666"/>
                      </a:solidFill>
                    </a:lnT>
                    <a:lnB w="19050">
                      <a:solidFill>
                        <a:srgbClr val="666666"/>
                      </a:solidFill>
                    </a:lnB>
                  </a:tcPr>
                </a:tc>
                <a:tc>
                  <a:txBody>
                    <a:bodyPr/>
                    <a:lstStyle/>
                    <a:p>
                      <a:pPr marL="0" lvl="0" indent="0">
                        <a:lnSpc>
                          <a:spcPct val="100000"/>
                        </a:lnSpc>
                        <a:spcBef>
                          <a:spcPts val="0"/>
                        </a:spcBef>
                        <a:spcAft>
                          <a:spcPts val="0"/>
                        </a:spcAft>
                        <a:buNone/>
                      </a:pPr>
                      <a:endParaRPr lang="en-AU" sz="600" b="0" i="0" u="none" strike="noStrike" cap="none" noProof="0">
                        <a:solidFill>
                          <a:srgbClr val="92D050"/>
                        </a:solidFill>
                        <a:latin typeface="Roboto"/>
                        <a:sym typeface="Roboto"/>
                      </a:endParaRPr>
                    </a:p>
                  </a:txBody>
                  <a:tcPr marL="91425" marR="91425" marT="91425" marB="91425">
                    <a:lnL w="19050">
                      <a:solidFill>
                        <a:srgbClr val="666666"/>
                      </a:solidFill>
                    </a:lnL>
                    <a:lnR w="19050">
                      <a:solidFill>
                        <a:srgbClr val="666666"/>
                      </a:solidFill>
                    </a:lnR>
                    <a:lnT w="19050">
                      <a:solidFill>
                        <a:srgbClr val="666666"/>
                      </a:solidFill>
                    </a:lnT>
                    <a:lnB w="19050">
                      <a:solidFill>
                        <a:srgbClr val="666666"/>
                      </a:solidFill>
                    </a:lnB>
                  </a:tcPr>
                </a:tc>
                <a:extLst>
                  <a:ext uri="{0D108BD9-81ED-4DB2-BD59-A6C34878D82A}">
                    <a16:rowId xmlns:a16="http://schemas.microsoft.com/office/drawing/2014/main" val="3875556906"/>
                  </a:ext>
                </a:extLst>
              </a:tr>
            </a:tbl>
          </a:graphicData>
        </a:graphic>
      </p:graphicFrame>
      <p:sp>
        <p:nvSpPr>
          <p:cNvPr id="4" name="Google Shape;254;p40">
            <a:extLst>
              <a:ext uri="{FF2B5EF4-FFF2-40B4-BE49-F238E27FC236}">
                <a16:creationId xmlns:a16="http://schemas.microsoft.com/office/drawing/2014/main" id="{89B6003B-F3DC-4FC5-97AF-24D6042512BB}"/>
              </a:ext>
            </a:extLst>
          </p:cNvPr>
          <p:cNvSpPr txBox="1">
            <a:spLocks noGrp="1"/>
          </p:cNvSpPr>
          <p:nvPr/>
        </p:nvSpPr>
        <p:spPr>
          <a:xfrm>
            <a:off x="382075" y="1063375"/>
            <a:ext cx="8505717" cy="2943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31800" algn="l" rtl="0">
              <a:lnSpc>
                <a:spcPct val="100000"/>
              </a:lnSpc>
              <a:spcBef>
                <a:spcPts val="640"/>
              </a:spcBef>
              <a:spcAft>
                <a:spcPts val="0"/>
              </a:spcAft>
              <a:buClr>
                <a:srgbClr val="92D050"/>
              </a:buClr>
              <a:buSzPts val="3200"/>
              <a:buFont typeface="Arial"/>
              <a:buChar char="•"/>
              <a:defRPr sz="3200" b="0"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560"/>
              </a:spcBef>
              <a:spcAft>
                <a:spcPts val="0"/>
              </a:spcAft>
              <a:buClr>
                <a:srgbClr val="00B0F0"/>
              </a:buClr>
              <a:buSzPts val="2800"/>
              <a:buFont typeface="Arial"/>
              <a:buChar char="–"/>
              <a:defRPr sz="2800" b="0" i="0" u="none" strike="noStrike" cap="none">
                <a:solidFill>
                  <a:schemeClr val="lt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buClr>
                <a:schemeClr val="dk1"/>
              </a:buClr>
              <a:buSzPts val="2800"/>
              <a:buNone/>
            </a:pPr>
            <a:r>
              <a:rPr lang="en-AU" sz="900">
                <a:solidFill>
                  <a:srgbClr val="B7B7B7"/>
                </a:solidFill>
                <a:latin typeface="Roboto"/>
                <a:ea typeface="Roboto"/>
                <a:cs typeface="Roboto"/>
                <a:sym typeface="Roboto"/>
              </a:rPr>
              <a:t>List and describe any training that will be required to implement and maintain the proposed control measures.</a:t>
            </a:r>
            <a:endParaRPr lang="en-AU" sz="900">
              <a:solidFill>
                <a:srgbClr val="B7B7B7"/>
              </a:solidFill>
              <a:latin typeface="Roboto"/>
              <a:ea typeface="Roboto"/>
            </a:endParaRPr>
          </a:p>
        </p:txBody>
      </p:sp>
    </p:spTree>
    <p:extLst>
      <p:ext uri="{BB962C8B-B14F-4D97-AF65-F5344CB8AC3E}">
        <p14:creationId xmlns:p14="http://schemas.microsoft.com/office/powerpoint/2010/main" val="6908833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33" name="Google Shape;333;p47"/>
          <p:cNvSpPr/>
          <p:nvPr/>
        </p:nvSpPr>
        <p:spPr>
          <a:xfrm>
            <a:off x="6825" y="-6825"/>
            <a:ext cx="447900" cy="51435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 name="Google Shape;291;p44">
            <a:extLst>
              <a:ext uri="{FF2B5EF4-FFF2-40B4-BE49-F238E27FC236}">
                <a16:creationId xmlns:a16="http://schemas.microsoft.com/office/drawing/2014/main" id="{0FD8B14E-7CCF-42C8-9E9F-051852995464}"/>
              </a:ext>
            </a:extLst>
          </p:cNvPr>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GB">
                <a:latin typeface="Roboto"/>
                <a:ea typeface="Roboto"/>
                <a:cs typeface="Roboto"/>
                <a:sym typeface="Roboto"/>
              </a:rPr>
              <a:t>WHS Management Plan</a:t>
            </a:r>
            <a:r>
              <a:rPr lang="en-AU">
                <a:latin typeface="Roboto"/>
                <a:ea typeface="Roboto"/>
                <a:cs typeface="Roboto"/>
                <a:sym typeface="Roboto"/>
              </a:rPr>
              <a:t> | </a:t>
            </a:r>
            <a:r>
              <a:rPr lang="en-AU" sz="3000">
                <a:solidFill>
                  <a:srgbClr val="8CB3E3"/>
                </a:solidFill>
                <a:latin typeface="Roboto"/>
                <a:ea typeface="Roboto"/>
                <a:cs typeface="Roboto"/>
                <a:sym typeface="Roboto"/>
              </a:rPr>
              <a:t>Feedback</a:t>
            </a:r>
            <a:endParaRPr lang="en-US"/>
          </a:p>
        </p:txBody>
      </p:sp>
      <p:sp>
        <p:nvSpPr>
          <p:cNvPr id="17" name="Google Shape;292;p44">
            <a:extLst>
              <a:ext uri="{FF2B5EF4-FFF2-40B4-BE49-F238E27FC236}">
                <a16:creationId xmlns:a16="http://schemas.microsoft.com/office/drawing/2014/main" id="{5AE9912C-98EA-4128-BAF0-91C8BAB6E99F}"/>
              </a:ext>
            </a:extLst>
          </p:cNvPr>
          <p:cNvSpPr txBox="1">
            <a:spLocks noGrp="1"/>
          </p:cNvSpPr>
          <p:nvPr>
            <p:ph type="body" idx="1"/>
          </p:nvPr>
        </p:nvSpPr>
        <p:spPr>
          <a:xfrm>
            <a:off x="383574" y="1063375"/>
            <a:ext cx="7630873" cy="363734"/>
          </a:xfrm>
          <a:prstGeom prst="rect">
            <a:avLst/>
          </a:prstGeom>
          <a:noFill/>
          <a:ln>
            <a:noFill/>
          </a:ln>
        </p:spPr>
        <p:txBody>
          <a:bodyPr spcFirstLastPara="1" wrap="square" lIns="91425" tIns="45700" rIns="91425" bIns="45700" anchor="t" anchorCtr="0">
            <a:noAutofit/>
          </a:bodyPr>
          <a:lstStyle/>
          <a:p>
            <a:pPr marL="0" indent="0">
              <a:spcBef>
                <a:spcPts val="0"/>
              </a:spcBef>
              <a:buClr>
                <a:schemeClr val="dk1"/>
              </a:buClr>
              <a:buNone/>
            </a:pPr>
            <a:r>
              <a:rPr lang="en-US" sz="900" dirty="0">
                <a:solidFill>
                  <a:srgbClr val="B7B7B7"/>
                </a:solidFill>
                <a:latin typeface="Roboto"/>
                <a:ea typeface="Roboto"/>
                <a:cs typeface="Roboto"/>
                <a:sym typeface="Roboto"/>
              </a:rPr>
              <a:t>You </a:t>
            </a:r>
            <a:r>
              <a:rPr lang="en-US" sz="900" b="1" dirty="0">
                <a:solidFill>
                  <a:schemeClr val="bg1">
                    <a:lumMod val="85000"/>
                  </a:schemeClr>
                </a:solidFill>
                <a:latin typeface="Roboto"/>
                <a:ea typeface="Roboto"/>
                <a:cs typeface="Roboto"/>
                <a:sym typeface="Roboto"/>
              </a:rPr>
              <a:t>Must</a:t>
            </a:r>
            <a:r>
              <a:rPr lang="en-US" sz="900">
                <a:solidFill>
                  <a:srgbClr val="B7B7B7"/>
                </a:solidFill>
                <a:latin typeface="Roboto"/>
                <a:ea typeface="Roboto"/>
                <a:cs typeface="Roboto"/>
                <a:sym typeface="Roboto"/>
              </a:rPr>
              <a:t> gather feedback and obtain approval for the WHS management plan before submission. Feedback will be given verbally by your trainer, take notes </a:t>
            </a:r>
            <a:r>
              <a:rPr lang="en-US" sz="900" dirty="0">
                <a:solidFill>
                  <a:srgbClr val="B7B7B7"/>
                </a:solidFill>
                <a:latin typeface="Roboto"/>
                <a:ea typeface="Roboto"/>
                <a:cs typeface="Roboto"/>
                <a:sym typeface="Roboto"/>
              </a:rPr>
              <a:t>below and describe how you will address the feedback.</a:t>
            </a:r>
            <a:endParaRPr lang="en-US" sz="900"/>
          </a:p>
        </p:txBody>
      </p:sp>
      <p:graphicFrame>
        <p:nvGraphicFramePr>
          <p:cNvPr id="10" name="Google Shape;293;p44">
            <a:extLst>
              <a:ext uri="{FF2B5EF4-FFF2-40B4-BE49-F238E27FC236}">
                <a16:creationId xmlns:a16="http://schemas.microsoft.com/office/drawing/2014/main" id="{13A682F5-6D84-4A45-B863-CB1ACD8211C8}"/>
              </a:ext>
            </a:extLst>
          </p:cNvPr>
          <p:cNvGraphicFramePr/>
          <p:nvPr/>
        </p:nvGraphicFramePr>
        <p:xfrm>
          <a:off x="457072" y="1522105"/>
          <a:ext cx="7372477" cy="2315663"/>
        </p:xfrm>
        <a:graphic>
          <a:graphicData uri="http://schemas.openxmlformats.org/drawingml/2006/table">
            <a:tbl>
              <a:tblPr>
                <a:noFill/>
              </a:tblPr>
              <a:tblGrid>
                <a:gridCol w="3734398">
                  <a:extLst>
                    <a:ext uri="{9D8B030D-6E8A-4147-A177-3AD203B41FA5}">
                      <a16:colId xmlns:a16="http://schemas.microsoft.com/office/drawing/2014/main" val="20000"/>
                    </a:ext>
                  </a:extLst>
                </a:gridCol>
                <a:gridCol w="2742730">
                  <a:extLst>
                    <a:ext uri="{9D8B030D-6E8A-4147-A177-3AD203B41FA5}">
                      <a16:colId xmlns:a16="http://schemas.microsoft.com/office/drawing/2014/main" val="4229412273"/>
                    </a:ext>
                  </a:extLst>
                </a:gridCol>
                <a:gridCol w="895349">
                  <a:extLst>
                    <a:ext uri="{9D8B030D-6E8A-4147-A177-3AD203B41FA5}">
                      <a16:colId xmlns:a16="http://schemas.microsoft.com/office/drawing/2014/main" val="20002"/>
                    </a:ext>
                  </a:extLst>
                </a:gridCol>
              </a:tblGrid>
              <a:tr h="306202">
                <a:tc>
                  <a:txBody>
                    <a:bodyPr/>
                    <a:lstStyle/>
                    <a:p>
                      <a:pPr marL="0" marR="0" lvl="0" indent="0" algn="l" rtl="0">
                        <a:lnSpc>
                          <a:spcPct val="100000"/>
                        </a:lnSpc>
                        <a:spcBef>
                          <a:spcPts val="0"/>
                        </a:spcBef>
                        <a:spcAft>
                          <a:spcPts val="0"/>
                        </a:spcAft>
                        <a:buClr>
                          <a:srgbClr val="D9D9D9"/>
                        </a:buClr>
                        <a:buSzPts val="1000"/>
                        <a:buFont typeface="Roboto"/>
                        <a:buNone/>
                      </a:pPr>
                      <a:r>
                        <a:rPr lang="en-AU" sz="1000" b="1" u="none" strike="noStrike" cap="none">
                          <a:solidFill>
                            <a:schemeClr val="bg1">
                              <a:lumMod val="95000"/>
                            </a:schemeClr>
                          </a:solidFill>
                          <a:latin typeface="Roboto"/>
                          <a:ea typeface="Roboto"/>
                          <a:cs typeface="Roboto"/>
                          <a:sym typeface="Roboto"/>
                        </a:rPr>
                        <a:t>Feedback</a:t>
                      </a:r>
                      <a:endParaRPr>
                        <a:solidFill>
                          <a:schemeClr val="bg1">
                            <a:lumMod val="95000"/>
                          </a:schemeClr>
                        </a:solidFill>
                      </a:endParaRP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solidFill>
                      <a:schemeClr val="accent3">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D9D9D9"/>
                        </a:buClr>
                        <a:buSzPts val="1000"/>
                        <a:buFont typeface="Roboto"/>
                        <a:buNone/>
                        <a:tabLst/>
                        <a:defRPr/>
                      </a:pPr>
                      <a:r>
                        <a:rPr lang="en-AU" sz="1000" b="1" u="none" strike="noStrike" cap="none">
                          <a:solidFill>
                            <a:schemeClr val="bg1">
                              <a:lumMod val="95000"/>
                            </a:schemeClr>
                          </a:solidFill>
                          <a:latin typeface="Roboto"/>
                          <a:ea typeface="Roboto"/>
                          <a:sym typeface="Roboto"/>
                        </a:rPr>
                        <a:t>Actions Taken Based on Feedback</a:t>
                      </a:r>
                      <a:endParaRPr>
                        <a:solidFill>
                          <a:schemeClr val="bg1">
                            <a:lumMod val="95000"/>
                          </a:schemeClr>
                        </a:solidFill>
                      </a:endParaRP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solidFill>
                      <a:schemeClr val="accent3">
                        <a:lumMod val="75000"/>
                      </a:schemeClr>
                    </a:solidFill>
                  </a:tcPr>
                </a:tc>
                <a:tc>
                  <a:txBody>
                    <a:bodyPr/>
                    <a:lstStyle/>
                    <a:p>
                      <a:pPr marL="0" marR="0" lvl="0" indent="0" algn="ctr" rtl="0">
                        <a:lnSpc>
                          <a:spcPct val="100000"/>
                        </a:lnSpc>
                        <a:spcBef>
                          <a:spcPts val="0"/>
                        </a:spcBef>
                        <a:spcAft>
                          <a:spcPts val="0"/>
                        </a:spcAft>
                        <a:buClr>
                          <a:srgbClr val="D9D9D9"/>
                        </a:buClr>
                        <a:buSzPts val="1000"/>
                        <a:buFont typeface="Roboto"/>
                        <a:buNone/>
                      </a:pPr>
                      <a:r>
                        <a:rPr lang="en-AU" sz="1000" b="1" u="none" strike="noStrike" cap="none">
                          <a:solidFill>
                            <a:schemeClr val="bg1">
                              <a:lumMod val="95000"/>
                            </a:schemeClr>
                          </a:solidFill>
                          <a:latin typeface="Roboto"/>
                          <a:ea typeface="Roboto"/>
                          <a:cs typeface="Roboto"/>
                          <a:sym typeface="Roboto"/>
                        </a:rPr>
                        <a:t>Approved</a:t>
                      </a:r>
                      <a:endParaRPr>
                        <a:solidFill>
                          <a:schemeClr val="bg1">
                            <a:lumMod val="95000"/>
                          </a:schemeClr>
                        </a:solidFill>
                      </a:endParaRP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1980413">
                <a:tc>
                  <a:txBody>
                    <a:bodyPr/>
                    <a:lstStyle/>
                    <a:p>
                      <a:pPr marL="0" marR="0" lvl="0" indent="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None/>
                        <a:tabLst/>
                        <a:defRPr/>
                      </a:pPr>
                      <a:r>
                        <a:rPr lang="en-AU" sz="900" b="0" i="0" u="none" strike="noStrike" cap="none">
                          <a:solidFill>
                            <a:srgbClr val="92D050"/>
                          </a:solidFill>
                          <a:latin typeface="Roboto"/>
                          <a:ea typeface="Roboto"/>
                          <a:cs typeface="Roboto"/>
                          <a:sym typeface="Roboto"/>
                        </a:rPr>
                        <a:t>Answer here</a:t>
                      </a: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None/>
                        <a:tabLst/>
                        <a:defRPr/>
                      </a:pPr>
                      <a:r>
                        <a:rPr lang="en-AU" sz="900" b="0" i="0" u="none" strike="noStrike" cap="none">
                          <a:solidFill>
                            <a:srgbClr val="92D050"/>
                          </a:solidFill>
                          <a:latin typeface="Roboto"/>
                          <a:ea typeface="Roboto"/>
                          <a:cs typeface="Roboto"/>
                          <a:sym typeface="Roboto"/>
                        </a:rPr>
                        <a:t>Answer here</a:t>
                      </a: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noFill/>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Roboto"/>
                        <a:ea typeface="Roboto"/>
                        <a:cs typeface="Roboto"/>
                        <a:sym typeface="Roboto"/>
                      </a:endParaRP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11" name="Google Shape;294;p44">
            <a:extLst>
              <a:ext uri="{FF2B5EF4-FFF2-40B4-BE49-F238E27FC236}">
                <a16:creationId xmlns:a16="http://schemas.microsoft.com/office/drawing/2014/main" id="{0163F85A-F1A1-48B7-91E6-F475EB579C69}"/>
              </a:ext>
            </a:extLst>
          </p:cNvPr>
          <p:cNvSpPr txBox="1"/>
          <p:nvPr/>
        </p:nvSpPr>
        <p:spPr>
          <a:xfrm>
            <a:off x="7221317" y="2636021"/>
            <a:ext cx="309000" cy="294300"/>
          </a:xfrm>
          <a:prstGeom prst="rect">
            <a:avLst/>
          </a:prstGeom>
          <a:solidFill>
            <a:schemeClr val="bg1"/>
          </a:solidFill>
          <a:ln w="19050" cap="flat" cmpd="sng">
            <a:solidFill>
              <a:srgbClr val="599C3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1F497D"/>
              </a:solidFill>
              <a:latin typeface="Roboto"/>
              <a:ea typeface="Roboto"/>
              <a:cs typeface="Roboto"/>
              <a:sym typeface="Roboto"/>
            </a:endParaRPr>
          </a:p>
        </p:txBody>
      </p:sp>
    </p:spTree>
    <p:extLst>
      <p:ext uri="{BB962C8B-B14F-4D97-AF65-F5344CB8AC3E}">
        <p14:creationId xmlns:p14="http://schemas.microsoft.com/office/powerpoint/2010/main" val="2852908620"/>
      </p:ext>
    </p:extLst>
  </p:cSld>
  <p:clrMapOvr>
    <a:masterClrMapping/>
  </p:clrMapOvr>
</p:sld>
</file>

<file path=ppt/theme/theme1.xml><?xml version="1.0" encoding="utf-8"?>
<a:theme xmlns:a="http://schemas.openxmlformats.org/drawingml/2006/main" name="Office Theme1">
  <a:themeElements>
    <a:clrScheme name="Custom 4">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92D050"/>
      </a:hlink>
      <a:folHlink>
        <a:srgbClr val="92D05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1">
  <a:themeElements>
    <a:clrScheme name="Custom 3">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92D050"/>
      </a:hlink>
      <a:folHlink>
        <a:srgbClr val="92D05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1">
  <a:themeElements>
    <a:clrScheme name="Custom 8">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92D050"/>
      </a:hlink>
      <a:folHlink>
        <a:srgbClr val="92D05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6F4542A8E7DD640B3BC4F081D67BD17" ma:contentTypeVersion="16" ma:contentTypeDescription="Create a new document." ma:contentTypeScope="" ma:versionID="a8e874a37cffdad5dba038be2b416c57">
  <xsd:schema xmlns:xsd="http://www.w3.org/2001/XMLSchema" xmlns:xs="http://www.w3.org/2001/XMLSchema" xmlns:p="http://schemas.microsoft.com/office/2006/metadata/properties" xmlns:ns2="6ac566f0-206d-4bc5-bcec-ce830458d3f1" xmlns:ns3="4ba0a89f-8d28-45b8-8c8a-cf56563c9d8a" targetNamespace="http://schemas.microsoft.com/office/2006/metadata/properties" ma:root="true" ma:fieldsID="abafd1d7be34856416703c6a7cac2e72" ns2:_="" ns3:_="">
    <xsd:import namespace="6ac566f0-206d-4bc5-bcec-ce830458d3f1"/>
    <xsd:import namespace="4ba0a89f-8d28-45b8-8c8a-cf56563c9d8a"/>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Sesh" minOccurs="0"/>
                <xsd:element ref="ns2:MediaServiceLocation" minOccurs="0"/>
                <xsd:element ref="ns2:MediaServiceAutoKeyPoints" minOccurs="0"/>
                <xsd:element ref="ns2:MediaServiceKeyPoint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c566f0-206d-4bc5-bcec-ce830458d3f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Sesh" ma:index="17" nillable="true" ma:displayName="Sesh" ma:format="Dropdown" ma:internalName="Sesh" ma:percentage="FALSE">
      <xsd:simpleType>
        <xsd:restriction base="dms:Number"/>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4ba0a89f-8d28-45b8-8c8a-cf56563c9d8a"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esh xmlns="6ac566f0-206d-4bc5-bcec-ce830458d3f1"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7C2EE19-2C14-4B1D-9E12-D43CEE82CB75}">
  <ds:schemaRefs>
    <ds:schemaRef ds:uri="4ba0a89f-8d28-45b8-8c8a-cf56563c9d8a"/>
    <ds:schemaRef ds:uri="6ac566f0-206d-4bc5-bcec-ce830458d3f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AF45DE6-B5C7-42DE-A340-632CFB8BCC69}">
  <ds:schemaRefs>
    <ds:schemaRef ds:uri="4ba0a89f-8d28-45b8-8c8a-cf56563c9d8a"/>
    <ds:schemaRef ds:uri="6ac566f0-206d-4bc5-bcec-ce830458d3f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7A4702B9-8519-42B9-B90E-9F919860CE7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16</Slides>
  <Notes>16</Notes>
  <HiddenSlides>0</HiddenSlides>
  <ScaleCrop>false</ScaleCrop>
  <HeadingPairs>
    <vt:vector size="4" baseType="variant">
      <vt:variant>
        <vt:lpstr>Theme</vt:lpstr>
      </vt:variant>
      <vt:variant>
        <vt:i4>5</vt:i4>
      </vt:variant>
      <vt:variant>
        <vt:lpstr>Slide Titles</vt:lpstr>
      </vt:variant>
      <vt:variant>
        <vt:i4>16</vt:i4>
      </vt:variant>
    </vt:vector>
  </HeadingPairs>
  <TitlesOfParts>
    <vt:vector size="21" baseType="lpstr">
      <vt:lpstr>Office Theme1</vt:lpstr>
      <vt:lpstr>Office Theme1</vt:lpstr>
      <vt:lpstr>Office Theme1</vt:lpstr>
      <vt:lpstr>Office Theme1</vt:lpstr>
      <vt:lpstr>Office Theme1</vt:lpstr>
      <vt:lpstr>Workplace Health &amp; Safety Assessment - VFX  </vt:lpstr>
      <vt:lpstr>Introduction</vt:lpstr>
      <vt:lpstr>Scenario| Commercial Shoot</vt:lpstr>
      <vt:lpstr>Submission | Guidelines</vt:lpstr>
      <vt:lpstr>PowerPoint Presentation</vt:lpstr>
      <vt:lpstr>WHS Management Plan | Hazards</vt:lpstr>
      <vt:lpstr>WHS Management Plan | Research</vt:lpstr>
      <vt:lpstr>WHS Management Plan | Goals</vt:lpstr>
      <vt:lpstr>WHS Management Plan | Duty of Care</vt:lpstr>
      <vt:lpstr>WHS Management Plan | Responsibility</vt:lpstr>
      <vt:lpstr>WHS Management Plan | Hazards/Risks</vt:lpstr>
      <vt:lpstr>WHS Management Plan | Hazards/Risks</vt:lpstr>
      <vt:lpstr>WHS Management Plan | Controls</vt:lpstr>
      <vt:lpstr>WHS Management Plan | Resources</vt:lpstr>
      <vt:lpstr>WHS Management Plan | Training Plan</vt:lpstr>
      <vt:lpstr>WHS Management Plan | Feedback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Workplace Health &amp; Safety Assessment 1 </dc:title>
  <cp:revision>202</cp:revision>
  <dcterms:modified xsi:type="dcterms:W3CDTF">2021-10-28T04:13:14Z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0x01010016F4542A8E7DD640B3BC4F081D67BD17</vt:lpwstr>
  </property>
</Properties>
</file>